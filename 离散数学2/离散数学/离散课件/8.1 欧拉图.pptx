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5" r:id="rId4"/>
  </p:sldMasterIdLst>
  <p:notesMasterIdLst>
    <p:notesMasterId r:id="rId7"/>
  </p:notesMasterIdLst>
  <p:handoutMasterIdLst>
    <p:handoutMasterId r:id="rId43"/>
  </p:handoutMasterIdLst>
  <p:sldIdLst>
    <p:sldId id="372" r:id="rId5"/>
    <p:sldId id="258" r:id="rId6"/>
    <p:sldId id="285" r:id="rId8"/>
    <p:sldId id="286" r:id="rId9"/>
    <p:sldId id="337" r:id="rId10"/>
    <p:sldId id="261" r:id="rId11"/>
    <p:sldId id="287" r:id="rId12"/>
    <p:sldId id="262" r:id="rId13"/>
    <p:sldId id="288" r:id="rId14"/>
    <p:sldId id="263" r:id="rId15"/>
    <p:sldId id="265" r:id="rId16"/>
    <p:sldId id="290" r:id="rId17"/>
    <p:sldId id="266" r:id="rId18"/>
    <p:sldId id="291" r:id="rId19"/>
    <p:sldId id="292" r:id="rId20"/>
    <p:sldId id="267" r:id="rId21"/>
    <p:sldId id="268" r:id="rId22"/>
    <p:sldId id="269" r:id="rId23"/>
    <p:sldId id="270" r:id="rId24"/>
    <p:sldId id="293" r:id="rId25"/>
    <p:sldId id="271" r:id="rId26"/>
    <p:sldId id="272" r:id="rId27"/>
    <p:sldId id="273" r:id="rId28"/>
    <p:sldId id="274" r:id="rId29"/>
    <p:sldId id="275" r:id="rId30"/>
    <p:sldId id="276" r:id="rId31"/>
    <p:sldId id="277" r:id="rId32"/>
    <p:sldId id="280" r:id="rId33"/>
    <p:sldId id="409" r:id="rId34"/>
    <p:sldId id="410" r:id="rId35"/>
    <p:sldId id="278" r:id="rId36"/>
    <p:sldId id="294" r:id="rId37"/>
    <p:sldId id="332" r:id="rId38"/>
    <p:sldId id="282" r:id="rId39"/>
    <p:sldId id="413" r:id="rId40"/>
    <p:sldId id="283" r:id="rId41"/>
    <p:sldId id="370" r:id="rId42"/>
  </p:sldIdLst>
  <p:sldSz cx="9144000" cy="6858000" type="screen4x3"/>
  <p:notesSz cx="6858000" cy="9144000"/>
  <p:custDataLst>
    <p:tags r:id="rId48"/>
  </p:custDataLst>
  <p:defaultTextStyle>
    <a:defPPr>
      <a:defRPr lang="zh-CN"/>
    </a:defPPr>
    <a:lvl1pPr marL="0" lvl="0"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9" userDrawn="1">
          <p15:clr>
            <a:srgbClr val="A4A3A4"/>
          </p15:clr>
        </p15:guide>
        <p15:guide id="2" pos="290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engyanxiu" initials="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66FF"/>
    <a:srgbClr val="FF00FF"/>
    <a:srgbClr val="808080"/>
    <a:srgbClr val="5F5F5F"/>
    <a:srgbClr val="996633"/>
    <a:srgbClr val="C7F9F1"/>
    <a:srgbClr val="2194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621"/>
    <p:restoredTop sz="88321"/>
  </p:normalViewPr>
  <p:slideViewPr>
    <p:cSldViewPr showGuides="1">
      <p:cViewPr>
        <p:scale>
          <a:sx n="75" d="100"/>
          <a:sy n="75" d="100"/>
        </p:scale>
        <p:origin x="2488" y="320"/>
      </p:cViewPr>
      <p:guideLst>
        <p:guide orient="horz" pos="2199"/>
        <p:guide pos="290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093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8" Type="http://schemas.openxmlformats.org/officeDocument/2006/relationships/tags" Target="tags/tag4.xml"/><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9D51BE5-DC6D-AA4A-91EA-1E7956D46BF1}" type="datetimeFigureOut">
              <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hangingPunct="1">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幻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eaLnBrk="1" hangingPunct="1">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fld id="{C1A00E7C-4AD1-A949-A3A0-31E47E3B55E4}" type="slidenum">
              <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p:cNvSpPr>
          <p:nvPr>
            <p:ph type="body" sz="quarter"/>
          </p:nvPr>
        </p:nvSpPr>
        <p:spPr>
          <a:xfrm>
            <a:off x="685800" y="4343400"/>
            <a:ext cx="5486400" cy="4114800"/>
          </a:xfrm>
          <a:prstGeom prst="rect">
            <a:avLst/>
          </a:prstGeom>
          <a:noFill/>
          <a:ln w="9525">
            <a:noFill/>
          </a:ln>
        </p:spPr>
        <p:txBody>
          <a:bodyPr vert="horz" wrap="square" lIns="91440" tIns="45720" rIns="91440" bIns="45720" anchor="t" anchorCtr="0"/>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2663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C31647D-4CD4-114F-A501-721AF490DA72}"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
        <p:nvSpPr>
          <p:cNvPr id="6146" name="Rectangle 2"/>
          <p:cNvSpPr>
            <a:spLocks noRot="1" noTextEdit="1"/>
          </p:cNvSpPr>
          <p:nvPr>
            <p:ph type="sldImg"/>
          </p:nvPr>
        </p:nvSpPr>
        <p:spPr/>
      </p:sp>
      <p:sp>
        <p:nvSpPr>
          <p:cNvPr id="6147" name="Rectangle 3"/>
          <p:cNvSpPr>
            <a:spLocks noGrp="1"/>
          </p:cNvSpPr>
          <p:nvPr>
            <p:ph type="body"/>
          </p:nvPr>
        </p:nvSpPr>
        <p:spPr/>
        <p:txBody>
          <a:bodyPr wrap="square" lIns="91440" tIns="45720" rIns="91440" bIns="45720" anchor="t" anchorCtr="0"/>
          <a:p>
            <a:pPr lvl="0"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Slide Image Placeholder 1"/>
          <p:cNvSpPr>
            <a:spLocks noGrp="1" noRot="1" noChangeAspect="1" noTextEdit="1"/>
          </p:cNvSpPr>
          <p:nvPr>
            <p:ph type="sldImg"/>
          </p:nvPr>
        </p:nvSpPr>
        <p:spPr/>
      </p:sp>
      <p:sp>
        <p:nvSpPr>
          <p:cNvPr id="8194" name="Notes Placeholder 2"/>
          <p:cNvSpPr>
            <a:spLocks noGrp="1"/>
          </p:cNvSpPr>
          <p:nvPr>
            <p:ph type="body"/>
          </p:nvPr>
        </p:nvSpPr>
        <p:spPr/>
        <p:txBody>
          <a:bodyPr wrap="square" lIns="91440" tIns="45720" rIns="91440" bIns="45720" anchor="t" anchorCtr="0"/>
          <a:p>
            <a:pPr lvl="0"/>
            <a:endParaRPr lang="en-US" altLang="zh-CN"/>
          </a:p>
        </p:txBody>
      </p:sp>
      <p:sp>
        <p:nvSpPr>
          <p:cNvPr id="8195" name="Slide Number Placeholder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Slide Image Placeholder 1"/>
          <p:cNvSpPr>
            <a:spLocks noGrp="1" noRot="1" noChangeAspect="1" noTextEdit="1"/>
          </p:cNvSpPr>
          <p:nvPr>
            <p:ph type="sldImg"/>
          </p:nvPr>
        </p:nvSpPr>
        <p:spPr/>
      </p:sp>
      <p:sp>
        <p:nvSpPr>
          <p:cNvPr id="10242" name="Notes Placeholder 2"/>
          <p:cNvSpPr>
            <a:spLocks noGrp="1"/>
          </p:cNvSpPr>
          <p:nvPr>
            <p:ph type="body"/>
          </p:nvPr>
        </p:nvSpPr>
        <p:spPr/>
        <p:txBody>
          <a:bodyPr wrap="square" lIns="91440" tIns="45720" rIns="91440" bIns="45720" anchor="t" anchorCtr="0"/>
          <a:p>
            <a:pPr lvl="0"/>
            <a:endParaRPr lang="en-US" altLang="zh-CN"/>
          </a:p>
        </p:txBody>
      </p:sp>
      <p:sp>
        <p:nvSpPr>
          <p:cNvPr id="10243" name="Slide Number Placeholder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幻灯片图像占位符 1"/>
          <p:cNvSpPr>
            <a:spLocks noGrp="1" noRot="1" noChangeAspect="1" noTextEdit="1"/>
          </p:cNvSpPr>
          <p:nvPr>
            <p:ph type="sldImg"/>
          </p:nvPr>
        </p:nvSpPr>
        <p:spPr/>
      </p:sp>
      <p:sp>
        <p:nvSpPr>
          <p:cNvPr id="15362" name="备注占位符 2"/>
          <p:cNvSpPr>
            <a:spLocks noGrp="1"/>
          </p:cNvSpPr>
          <p:nvPr>
            <p:ph type="body"/>
          </p:nvPr>
        </p:nvSpPr>
        <p:spPr/>
        <p:txBody>
          <a:bodyPr wrap="square" lIns="91440" tIns="45720" rIns="91440" bIns="45720" anchor="t" anchorCtr="0"/>
          <a:p>
            <a:pPr lvl="0"/>
            <a:r>
              <a:rPr lang="zh-CN" altLang="en-US"/>
              <a:t>给定几幅图，判断是否是欧拉图或半欧拉图，点名回答</a:t>
            </a:r>
            <a:endParaRPr lang="en-US" altLang="zh-CN"/>
          </a:p>
          <a:p>
            <a:pPr lvl="0"/>
            <a:endParaRPr lang="en-US" altLang="zh-CN"/>
          </a:p>
          <a:p>
            <a:pPr lvl="0"/>
            <a:r>
              <a:rPr lang="zh-CN" altLang="en-US"/>
              <a:t>引出欧拉图判定定理</a:t>
            </a:r>
            <a:endParaRPr lang="zh-CN" altLang="en-US"/>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Rot="1" noTextEdit="1"/>
          </p:cNvSpPr>
          <p:nvPr>
            <p:ph type="sldImg"/>
          </p:nvPr>
        </p:nvSpPr>
        <p:spPr/>
      </p:sp>
      <p:sp>
        <p:nvSpPr>
          <p:cNvPr id="17410" name="Rectangle 3"/>
          <p:cNvSpPr>
            <a:spLocks noGrp="1"/>
          </p:cNvSpPr>
          <p:nvPr>
            <p:ph type="body"/>
          </p:nvPr>
        </p:nvSpPr>
        <p:spPr/>
        <p:txBody>
          <a:bodyPr wrap="square" lIns="91440" tIns="45720" rIns="91440" bIns="45720" anchor="t" anchorCtr="0"/>
          <a:p>
            <a:pPr lvl="0">
              <a:lnSpc>
                <a:spcPct val="90000"/>
              </a:lnSpc>
            </a:pPr>
            <a:r>
              <a:rPr lang="zh-CN" altLang="en-US" sz="2000"/>
              <a:t>思路：判断是否为欧拉图，就是找一条欧拉回路；而半欧拉图对应寻找欧拉路。</a:t>
            </a:r>
            <a:endParaRPr lang="zh-CN" altLang="en-US" sz="2000"/>
          </a:p>
          <a:p>
            <a:pPr lvl="0">
              <a:lnSpc>
                <a:spcPct val="90000"/>
              </a:lnSpc>
            </a:pPr>
            <a:r>
              <a:rPr lang="en-US" altLang="zh-CN" sz="2000"/>
              <a:t>(a)</a:t>
            </a:r>
            <a:r>
              <a:rPr lang="zh-CN" altLang="en-US" sz="2000"/>
              <a:t>是欧拉图，欧拉回路是</a:t>
            </a:r>
            <a:r>
              <a:rPr lang="en-US" altLang="zh-CN" sz="2000"/>
              <a:t>e</a:t>
            </a:r>
            <a:r>
              <a:rPr lang="en-US" altLang="zh-CN" sz="2000" baseline="-25000"/>
              <a:t>1</a:t>
            </a:r>
            <a:r>
              <a:rPr lang="en-US" altLang="zh-CN" sz="2000"/>
              <a:t>,e</a:t>
            </a:r>
            <a:r>
              <a:rPr lang="en-US" altLang="zh-CN" sz="2000" baseline="-25000"/>
              <a:t>2</a:t>
            </a:r>
            <a:r>
              <a:rPr lang="en-US" altLang="zh-CN" sz="2000"/>
              <a:t>,e</a:t>
            </a:r>
            <a:r>
              <a:rPr lang="en-US" altLang="zh-CN" sz="2000" baseline="-25000"/>
              <a:t>3</a:t>
            </a:r>
            <a:r>
              <a:rPr lang="en-US" altLang="zh-CN" sz="2000"/>
              <a:t>,e</a:t>
            </a:r>
            <a:r>
              <a:rPr lang="en-US" altLang="zh-CN" sz="2000" baseline="-25000"/>
              <a:t>4</a:t>
            </a:r>
            <a:r>
              <a:rPr lang="en-US" altLang="zh-CN" sz="2000"/>
              <a:t>,e</a:t>
            </a:r>
            <a:r>
              <a:rPr lang="en-US" altLang="zh-CN" sz="2000" baseline="-25000"/>
              <a:t>5</a:t>
            </a:r>
            <a:r>
              <a:rPr lang="en-US" altLang="zh-CN" sz="2000"/>
              <a:t>.</a:t>
            </a:r>
            <a:endParaRPr lang="en-US" altLang="zh-CN" sz="2000"/>
          </a:p>
          <a:p>
            <a:pPr lvl="0">
              <a:lnSpc>
                <a:spcPct val="90000"/>
              </a:lnSpc>
            </a:pPr>
            <a:r>
              <a:rPr lang="en-US" altLang="zh-CN" sz="2000"/>
              <a:t>(b)</a:t>
            </a:r>
            <a:r>
              <a:rPr lang="zh-CN" altLang="en-US" sz="2000"/>
              <a:t>是半欧拉图，欧拉路是</a:t>
            </a:r>
            <a:r>
              <a:rPr lang="en-US" altLang="zh-CN" sz="2000"/>
              <a:t>e</a:t>
            </a:r>
            <a:r>
              <a:rPr lang="en-US" altLang="zh-CN" sz="2000" baseline="-25000"/>
              <a:t>1</a:t>
            </a:r>
            <a:r>
              <a:rPr lang="en-US" altLang="zh-CN" sz="2000"/>
              <a:t>,e</a:t>
            </a:r>
            <a:r>
              <a:rPr lang="en-US" altLang="zh-CN" sz="2000" baseline="-25000"/>
              <a:t>2</a:t>
            </a:r>
            <a:r>
              <a:rPr lang="en-US" altLang="zh-CN" sz="2000"/>
              <a:t>,e</a:t>
            </a:r>
            <a:r>
              <a:rPr lang="en-US" altLang="zh-CN" sz="2000" baseline="-25000"/>
              <a:t>3</a:t>
            </a:r>
            <a:r>
              <a:rPr lang="en-US" altLang="zh-CN" sz="2000"/>
              <a:t>,e</a:t>
            </a:r>
            <a:r>
              <a:rPr lang="en-US" altLang="zh-CN" sz="2000" baseline="-25000"/>
              <a:t>4</a:t>
            </a:r>
            <a:r>
              <a:rPr lang="en-US" altLang="zh-CN" sz="2000"/>
              <a:t>,e</a:t>
            </a:r>
            <a:r>
              <a:rPr lang="en-US" altLang="zh-CN" sz="2000" baseline="-25000"/>
              <a:t>5</a:t>
            </a:r>
            <a:r>
              <a:rPr lang="en-US" altLang="zh-CN" sz="2000"/>
              <a:t>.</a:t>
            </a:r>
            <a:endParaRPr lang="en-US" altLang="zh-CN" sz="2000"/>
          </a:p>
          <a:p>
            <a:pPr lvl="0">
              <a:lnSpc>
                <a:spcPct val="90000"/>
              </a:lnSpc>
            </a:pPr>
            <a:r>
              <a:rPr lang="en-US" altLang="zh-CN" sz="2000"/>
              <a:t>(c)</a:t>
            </a:r>
            <a:r>
              <a:rPr lang="zh-CN" altLang="en-US" sz="2000"/>
              <a:t>都不是</a:t>
            </a:r>
            <a:r>
              <a:rPr lang="en-US" altLang="zh-CN" sz="2000"/>
              <a:t>.</a:t>
            </a:r>
            <a:endParaRPr lang="en-US" altLang="zh-CN" sz="2000"/>
          </a:p>
          <a:p>
            <a:pPr lvl="0">
              <a:lnSpc>
                <a:spcPct val="90000"/>
              </a:lnSpc>
            </a:pPr>
            <a:r>
              <a:rPr lang="en-US" altLang="zh-CN" sz="2000"/>
              <a:t>(d) </a:t>
            </a:r>
            <a:r>
              <a:rPr lang="zh-CN" altLang="en-US" sz="2000"/>
              <a:t>欧拉图，欧拉回路</a:t>
            </a:r>
            <a:r>
              <a:rPr lang="en-US" altLang="zh-CN" sz="2000"/>
              <a:t>e</a:t>
            </a:r>
            <a:r>
              <a:rPr lang="en-US" altLang="zh-CN" sz="2000" baseline="-25000"/>
              <a:t>1</a:t>
            </a:r>
            <a:r>
              <a:rPr lang="en-US" altLang="zh-CN" sz="2000"/>
              <a:t>,e</a:t>
            </a:r>
            <a:r>
              <a:rPr lang="en-US" altLang="zh-CN" sz="2000" baseline="-25000"/>
              <a:t>2</a:t>
            </a:r>
            <a:r>
              <a:rPr lang="en-US" altLang="zh-CN" sz="2000"/>
              <a:t>,e</a:t>
            </a:r>
            <a:r>
              <a:rPr lang="en-US" altLang="zh-CN" sz="2000" baseline="-25000"/>
              <a:t>3</a:t>
            </a:r>
            <a:r>
              <a:rPr lang="en-US" altLang="zh-CN" sz="2000"/>
              <a:t>,e</a:t>
            </a:r>
            <a:r>
              <a:rPr lang="en-US" altLang="zh-CN" sz="2000" baseline="-25000"/>
              <a:t>4</a:t>
            </a:r>
            <a:r>
              <a:rPr lang="en-US" altLang="zh-CN" sz="2000"/>
              <a:t>.</a:t>
            </a:r>
            <a:endParaRPr lang="en-US" altLang="zh-CN" sz="2000"/>
          </a:p>
          <a:p>
            <a:pPr lvl="0">
              <a:lnSpc>
                <a:spcPct val="90000"/>
              </a:lnSpc>
            </a:pPr>
            <a:r>
              <a:rPr lang="en-US" altLang="zh-CN" sz="2000"/>
              <a:t>(e)</a:t>
            </a:r>
            <a:r>
              <a:rPr lang="zh-CN" altLang="en-US" sz="2000"/>
              <a:t>半欧拉图，欧拉路是</a:t>
            </a:r>
            <a:r>
              <a:rPr lang="en-US" altLang="zh-CN" sz="2000"/>
              <a:t>e</a:t>
            </a:r>
            <a:r>
              <a:rPr lang="en-US" altLang="zh-CN" sz="2000" baseline="-25000"/>
              <a:t>5</a:t>
            </a:r>
            <a:r>
              <a:rPr lang="en-US" altLang="zh-CN" sz="2000"/>
              <a:t>,e</a:t>
            </a:r>
            <a:r>
              <a:rPr lang="en-US" altLang="zh-CN" sz="2000" baseline="-25000"/>
              <a:t>1</a:t>
            </a:r>
            <a:r>
              <a:rPr lang="en-US" altLang="zh-CN" sz="2000"/>
              <a:t>,e</a:t>
            </a:r>
            <a:r>
              <a:rPr lang="en-US" altLang="zh-CN" sz="2000" baseline="-25000"/>
              <a:t>2</a:t>
            </a:r>
            <a:r>
              <a:rPr lang="en-US" altLang="zh-CN" sz="2000"/>
              <a:t>,e</a:t>
            </a:r>
            <a:r>
              <a:rPr lang="en-US" altLang="zh-CN" sz="2000" baseline="-25000"/>
              <a:t>3</a:t>
            </a:r>
            <a:r>
              <a:rPr lang="en-US" altLang="zh-CN" sz="2000"/>
              <a:t>,e</a:t>
            </a:r>
            <a:r>
              <a:rPr lang="en-US" altLang="zh-CN" sz="2000" baseline="-25000"/>
              <a:t>4</a:t>
            </a:r>
            <a:r>
              <a:rPr lang="en-US" altLang="zh-CN" sz="2000"/>
              <a:t>.</a:t>
            </a:r>
            <a:endParaRPr lang="en-US" altLang="zh-CN" sz="2000"/>
          </a:p>
          <a:p>
            <a:pPr lvl="0">
              <a:lnSpc>
                <a:spcPct val="90000"/>
              </a:lnSpc>
            </a:pPr>
            <a:r>
              <a:rPr lang="en-US" altLang="zh-CN" sz="2000"/>
              <a:t>(f)</a:t>
            </a:r>
            <a:r>
              <a:rPr lang="zh-CN" altLang="en-US" sz="2000"/>
              <a:t>都不是</a:t>
            </a:r>
            <a:r>
              <a:rPr lang="en-US" altLang="zh-CN" sz="2000"/>
              <a:t>.</a:t>
            </a:r>
            <a:endParaRPr lang="en-US" altLang="zh-CN" sz="2000"/>
          </a:p>
          <a:p>
            <a:pPr lvl="0">
              <a:lnSpc>
                <a:spcPct val="90000"/>
              </a:lnSpc>
            </a:pPr>
            <a:r>
              <a:rPr lang="zh-CN" altLang="en-US" sz="2000"/>
              <a:t>结论：若有奇数度结点则一定不是欧拉图，</a:t>
            </a:r>
            <a:endParaRPr lang="zh-CN" altLang="en-US" sz="2000"/>
          </a:p>
          <a:p>
            <a:pPr lvl="0">
              <a:lnSpc>
                <a:spcPct val="90000"/>
              </a:lnSpc>
            </a:pPr>
            <a:r>
              <a:rPr lang="zh-CN" altLang="en-US" sz="2000"/>
              <a:t>若奇数度结点的个数超过两个一定不是半欧拉图</a:t>
            </a:r>
            <a:r>
              <a:rPr lang="en-US" altLang="zh-CN" sz="2000"/>
              <a:t>.</a:t>
            </a:r>
            <a:endParaRPr lang="en-US" altLang="zh-CN" sz="20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Slide Image Placeholder 1"/>
          <p:cNvSpPr>
            <a:spLocks noGrp="1" noRot="1" noChangeAspect="1" noTextEdit="1"/>
          </p:cNvSpPr>
          <p:nvPr>
            <p:ph type="sldImg"/>
          </p:nvPr>
        </p:nvSpPr>
        <p:spPr/>
      </p:sp>
      <p:sp>
        <p:nvSpPr>
          <p:cNvPr id="19458" name="Notes Placeholder 2"/>
          <p:cNvSpPr>
            <a:spLocks noGrp="1"/>
          </p:cNvSpPr>
          <p:nvPr>
            <p:ph type="body"/>
          </p:nvPr>
        </p:nvSpPr>
        <p:spPr/>
        <p:txBody>
          <a:bodyPr wrap="square" lIns="91440" tIns="45720" rIns="91440" bIns="45720" anchor="t" anchorCtr="0"/>
          <a:p>
            <a:pPr lvl="0"/>
            <a:r>
              <a:rPr lang="zh-CN" altLang="en-US"/>
              <a:t>问题：是否存在含有偶数个结点和奇数条边的欧拉图，如果存在，请给出一个这样的图，不存在，请说明理由</a:t>
            </a:r>
            <a:endParaRPr lang="en-US" altLang="zh-CN"/>
          </a:p>
          <a:p>
            <a:pPr lvl="0"/>
            <a:endParaRPr lang="en-US" altLang="zh-CN"/>
          </a:p>
          <a:p>
            <a:pPr lvl="0"/>
            <a:r>
              <a:rPr lang="zh-CN" altLang="en-US"/>
              <a:t>解答：存在（长度为</a:t>
            </a:r>
            <a:r>
              <a:rPr lang="en-US" altLang="zh-CN"/>
              <a:t>3</a:t>
            </a:r>
            <a:r>
              <a:rPr lang="zh-CN" altLang="en-US"/>
              <a:t>的圈和长度为</a:t>
            </a:r>
            <a:r>
              <a:rPr lang="en-US" altLang="zh-CN"/>
              <a:t>4</a:t>
            </a:r>
            <a:r>
              <a:rPr lang="zh-CN" altLang="en-US"/>
              <a:t>的圈共一个顶点）</a:t>
            </a:r>
            <a:endParaRPr lang="en-US" altLang="zh-CN"/>
          </a:p>
        </p:txBody>
      </p:sp>
      <p:sp>
        <p:nvSpPr>
          <p:cNvPr id="19459" name="Slide Number Placeholder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p:sp>
      <p:sp>
        <p:nvSpPr>
          <p:cNvPr id="23554" name="备注占位符 2"/>
          <p:cNvSpPr>
            <a:spLocks noGrp="1"/>
          </p:cNvSpPr>
          <p:nvPr>
            <p:ph type="body"/>
          </p:nvPr>
        </p:nvSpPr>
        <p:spPr/>
        <p:txBody>
          <a:bodyPr wrap="square" lIns="91440" tIns="45720" rIns="91440" bIns="45720" anchor="t" anchorCtr="0"/>
          <a:p>
            <a:pPr lvl="0"/>
            <a:r>
              <a:rPr lang="zh-CN" altLang="en-US"/>
              <a:t>从任意一个圈</a:t>
            </a:r>
            <a:r>
              <a:rPr lang="en-US" altLang="zh-CN"/>
              <a:t>C1</a:t>
            </a:r>
            <a:r>
              <a:rPr lang="zh-CN" altLang="en-US"/>
              <a:t>上的一点开始，沿</a:t>
            </a:r>
            <a:r>
              <a:rPr lang="en-US" altLang="zh-CN"/>
              <a:t>C1</a:t>
            </a:r>
            <a:r>
              <a:rPr lang="zh-CN" altLang="en-US"/>
              <a:t>行至</a:t>
            </a:r>
            <a:r>
              <a:rPr lang="en-US" altLang="zh-CN"/>
              <a:t>C1</a:t>
            </a:r>
            <a:r>
              <a:rPr lang="zh-CN" altLang="en-US"/>
              <a:t>与</a:t>
            </a:r>
            <a:r>
              <a:rPr lang="en-US" altLang="zh-CN"/>
              <a:t>C2</a:t>
            </a:r>
            <a:r>
              <a:rPr lang="zh-CN" altLang="en-US"/>
              <a:t>的交点</a:t>
            </a:r>
            <a:r>
              <a:rPr lang="en-US" altLang="zh-CN"/>
              <a:t>v1,</a:t>
            </a:r>
            <a:r>
              <a:rPr lang="zh-CN" altLang="en-US"/>
              <a:t>沿</a:t>
            </a:r>
            <a:r>
              <a:rPr lang="en-US" altLang="zh-CN"/>
              <a:t>C2</a:t>
            </a:r>
            <a:r>
              <a:rPr lang="zh-CN" altLang="en-US"/>
              <a:t>行，若行至</a:t>
            </a:r>
            <a:r>
              <a:rPr lang="en-US" altLang="zh-CN"/>
              <a:t>C2</a:t>
            </a:r>
            <a:r>
              <a:rPr lang="zh-CN" altLang="en-US"/>
              <a:t>与</a:t>
            </a:r>
            <a:r>
              <a:rPr lang="en-US" altLang="zh-CN"/>
              <a:t>C3</a:t>
            </a:r>
            <a:r>
              <a:rPr lang="zh-CN" altLang="en-US"/>
              <a:t>的交点</a:t>
            </a:r>
            <a:r>
              <a:rPr lang="en-US" altLang="zh-CN"/>
              <a:t>v2</a:t>
            </a:r>
            <a:r>
              <a:rPr lang="zh-CN" altLang="en-US"/>
              <a:t>，从</a:t>
            </a:r>
            <a:r>
              <a:rPr lang="en-US" altLang="zh-CN"/>
              <a:t>v2</a:t>
            </a:r>
            <a:r>
              <a:rPr lang="zh-CN" altLang="en-US"/>
              <a:t>沿</a:t>
            </a:r>
            <a:r>
              <a:rPr lang="en-US" altLang="zh-CN"/>
              <a:t>C3</a:t>
            </a:r>
            <a:r>
              <a:rPr lang="zh-CN" altLang="en-US"/>
              <a:t>行，若沿</a:t>
            </a:r>
            <a:r>
              <a:rPr lang="en-US" altLang="zh-CN"/>
              <a:t>C2</a:t>
            </a:r>
            <a:r>
              <a:rPr lang="zh-CN" altLang="en-US"/>
              <a:t>行至</a:t>
            </a:r>
            <a:r>
              <a:rPr lang="en-US" altLang="zh-CN"/>
              <a:t>C2</a:t>
            </a:r>
            <a:r>
              <a:rPr lang="zh-CN" altLang="en-US"/>
              <a:t>与</a:t>
            </a:r>
            <a:r>
              <a:rPr lang="en-US" altLang="zh-CN"/>
              <a:t>C1</a:t>
            </a:r>
            <a:r>
              <a:rPr lang="zh-CN" altLang="en-US"/>
              <a:t>的另一个交点，仍然沿</a:t>
            </a:r>
            <a:r>
              <a:rPr lang="en-US" altLang="zh-CN"/>
              <a:t>C2</a:t>
            </a:r>
            <a:r>
              <a:rPr lang="zh-CN" altLang="en-US"/>
              <a:t>行，直至</a:t>
            </a:r>
            <a:r>
              <a:rPr lang="en-US" altLang="zh-CN"/>
              <a:t>v1,</a:t>
            </a:r>
            <a:r>
              <a:rPr lang="zh-CN" altLang="en-US"/>
              <a:t>再从</a:t>
            </a:r>
            <a:r>
              <a:rPr lang="en-US" altLang="zh-CN"/>
              <a:t>v1</a:t>
            </a:r>
            <a:r>
              <a:rPr lang="zh-CN" altLang="en-US"/>
              <a:t>沿</a:t>
            </a:r>
            <a:r>
              <a:rPr lang="en-US" altLang="zh-CN"/>
              <a:t>C1</a:t>
            </a:r>
            <a:r>
              <a:rPr lang="zh-CN" altLang="en-US"/>
              <a:t>行，直到回到起点。</a:t>
            </a:r>
            <a:endParaRPr lang="zh-CN" altLang="en-US"/>
          </a:p>
        </p:txBody>
      </p:sp>
      <p:sp>
        <p:nvSpPr>
          <p:cNvPr id="2355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幻灯片图像占位符 1"/>
          <p:cNvSpPr>
            <a:spLocks noGrp="1" noRot="1" noChangeAspect="1" noTextEdit="1"/>
          </p:cNvSpPr>
          <p:nvPr>
            <p:ph type="sldImg"/>
          </p:nvPr>
        </p:nvSpPr>
        <p:spPr/>
      </p:sp>
      <p:sp>
        <p:nvSpPr>
          <p:cNvPr id="25602" name="备注占位符 2"/>
          <p:cNvSpPr>
            <a:spLocks noGrp="1"/>
          </p:cNvSpPr>
          <p:nvPr>
            <p:ph type="body"/>
          </p:nvPr>
        </p:nvSpPr>
        <p:spPr/>
        <p:txBody>
          <a:bodyPr wrap="square" lIns="91440" tIns="45720" rIns="91440" bIns="45720" anchor="t" anchorCtr="0"/>
          <a:p>
            <a:pPr lvl="0"/>
            <a:r>
              <a:rPr lang="zh-CN" altLang="en-US"/>
              <a:t>从任意一个圈</a:t>
            </a:r>
            <a:r>
              <a:rPr lang="en-US" altLang="zh-CN"/>
              <a:t>C1</a:t>
            </a:r>
            <a:r>
              <a:rPr lang="zh-CN" altLang="en-US"/>
              <a:t>上的一点开始，沿</a:t>
            </a:r>
            <a:r>
              <a:rPr lang="en-US" altLang="zh-CN"/>
              <a:t>C1</a:t>
            </a:r>
            <a:r>
              <a:rPr lang="zh-CN" altLang="en-US"/>
              <a:t>行至</a:t>
            </a:r>
            <a:r>
              <a:rPr lang="en-US" altLang="zh-CN"/>
              <a:t>C1</a:t>
            </a:r>
            <a:r>
              <a:rPr lang="zh-CN" altLang="en-US"/>
              <a:t>与</a:t>
            </a:r>
            <a:r>
              <a:rPr lang="en-US" altLang="zh-CN"/>
              <a:t>C2</a:t>
            </a:r>
            <a:r>
              <a:rPr lang="zh-CN" altLang="en-US"/>
              <a:t>的交点</a:t>
            </a:r>
            <a:r>
              <a:rPr lang="en-US" altLang="zh-CN"/>
              <a:t>v1,</a:t>
            </a:r>
            <a:r>
              <a:rPr lang="zh-CN" altLang="en-US"/>
              <a:t>沿</a:t>
            </a:r>
            <a:r>
              <a:rPr lang="en-US" altLang="zh-CN"/>
              <a:t>C2</a:t>
            </a:r>
            <a:r>
              <a:rPr lang="zh-CN" altLang="en-US"/>
              <a:t>行，若行至</a:t>
            </a:r>
            <a:r>
              <a:rPr lang="en-US" altLang="zh-CN"/>
              <a:t>C2</a:t>
            </a:r>
            <a:r>
              <a:rPr lang="zh-CN" altLang="en-US"/>
              <a:t>与</a:t>
            </a:r>
            <a:r>
              <a:rPr lang="en-US" altLang="zh-CN"/>
              <a:t>C3</a:t>
            </a:r>
            <a:r>
              <a:rPr lang="zh-CN" altLang="en-US"/>
              <a:t>的交点</a:t>
            </a:r>
            <a:r>
              <a:rPr lang="en-US" altLang="zh-CN"/>
              <a:t>v2</a:t>
            </a:r>
            <a:r>
              <a:rPr lang="zh-CN" altLang="en-US"/>
              <a:t>，从</a:t>
            </a:r>
            <a:r>
              <a:rPr lang="en-US" altLang="zh-CN"/>
              <a:t>v2</a:t>
            </a:r>
            <a:r>
              <a:rPr lang="zh-CN" altLang="en-US"/>
              <a:t>沿</a:t>
            </a:r>
            <a:r>
              <a:rPr lang="en-US" altLang="zh-CN"/>
              <a:t>C3</a:t>
            </a:r>
            <a:r>
              <a:rPr lang="zh-CN" altLang="en-US"/>
              <a:t>行，若沿</a:t>
            </a:r>
            <a:r>
              <a:rPr lang="en-US" altLang="zh-CN"/>
              <a:t>C2</a:t>
            </a:r>
            <a:r>
              <a:rPr lang="zh-CN" altLang="en-US"/>
              <a:t>行至</a:t>
            </a:r>
            <a:r>
              <a:rPr lang="en-US" altLang="zh-CN"/>
              <a:t>C2</a:t>
            </a:r>
            <a:r>
              <a:rPr lang="zh-CN" altLang="en-US"/>
              <a:t>与</a:t>
            </a:r>
            <a:r>
              <a:rPr lang="en-US" altLang="zh-CN"/>
              <a:t>C1</a:t>
            </a:r>
            <a:r>
              <a:rPr lang="zh-CN" altLang="en-US"/>
              <a:t>的另一个交点，仍然沿</a:t>
            </a:r>
            <a:r>
              <a:rPr lang="en-US" altLang="zh-CN"/>
              <a:t>C2</a:t>
            </a:r>
            <a:r>
              <a:rPr lang="zh-CN" altLang="en-US"/>
              <a:t>行，直至</a:t>
            </a:r>
            <a:r>
              <a:rPr lang="en-US" altLang="zh-CN"/>
              <a:t>v1,</a:t>
            </a:r>
            <a:r>
              <a:rPr lang="zh-CN" altLang="en-US"/>
              <a:t>再从</a:t>
            </a:r>
            <a:r>
              <a:rPr lang="en-US" altLang="zh-CN"/>
              <a:t>v1</a:t>
            </a:r>
            <a:r>
              <a:rPr lang="zh-CN" altLang="en-US"/>
              <a:t>沿</a:t>
            </a:r>
            <a:r>
              <a:rPr lang="en-US" altLang="zh-CN"/>
              <a:t>C1</a:t>
            </a:r>
            <a:r>
              <a:rPr lang="zh-CN" altLang="en-US"/>
              <a:t>行，直到回到起点。</a:t>
            </a:r>
            <a:endParaRPr lang="zh-CN" altLang="en-US"/>
          </a:p>
        </p:txBody>
      </p:sp>
      <p:sp>
        <p:nvSpPr>
          <p:cNvPr id="25603"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幻灯片图像占位符 1"/>
          <p:cNvSpPr>
            <a:spLocks noGrp="1" noRot="1" noChangeAspect="1" noTextEdit="1"/>
          </p:cNvSpPr>
          <p:nvPr>
            <p:ph type="sldImg"/>
          </p:nvPr>
        </p:nvSpPr>
        <p:spPr/>
      </p:sp>
      <p:sp>
        <p:nvSpPr>
          <p:cNvPr id="27650" name="备注占位符 2"/>
          <p:cNvSpPr>
            <a:spLocks noGrp="1"/>
          </p:cNvSpPr>
          <p:nvPr>
            <p:ph type="body"/>
          </p:nvPr>
        </p:nvSpPr>
        <p:spPr/>
        <p:txBody>
          <a:bodyPr wrap="square" lIns="91440" tIns="45720" rIns="91440" bIns="45720" anchor="t" anchorCtr="0"/>
          <a:p>
            <a:pPr lvl="0"/>
            <a:r>
              <a:rPr lang="zh-CN" altLang="en-US"/>
              <a:t>从任意一个圈</a:t>
            </a:r>
            <a:r>
              <a:rPr lang="en-US" altLang="zh-CN"/>
              <a:t>C1</a:t>
            </a:r>
            <a:r>
              <a:rPr lang="zh-CN" altLang="en-US"/>
              <a:t>上的一点开始，沿</a:t>
            </a:r>
            <a:r>
              <a:rPr lang="en-US" altLang="zh-CN"/>
              <a:t>C1</a:t>
            </a:r>
            <a:r>
              <a:rPr lang="zh-CN" altLang="en-US"/>
              <a:t>行至</a:t>
            </a:r>
            <a:r>
              <a:rPr lang="en-US" altLang="zh-CN"/>
              <a:t>C1</a:t>
            </a:r>
            <a:r>
              <a:rPr lang="zh-CN" altLang="en-US"/>
              <a:t>与</a:t>
            </a:r>
            <a:r>
              <a:rPr lang="en-US" altLang="zh-CN"/>
              <a:t>C2</a:t>
            </a:r>
            <a:r>
              <a:rPr lang="zh-CN" altLang="en-US"/>
              <a:t>的交点</a:t>
            </a:r>
            <a:r>
              <a:rPr lang="en-US" altLang="zh-CN"/>
              <a:t>v1,</a:t>
            </a:r>
            <a:r>
              <a:rPr lang="zh-CN" altLang="en-US"/>
              <a:t>沿</a:t>
            </a:r>
            <a:r>
              <a:rPr lang="en-US" altLang="zh-CN"/>
              <a:t>C2</a:t>
            </a:r>
            <a:r>
              <a:rPr lang="zh-CN" altLang="en-US"/>
              <a:t>行，若行至</a:t>
            </a:r>
            <a:r>
              <a:rPr lang="en-US" altLang="zh-CN"/>
              <a:t>C2</a:t>
            </a:r>
            <a:r>
              <a:rPr lang="zh-CN" altLang="en-US"/>
              <a:t>与</a:t>
            </a:r>
            <a:r>
              <a:rPr lang="en-US" altLang="zh-CN"/>
              <a:t>C3</a:t>
            </a:r>
            <a:r>
              <a:rPr lang="zh-CN" altLang="en-US"/>
              <a:t>的交点</a:t>
            </a:r>
            <a:r>
              <a:rPr lang="en-US" altLang="zh-CN"/>
              <a:t>v2</a:t>
            </a:r>
            <a:r>
              <a:rPr lang="zh-CN" altLang="en-US"/>
              <a:t>，从</a:t>
            </a:r>
            <a:r>
              <a:rPr lang="en-US" altLang="zh-CN"/>
              <a:t>v2</a:t>
            </a:r>
            <a:r>
              <a:rPr lang="zh-CN" altLang="en-US"/>
              <a:t>沿</a:t>
            </a:r>
            <a:r>
              <a:rPr lang="en-US" altLang="zh-CN"/>
              <a:t>C3</a:t>
            </a:r>
            <a:r>
              <a:rPr lang="zh-CN" altLang="en-US"/>
              <a:t>行，若沿</a:t>
            </a:r>
            <a:r>
              <a:rPr lang="en-US" altLang="zh-CN"/>
              <a:t>C2</a:t>
            </a:r>
            <a:r>
              <a:rPr lang="zh-CN" altLang="en-US"/>
              <a:t>行至</a:t>
            </a:r>
            <a:r>
              <a:rPr lang="en-US" altLang="zh-CN"/>
              <a:t>C2</a:t>
            </a:r>
            <a:r>
              <a:rPr lang="zh-CN" altLang="en-US"/>
              <a:t>与</a:t>
            </a:r>
            <a:r>
              <a:rPr lang="en-US" altLang="zh-CN"/>
              <a:t>C1</a:t>
            </a:r>
            <a:r>
              <a:rPr lang="zh-CN" altLang="en-US"/>
              <a:t>的另一个交点，仍然沿</a:t>
            </a:r>
            <a:r>
              <a:rPr lang="en-US" altLang="zh-CN"/>
              <a:t>C2</a:t>
            </a:r>
            <a:r>
              <a:rPr lang="zh-CN" altLang="en-US"/>
              <a:t>行，直至</a:t>
            </a:r>
            <a:r>
              <a:rPr lang="en-US" altLang="zh-CN"/>
              <a:t>v1,</a:t>
            </a:r>
            <a:r>
              <a:rPr lang="zh-CN" altLang="en-US"/>
              <a:t>再从</a:t>
            </a:r>
            <a:r>
              <a:rPr lang="en-US" altLang="zh-CN"/>
              <a:t>v1</a:t>
            </a:r>
            <a:r>
              <a:rPr lang="zh-CN" altLang="en-US"/>
              <a:t>沿</a:t>
            </a:r>
            <a:r>
              <a:rPr lang="en-US" altLang="zh-CN"/>
              <a:t>C1</a:t>
            </a:r>
            <a:r>
              <a:rPr lang="zh-CN" altLang="en-US"/>
              <a:t>行，直到回到起点。</a:t>
            </a:r>
            <a:endParaRPr lang="zh-CN" altLang="en-US"/>
          </a:p>
        </p:txBody>
      </p:sp>
      <p:sp>
        <p:nvSpPr>
          <p:cNvPr id="27651"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幻灯片图像占位符 1"/>
          <p:cNvSpPr>
            <a:spLocks noGrp="1" noRot="1" noChangeAspect="1" noTextEdit="1"/>
          </p:cNvSpPr>
          <p:nvPr>
            <p:ph type="sldImg"/>
          </p:nvPr>
        </p:nvSpPr>
        <p:spPr/>
      </p:sp>
      <p:sp>
        <p:nvSpPr>
          <p:cNvPr id="32770" name="备注占位符 2"/>
          <p:cNvSpPr>
            <a:spLocks noGrp="1"/>
          </p:cNvSpPr>
          <p:nvPr>
            <p:ph type="body"/>
          </p:nvPr>
        </p:nvSpPr>
        <p:spPr/>
        <p:txBody>
          <a:bodyPr wrap="square" lIns="91440" tIns="45720" rIns="91440" bIns="45720" anchor="t" anchorCtr="0"/>
          <a:p>
            <a:pPr lvl="0"/>
            <a:r>
              <a:rPr lang="zh-CN" altLang="en-US"/>
              <a:t>欧拉图有（</a:t>
            </a:r>
            <a:r>
              <a:rPr lang="en-US" altLang="zh-CN"/>
              <a:t>2</a:t>
            </a:r>
            <a:r>
              <a:rPr lang="zh-CN" altLang="en-US"/>
              <a:t>）（</a:t>
            </a:r>
            <a:r>
              <a:rPr lang="en-US" altLang="zh-CN"/>
              <a:t>4</a:t>
            </a:r>
            <a:r>
              <a:rPr lang="zh-CN" altLang="en-US"/>
              <a:t>），半欧拉图有（</a:t>
            </a:r>
            <a:r>
              <a:rPr lang="en-US" altLang="zh-CN"/>
              <a:t>1</a:t>
            </a:r>
            <a:r>
              <a:rPr lang="zh-CN" altLang="en-US"/>
              <a:t>）（</a:t>
            </a:r>
            <a:r>
              <a:rPr lang="en-US" altLang="zh-CN"/>
              <a:t>5</a:t>
            </a:r>
            <a:r>
              <a:rPr lang="zh-CN" altLang="en-US"/>
              <a:t>）（</a:t>
            </a:r>
            <a:r>
              <a:rPr lang="en-US" altLang="zh-CN"/>
              <a:t>6</a:t>
            </a:r>
            <a:r>
              <a:rPr lang="zh-CN" altLang="en-US"/>
              <a:t>）</a:t>
            </a:r>
            <a:endParaRPr lang="zh-CN" altLang="en-US"/>
          </a:p>
        </p:txBody>
      </p:sp>
      <p:sp>
        <p:nvSpPr>
          <p:cNvPr id="32771" name="幻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幻灯片图像占位符 1"/>
          <p:cNvSpPr>
            <a:spLocks noGrp="1" noRot="1" noChangeAspect="1" noTextEdit="1"/>
          </p:cNvSpPr>
          <p:nvPr>
            <p:ph type="sldImg"/>
          </p:nvPr>
        </p:nvSpPr>
        <p:spPr/>
      </p:sp>
      <p:sp>
        <p:nvSpPr>
          <p:cNvPr id="34818" name="备注占位符 2"/>
          <p:cNvSpPr>
            <a:spLocks noGrp="1"/>
          </p:cNvSpPr>
          <p:nvPr>
            <p:ph type="body"/>
          </p:nvPr>
        </p:nvSpPr>
        <p:spPr/>
        <p:txBody>
          <a:bodyPr wrap="square" lIns="91440" tIns="45720" rIns="91440" bIns="45720" anchor="t" anchorCtr="0"/>
          <a:p>
            <a:pPr lvl="0"/>
            <a:endParaRPr lang="zh-CN" altLang="en-US"/>
          </a:p>
        </p:txBody>
      </p:sp>
      <p:sp>
        <p:nvSpPr>
          <p:cNvPr id="34819" name="幻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Rot="1" noTextEdit="1"/>
          </p:cNvSpPr>
          <p:nvPr>
            <p:ph type="sldImg"/>
          </p:nvPr>
        </p:nvSpPr>
        <p:spPr/>
      </p:sp>
      <p:sp>
        <p:nvSpPr>
          <p:cNvPr id="47106" name="Rectangle 3"/>
          <p:cNvSpPr>
            <a:spLocks noGrp="1"/>
          </p:cNvSpPr>
          <p:nvPr>
            <p:ph type="body"/>
          </p:nvPr>
        </p:nvSpPr>
        <p:spPr/>
        <p:txBody>
          <a:bodyPr wrap="square" lIns="91440" tIns="45720" rIns="91440" bIns="45720" anchor="t" anchorCtr="0"/>
          <a:p>
            <a:pPr lvl="0"/>
            <a:r>
              <a:rPr lang="zh-CN" altLang="en-US"/>
              <a:t>该有向图的边数</a:t>
            </a:r>
            <a:r>
              <a:rPr lang="en-US" altLang="zh-CN"/>
              <a:t>m=2*4=8=2</a:t>
            </a:r>
            <a:r>
              <a:rPr lang="en-US" altLang="zh-CN" baseline="30000"/>
              <a:t>3</a:t>
            </a:r>
            <a:r>
              <a:rPr lang="en-US" altLang="zh-CN"/>
              <a:t>.</a:t>
            </a:r>
            <a:endParaRPr lang="en-US" altLang="zh-CN"/>
          </a:p>
          <a:p>
            <a:pPr lvl="0"/>
            <a:r>
              <a:rPr lang="zh-CN" altLang="en-US"/>
              <a:t>如欧拉回路：</a:t>
            </a:r>
            <a:r>
              <a:rPr lang="en-US" altLang="zh-CN"/>
              <a:t>000 001 010 101 011 111 110 100</a:t>
            </a:r>
            <a:endParaRPr lang="en-US" altLang="zh-CN"/>
          </a:p>
          <a:p>
            <a:pPr lvl="0"/>
            <a:endParaRPr lang="en-US" altLang="zh-CN"/>
          </a:p>
          <a:p>
            <a:pPr lvl="0"/>
            <a:r>
              <a:rPr lang="zh-CN" altLang="en-US"/>
              <a:t>排列为</a:t>
            </a:r>
            <a:r>
              <a:rPr lang="en-US" altLang="zh-CN"/>
              <a:t>0 1 0 1 1 1 0 0</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23850" y="1412875"/>
            <a:ext cx="417195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412875"/>
            <a:ext cx="417195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黑体" panose="02010609060101010101" pitchFamily="49"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69850"/>
            <a:ext cx="2154237" cy="6599238"/>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23850" y="69850"/>
            <a:ext cx="6313488" cy="6599238"/>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9850"/>
            <a:ext cx="7793037" cy="9826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32385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412875"/>
            <a:ext cx="4171950" cy="25511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116388"/>
            <a:ext cx="4171950" cy="25527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9850"/>
            <a:ext cx="7793037" cy="9826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32385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defRPr/>
                </a:pPr>
                <a:endParaRPr lang="zh-CN" altLang="en-US"/>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defRPr/>
              </a:pPr>
              <a:endParaRPr lang="zh-CN" altLang="en-US"/>
            </a:p>
          </p:txBody>
        </p:sp>
      </p:grpSp>
      <p:sp>
        <p:nvSpPr>
          <p:cNvPr id="6156" name="Rectangle 12"/>
          <p:cNvSpPr>
            <a:spLocks noGrp="1" noChangeArrowheads="1"/>
          </p:cNvSpPr>
          <p:nvPr>
            <p:ph type="ctrTitle"/>
          </p:nvPr>
        </p:nvSpPr>
        <p:spPr>
          <a:xfrm>
            <a:off x="990600" y="1676400"/>
            <a:ext cx="7772400" cy="1462088"/>
          </a:xfrm>
          <a:effectLst/>
        </p:spPr>
        <p:txBody>
          <a:bodyPr/>
          <a:lstStyle>
            <a:lvl1pPr>
              <a:defRPr/>
            </a:lvl1pPr>
          </a:lstStyle>
          <a:p>
            <a:r>
              <a:rPr lang="zh-CN" altLang="en-US"/>
              <a:t>单击此处编辑母版标题样式</a:t>
            </a:r>
            <a:endParaRPr lang="zh-CN" altLang="en-US"/>
          </a:p>
        </p:txBody>
      </p:sp>
      <p:sp>
        <p:nvSpPr>
          <p:cNvPr id="615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67954172-B388-4BB3-BEAE-AEB9C88A526E}" type="slidenum">
              <a:rPr lang="en-US" altLang="zh-CN"/>
            </a:fld>
            <a:endParaRPr lang="en-US" altLang="zh-CN"/>
          </a:p>
        </p:txBody>
      </p:sp>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23850" y="1412875"/>
            <a:ext cx="417195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412875"/>
            <a:ext cx="417195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黑体" panose="02010609060101010101" pitchFamily="49"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69850"/>
            <a:ext cx="2154237" cy="6599238"/>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23850" y="69850"/>
            <a:ext cx="6313488" cy="6599238"/>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9850"/>
            <a:ext cx="7793037" cy="9826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32385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412875"/>
            <a:ext cx="4171950" cy="25511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116388"/>
            <a:ext cx="4171950" cy="25527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9850"/>
            <a:ext cx="7793037" cy="9826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32385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23850" y="1412875"/>
            <a:ext cx="417195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412875"/>
            <a:ext cx="417195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黑体" panose="02010609060101010101" pitchFamily="49"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69850"/>
            <a:ext cx="2154237" cy="6599238"/>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23850" y="69850"/>
            <a:ext cx="6313488" cy="6599238"/>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9850"/>
            <a:ext cx="7793037" cy="9826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32385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412875"/>
            <a:ext cx="4171950" cy="25511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116388"/>
            <a:ext cx="4171950" cy="25527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9850"/>
            <a:ext cx="7793037" cy="9826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32385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3" Type="http://schemas.openxmlformats.org/officeDocument/2006/relationships/theme" Target="../theme/theme3.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441325"/>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441325"/>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86360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86360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790575"/>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333375"/>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1239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noChangeArrowheads="1"/>
          </p:cNvSpPr>
          <p:nvPr>
            <p:ph type="title"/>
          </p:nvPr>
        </p:nvSpPr>
        <p:spPr bwMode="auto">
          <a:xfrm>
            <a:off x="1150938" y="69850"/>
            <a:ext cx="7793038" cy="982663"/>
          </a:xfrm>
          <a:prstGeom prst="rect">
            <a:avLst/>
          </a:prstGeom>
          <a:noFill/>
          <a:ln>
            <a:noFill/>
          </a:ln>
          <a:effectLst>
            <a:outerShdw blurRad="63500" dist="12700" algn="ctr" rotWithShape="0">
              <a:schemeClr val="bg2">
                <a:alpha val="74997"/>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
            <a:pPr lvl="0" fontAlgn="base"/>
            <a:r>
              <a:rPr lang="zh-CN" altLang="en-US" strike="noStrike" noProof="1"/>
              <a:t>单击此处编辑母版标题样式</a:t>
            </a:r>
            <a:endParaRPr lang="zh-CN" altLang="en-US" strike="noStrike" noProof="1"/>
          </a:p>
        </p:txBody>
      </p:sp>
      <p:sp>
        <p:nvSpPr>
          <p:cNvPr id="1034" name="Rectangle 10"/>
          <p:cNvSpPr>
            <a:spLocks noGrp="1"/>
          </p:cNvSpPr>
          <p:nvPr>
            <p:ph type="body"/>
          </p:nvPr>
        </p:nvSpPr>
        <p:spPr>
          <a:xfrm>
            <a:off x="323850" y="1412875"/>
            <a:ext cx="8496300" cy="525621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5131"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0">
                <a:latin typeface="Tahom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32"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400" b="0"/>
            </a:lvl1pPr>
          </a:lstStyle>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5133"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wipe dir="r"/>
  </p:transition>
  <p:hf sldNum="0" hdr="0" ftr="0" dt="0"/>
  <p:txStyles>
    <p:titleStyle>
      <a:lvl1pPr algn="l" rtl="0" eaLnBrk="0" fontAlgn="base" hangingPunct="0">
        <a:spcBef>
          <a:spcPct val="0"/>
        </a:spcBef>
        <a:spcAft>
          <a:spcPct val="0"/>
        </a:spcAft>
        <a:defRPr sz="4400" b="1">
          <a:solidFill>
            <a:schemeClr val="tx2"/>
          </a:solidFill>
          <a:latin typeface="+mj-lt"/>
          <a:ea typeface="+mj-ea"/>
          <a:cs typeface="黑体" panose="02010609060101010101" pitchFamily="49" charset="-122"/>
        </a:defRPr>
      </a:lvl1pPr>
      <a:lvl2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5pPr>
      <a:lvl6pPr marL="4572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9pPr>
    </p:titleStyle>
    <p:bodyStyle>
      <a:lvl1pPr marL="342900" indent="-342900" algn="l" rtl="0" eaLnBrk="0" fontAlgn="base" hangingPunct="0">
        <a:lnSpc>
          <a:spcPct val="110000"/>
        </a:lnSpc>
        <a:spcBef>
          <a:spcPct val="30000"/>
        </a:spcBef>
        <a:spcAft>
          <a:spcPct val="0"/>
        </a:spcAft>
        <a:buClr>
          <a:schemeClr val="folHlink"/>
        </a:buClr>
        <a:buSzPct val="75000"/>
        <a:buFont typeface="Wingdings" panose="05000000000000000000" pitchFamily="2" charset="2"/>
        <a:buChar char="n"/>
        <a:defRPr sz="2800" b="1">
          <a:solidFill>
            <a:schemeClr val="tx1"/>
          </a:solidFill>
          <a:latin typeface="+mn-lt"/>
          <a:ea typeface="+mn-ea"/>
          <a:cs typeface="黑体" panose="02010609060101010101" pitchFamily="49" charset="-122"/>
        </a:defRPr>
      </a:lvl1pPr>
      <a:lvl2pPr marL="742950" indent="-285750" algn="l" rtl="0" eaLnBrk="0" fontAlgn="base" hangingPunct="0">
        <a:lnSpc>
          <a:spcPct val="110000"/>
        </a:lnSpc>
        <a:spcBef>
          <a:spcPct val="30000"/>
        </a:spcBef>
        <a:spcAft>
          <a:spcPct val="0"/>
        </a:spcAft>
        <a:buClr>
          <a:schemeClr val="hlink"/>
        </a:buClr>
        <a:buSzPct val="75000"/>
        <a:buFont typeface="Wingdings" panose="05000000000000000000" pitchFamily="2" charset="2"/>
        <a:buChar char="n"/>
        <a:defRPr sz="2400" b="1">
          <a:solidFill>
            <a:schemeClr val="tx1"/>
          </a:solidFill>
          <a:latin typeface="+mn-lt"/>
          <a:ea typeface="+mn-ea"/>
          <a:cs typeface="黑体" panose="02010609060101010101" pitchFamily="49" charset="-122"/>
        </a:defRPr>
      </a:lvl2pPr>
      <a:lvl3pPr marL="1143000" indent="-228600" algn="l" rtl="0" eaLnBrk="0" fontAlgn="base" hangingPunct="0">
        <a:lnSpc>
          <a:spcPct val="110000"/>
        </a:lnSpc>
        <a:spcBef>
          <a:spcPct val="30000"/>
        </a:spcBef>
        <a:spcAft>
          <a:spcPct val="0"/>
        </a:spcAft>
        <a:buClr>
          <a:schemeClr val="folHlink"/>
        </a:buClr>
        <a:buSzPct val="50000"/>
        <a:buFont typeface="Wingdings" panose="05000000000000000000" pitchFamily="2" charset="2"/>
        <a:buChar char="n"/>
        <a:defRPr sz="2400" b="1">
          <a:solidFill>
            <a:schemeClr val="tx1"/>
          </a:solidFill>
          <a:latin typeface="+mn-lt"/>
          <a:ea typeface="+mn-ea"/>
          <a:cs typeface="黑体" panose="02010609060101010101" pitchFamily="49" charset="-122"/>
        </a:defRPr>
      </a:lvl3pPr>
      <a:lvl4pPr marL="1600200" indent="-228600" algn="l" rtl="0" eaLnBrk="0" fontAlgn="base" hangingPunct="0">
        <a:lnSpc>
          <a:spcPct val="110000"/>
        </a:lnSpc>
        <a:spcBef>
          <a:spcPct val="30000"/>
        </a:spcBef>
        <a:spcAft>
          <a:spcPct val="0"/>
        </a:spcAft>
        <a:buClr>
          <a:schemeClr val="accent2"/>
        </a:buClr>
        <a:buSzPct val="55000"/>
        <a:buFont typeface="Wingdings" panose="05000000000000000000" pitchFamily="2" charset="2"/>
        <a:buChar char="n"/>
        <a:defRPr sz="2000" b="1">
          <a:solidFill>
            <a:schemeClr val="tx1"/>
          </a:solidFill>
          <a:latin typeface="+mn-lt"/>
          <a:ea typeface="+mn-ea"/>
          <a:cs typeface="黑体" panose="02010609060101010101" pitchFamily="49" charset="-122"/>
        </a:defRPr>
      </a:lvl4pPr>
      <a:lvl5pPr marL="2057400" indent="-228600" algn="l" rtl="0" eaLnBrk="0" fontAlgn="base" hangingPunct="0">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cs typeface="黑体" panose="02010609060101010101" pitchFamily="49" charset="-122"/>
        </a:defRPr>
      </a:lvl5pPr>
      <a:lvl6pPr marL="25146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441325"/>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441325"/>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86360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86360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790575"/>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333375"/>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1239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noChangeArrowheads="1"/>
          </p:cNvSpPr>
          <p:nvPr>
            <p:ph type="title"/>
          </p:nvPr>
        </p:nvSpPr>
        <p:spPr bwMode="auto">
          <a:xfrm>
            <a:off x="1150938" y="69850"/>
            <a:ext cx="7793038" cy="982663"/>
          </a:xfrm>
          <a:prstGeom prst="rect">
            <a:avLst/>
          </a:prstGeom>
          <a:noFill/>
          <a:ln>
            <a:noFill/>
          </a:ln>
          <a:effectLst>
            <a:outerShdw blurRad="63500" dist="12700" algn="ctr" rotWithShape="0">
              <a:schemeClr val="bg2">
                <a:alpha val="74997"/>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
            <a:pPr lvl="0" fontAlgn="base"/>
            <a:r>
              <a:rPr lang="zh-CN" altLang="en-US" strike="noStrike" noProof="1"/>
              <a:t>单击此处编辑母版标题样式</a:t>
            </a:r>
            <a:endParaRPr lang="zh-CN" altLang="en-US" strike="noStrike" noProof="1"/>
          </a:p>
        </p:txBody>
      </p:sp>
      <p:sp>
        <p:nvSpPr>
          <p:cNvPr id="2058" name="Rectangle 10"/>
          <p:cNvSpPr>
            <a:spLocks noGrp="1"/>
          </p:cNvSpPr>
          <p:nvPr>
            <p:ph type="body"/>
          </p:nvPr>
        </p:nvSpPr>
        <p:spPr>
          <a:xfrm>
            <a:off x="323850" y="1412875"/>
            <a:ext cx="8496300" cy="525621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5131"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0">
                <a:latin typeface="Tahom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32"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400" b="0"/>
            </a:lvl1pPr>
          </a:lstStyle>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5133"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ransition>
    <p:wipe dir="r"/>
  </p:transition>
  <p:hf sldNum="0" hdr="0" ftr="0" dt="0"/>
  <p:txStyles>
    <p:titleStyle>
      <a:lvl1pPr algn="l" rtl="0" eaLnBrk="0" fontAlgn="base" hangingPunct="0">
        <a:spcBef>
          <a:spcPct val="0"/>
        </a:spcBef>
        <a:spcAft>
          <a:spcPct val="0"/>
        </a:spcAft>
        <a:defRPr sz="4400" b="1">
          <a:solidFill>
            <a:schemeClr val="tx2"/>
          </a:solidFill>
          <a:latin typeface="+mj-lt"/>
          <a:ea typeface="+mj-ea"/>
          <a:cs typeface="黑体" panose="02010609060101010101" pitchFamily="49" charset="-122"/>
        </a:defRPr>
      </a:lvl1pPr>
      <a:lvl2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5pPr>
      <a:lvl6pPr marL="4572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9pPr>
    </p:titleStyle>
    <p:bodyStyle>
      <a:lvl1pPr marL="342900" indent="-342900" algn="l" rtl="0" eaLnBrk="0" fontAlgn="base" hangingPunct="0">
        <a:lnSpc>
          <a:spcPct val="110000"/>
        </a:lnSpc>
        <a:spcBef>
          <a:spcPct val="30000"/>
        </a:spcBef>
        <a:spcAft>
          <a:spcPct val="0"/>
        </a:spcAft>
        <a:buClr>
          <a:schemeClr val="folHlink"/>
        </a:buClr>
        <a:buSzPct val="75000"/>
        <a:buFont typeface="Wingdings" panose="05000000000000000000" pitchFamily="2" charset="2"/>
        <a:buChar char="n"/>
        <a:defRPr sz="2800" b="1">
          <a:solidFill>
            <a:schemeClr val="tx1"/>
          </a:solidFill>
          <a:latin typeface="+mn-lt"/>
          <a:ea typeface="+mn-ea"/>
          <a:cs typeface="黑体" panose="02010609060101010101" pitchFamily="49" charset="-122"/>
        </a:defRPr>
      </a:lvl1pPr>
      <a:lvl2pPr marL="742950" indent="-285750" algn="l" rtl="0" eaLnBrk="0" fontAlgn="base" hangingPunct="0">
        <a:lnSpc>
          <a:spcPct val="110000"/>
        </a:lnSpc>
        <a:spcBef>
          <a:spcPct val="30000"/>
        </a:spcBef>
        <a:spcAft>
          <a:spcPct val="0"/>
        </a:spcAft>
        <a:buClr>
          <a:schemeClr val="hlink"/>
        </a:buClr>
        <a:buSzPct val="75000"/>
        <a:buFont typeface="Wingdings" panose="05000000000000000000" pitchFamily="2" charset="2"/>
        <a:buChar char="n"/>
        <a:defRPr sz="2400" b="1">
          <a:solidFill>
            <a:schemeClr val="tx1"/>
          </a:solidFill>
          <a:latin typeface="+mn-lt"/>
          <a:ea typeface="+mn-ea"/>
          <a:cs typeface="黑体" panose="02010609060101010101" pitchFamily="49" charset="-122"/>
        </a:defRPr>
      </a:lvl2pPr>
      <a:lvl3pPr marL="1143000" indent="-228600" algn="l" rtl="0" eaLnBrk="0" fontAlgn="base" hangingPunct="0">
        <a:lnSpc>
          <a:spcPct val="110000"/>
        </a:lnSpc>
        <a:spcBef>
          <a:spcPct val="30000"/>
        </a:spcBef>
        <a:spcAft>
          <a:spcPct val="0"/>
        </a:spcAft>
        <a:buClr>
          <a:schemeClr val="folHlink"/>
        </a:buClr>
        <a:buSzPct val="50000"/>
        <a:buFont typeface="Wingdings" panose="05000000000000000000" pitchFamily="2" charset="2"/>
        <a:buChar char="n"/>
        <a:defRPr sz="2400" b="1">
          <a:solidFill>
            <a:schemeClr val="tx1"/>
          </a:solidFill>
          <a:latin typeface="+mn-lt"/>
          <a:ea typeface="+mn-ea"/>
          <a:cs typeface="黑体" panose="02010609060101010101" pitchFamily="49" charset="-122"/>
        </a:defRPr>
      </a:lvl3pPr>
      <a:lvl4pPr marL="1600200" indent="-228600" algn="l" rtl="0" eaLnBrk="0" fontAlgn="base" hangingPunct="0">
        <a:lnSpc>
          <a:spcPct val="110000"/>
        </a:lnSpc>
        <a:spcBef>
          <a:spcPct val="30000"/>
        </a:spcBef>
        <a:spcAft>
          <a:spcPct val="0"/>
        </a:spcAft>
        <a:buClr>
          <a:schemeClr val="accent2"/>
        </a:buClr>
        <a:buSzPct val="55000"/>
        <a:buFont typeface="Wingdings" panose="05000000000000000000" pitchFamily="2" charset="2"/>
        <a:buChar char="n"/>
        <a:defRPr sz="2000" b="1">
          <a:solidFill>
            <a:schemeClr val="tx1"/>
          </a:solidFill>
          <a:latin typeface="+mn-lt"/>
          <a:ea typeface="+mn-ea"/>
          <a:cs typeface="黑体" panose="02010609060101010101" pitchFamily="49" charset="-122"/>
        </a:defRPr>
      </a:lvl4pPr>
      <a:lvl5pPr marL="2057400" indent="-228600" algn="l" rtl="0" eaLnBrk="0" fontAlgn="base" hangingPunct="0">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cs typeface="黑体" panose="02010609060101010101" pitchFamily="49" charset="-122"/>
        </a:defRPr>
      </a:lvl5pPr>
      <a:lvl6pPr marL="25146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441325"/>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441325"/>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86360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86360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790575"/>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333375"/>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1239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noChangeArrowheads="1"/>
          </p:cNvSpPr>
          <p:nvPr>
            <p:ph type="title"/>
          </p:nvPr>
        </p:nvSpPr>
        <p:spPr bwMode="auto">
          <a:xfrm>
            <a:off x="1150938" y="69850"/>
            <a:ext cx="7793038" cy="982663"/>
          </a:xfrm>
          <a:prstGeom prst="rect">
            <a:avLst/>
          </a:prstGeom>
          <a:noFill/>
          <a:ln>
            <a:noFill/>
          </a:ln>
          <a:effectLst>
            <a:outerShdw blurRad="63500" dist="12700" algn="ctr" rotWithShape="0">
              <a:schemeClr val="bg2">
                <a:alpha val="74997"/>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
            <a:pPr lvl="0" fontAlgn="base"/>
            <a:r>
              <a:rPr lang="zh-CN" altLang="en-US" strike="noStrike" noProof="1"/>
              <a:t>单击此处编辑母版标题样式</a:t>
            </a:r>
            <a:endParaRPr lang="zh-CN" altLang="en-US" strike="noStrike" noProof="1"/>
          </a:p>
        </p:txBody>
      </p:sp>
      <p:sp>
        <p:nvSpPr>
          <p:cNvPr id="1034" name="Rectangle 10"/>
          <p:cNvSpPr>
            <a:spLocks noGrp="1"/>
          </p:cNvSpPr>
          <p:nvPr>
            <p:ph type="body"/>
          </p:nvPr>
        </p:nvSpPr>
        <p:spPr>
          <a:xfrm>
            <a:off x="323850" y="1412875"/>
            <a:ext cx="8496300" cy="525621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5131"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0">
                <a:latin typeface="Tahom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32"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400" b="0"/>
            </a:lvl1pPr>
          </a:lstStyle>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ndParaRPr>
          </a:p>
        </p:txBody>
      </p:sp>
      <p:sp>
        <p:nvSpPr>
          <p:cNvPr id="5133"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C9D2CB70-BAA1-454A-847B-0CB7EB73C8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ransition>
    <p:wipe dir="r"/>
  </p:transition>
  <p:hf sldNum="0" hdr="0" ftr="0" dt="0"/>
  <p:txStyles>
    <p:titleStyle>
      <a:lvl1pPr algn="l" rtl="0" eaLnBrk="0" fontAlgn="base" hangingPunct="0">
        <a:spcBef>
          <a:spcPct val="0"/>
        </a:spcBef>
        <a:spcAft>
          <a:spcPct val="0"/>
        </a:spcAft>
        <a:defRPr sz="4400" b="1">
          <a:solidFill>
            <a:schemeClr val="tx2"/>
          </a:solidFill>
          <a:latin typeface="+mj-lt"/>
          <a:ea typeface="+mj-ea"/>
          <a:cs typeface="黑体" panose="02010609060101010101" pitchFamily="49" charset="-122"/>
        </a:defRPr>
      </a:lvl1pPr>
      <a:lvl2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5pPr>
      <a:lvl6pPr marL="4572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9pPr>
    </p:titleStyle>
    <p:bodyStyle>
      <a:lvl1pPr marL="342900" indent="-342900" algn="l" rtl="0" eaLnBrk="0" fontAlgn="base" hangingPunct="0">
        <a:lnSpc>
          <a:spcPct val="110000"/>
        </a:lnSpc>
        <a:spcBef>
          <a:spcPct val="30000"/>
        </a:spcBef>
        <a:spcAft>
          <a:spcPct val="0"/>
        </a:spcAft>
        <a:buClr>
          <a:schemeClr val="folHlink"/>
        </a:buClr>
        <a:buSzPct val="75000"/>
        <a:buFont typeface="Wingdings" panose="05000000000000000000" pitchFamily="2" charset="2"/>
        <a:buChar char="n"/>
        <a:defRPr sz="2800" b="1">
          <a:solidFill>
            <a:schemeClr val="tx1"/>
          </a:solidFill>
          <a:latin typeface="+mn-lt"/>
          <a:ea typeface="+mn-ea"/>
          <a:cs typeface="黑体" panose="02010609060101010101" pitchFamily="49" charset="-122"/>
        </a:defRPr>
      </a:lvl1pPr>
      <a:lvl2pPr marL="742950" indent="-285750" algn="l" rtl="0" eaLnBrk="0" fontAlgn="base" hangingPunct="0">
        <a:lnSpc>
          <a:spcPct val="110000"/>
        </a:lnSpc>
        <a:spcBef>
          <a:spcPct val="30000"/>
        </a:spcBef>
        <a:spcAft>
          <a:spcPct val="0"/>
        </a:spcAft>
        <a:buClr>
          <a:schemeClr val="hlink"/>
        </a:buClr>
        <a:buSzPct val="75000"/>
        <a:buFont typeface="Wingdings" panose="05000000000000000000" pitchFamily="2" charset="2"/>
        <a:buChar char="n"/>
        <a:defRPr sz="2400" b="1">
          <a:solidFill>
            <a:schemeClr val="tx1"/>
          </a:solidFill>
          <a:latin typeface="+mn-lt"/>
          <a:ea typeface="+mn-ea"/>
          <a:cs typeface="黑体" panose="02010609060101010101" pitchFamily="49" charset="-122"/>
        </a:defRPr>
      </a:lvl2pPr>
      <a:lvl3pPr marL="1143000" indent="-228600" algn="l" rtl="0" eaLnBrk="0" fontAlgn="base" hangingPunct="0">
        <a:lnSpc>
          <a:spcPct val="110000"/>
        </a:lnSpc>
        <a:spcBef>
          <a:spcPct val="30000"/>
        </a:spcBef>
        <a:spcAft>
          <a:spcPct val="0"/>
        </a:spcAft>
        <a:buClr>
          <a:schemeClr val="folHlink"/>
        </a:buClr>
        <a:buSzPct val="50000"/>
        <a:buFont typeface="Wingdings" panose="05000000000000000000" pitchFamily="2" charset="2"/>
        <a:buChar char="n"/>
        <a:defRPr sz="2400" b="1">
          <a:solidFill>
            <a:schemeClr val="tx1"/>
          </a:solidFill>
          <a:latin typeface="+mn-lt"/>
          <a:ea typeface="+mn-ea"/>
          <a:cs typeface="黑体" panose="02010609060101010101" pitchFamily="49" charset="-122"/>
        </a:defRPr>
      </a:lvl3pPr>
      <a:lvl4pPr marL="1600200" indent="-228600" algn="l" rtl="0" eaLnBrk="0" fontAlgn="base" hangingPunct="0">
        <a:lnSpc>
          <a:spcPct val="110000"/>
        </a:lnSpc>
        <a:spcBef>
          <a:spcPct val="30000"/>
        </a:spcBef>
        <a:spcAft>
          <a:spcPct val="0"/>
        </a:spcAft>
        <a:buClr>
          <a:schemeClr val="accent2"/>
        </a:buClr>
        <a:buSzPct val="55000"/>
        <a:buFont typeface="Wingdings" panose="05000000000000000000" pitchFamily="2" charset="2"/>
        <a:buChar char="n"/>
        <a:defRPr sz="2000" b="1">
          <a:solidFill>
            <a:schemeClr val="tx1"/>
          </a:solidFill>
          <a:latin typeface="+mn-lt"/>
          <a:ea typeface="+mn-ea"/>
          <a:cs typeface="黑体" panose="02010609060101010101" pitchFamily="49" charset="-122"/>
        </a:defRPr>
      </a:lvl4pPr>
      <a:lvl5pPr marL="2057400" indent="-228600" algn="l" rtl="0" eaLnBrk="0" fontAlgn="base" hangingPunct="0">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cs typeface="黑体" panose="02010609060101010101" pitchFamily="49" charset="-122"/>
        </a:defRPr>
      </a:lvl5pPr>
      <a:lvl6pPr marL="25146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4"/>
          </p:nvPr>
        </p:nvSpPr>
        <p:spPr/>
        <p:txBody>
          <a:bodyPr anchor="b"/>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solidFill>
                  <a:schemeClr val="bg2"/>
                </a:solidFill>
              </a:rPr>
            </a:fld>
            <a:endParaRPr lang="en-US" altLang="zh-CN" sz="1400" b="0" dirty="0">
              <a:solidFill>
                <a:schemeClr val="bg2"/>
              </a:solidFill>
            </a:endParaRPr>
          </a:p>
        </p:txBody>
      </p:sp>
      <p:sp>
        <p:nvSpPr>
          <p:cNvPr id="5" name="Rectangle 2"/>
          <p:cNvSpPr txBox="1">
            <a:spLocks noRot="1" noChangeArrowheads="1"/>
          </p:cNvSpPr>
          <p:nvPr/>
        </p:nvSpPr>
        <p:spPr bwMode="auto">
          <a:xfrm>
            <a:off x="1116013" y="2133600"/>
            <a:ext cx="4103688" cy="1143000"/>
          </a:xfrm>
          <a:prstGeom prst="rect">
            <a:avLst/>
          </a:prstGeom>
          <a:noFill/>
          <a:ln w="9525">
            <a:noFill/>
            <a:miter lim="800000"/>
          </a:ln>
          <a:effectLst/>
        </p:spPr>
        <p:txBody>
          <a:bodyPr anchor="ctr"/>
          <a:lstStyle/>
          <a:p>
            <a:pPr marR="0" algn="ctr" defTabSz="914400">
              <a:buClrTx/>
              <a:buSzTx/>
              <a:buFontTx/>
              <a:defRPr/>
            </a:pPr>
            <a:r>
              <a:rPr kumimoji="0" lang="zh-CN" altLang="en-US" sz="5400" kern="0" cap="none" spc="0" normalizeH="0" baseline="0" noProof="0" dirty="0">
                <a:solidFill>
                  <a:srgbClr val="0000CC"/>
                </a:solidFill>
                <a:effectLst>
                  <a:outerShdw blurRad="38100" dist="38100" dir="2700000" algn="tl">
                    <a:srgbClr val="000000"/>
                  </a:outerShdw>
                </a:effectLst>
                <a:latin typeface="+mj-lt"/>
                <a:ea typeface="+mj-ea"/>
                <a:cs typeface="+mj-cs"/>
              </a:rPr>
              <a:t>离散数学Ⅱ</a:t>
            </a:r>
            <a:endParaRPr kumimoji="0" lang="zh-CN" altLang="en-US" sz="5400" kern="0" cap="none" spc="0" normalizeH="0" baseline="0" noProof="0" dirty="0">
              <a:solidFill>
                <a:srgbClr val="0000CC"/>
              </a:solidFill>
              <a:effectLst>
                <a:outerShdw blurRad="38100" dist="38100" dir="2700000" algn="tl">
                  <a:srgbClr val="000000"/>
                </a:outerShdw>
              </a:effectLst>
              <a:latin typeface="+mj-lt"/>
              <a:ea typeface="+mj-ea"/>
              <a:cs typeface="+mj-cs"/>
            </a:endParaRPr>
          </a:p>
        </p:txBody>
      </p:sp>
      <p:sp>
        <p:nvSpPr>
          <p:cNvPr id="7" name="Rectangle 3"/>
          <p:cNvSpPr txBox="1">
            <a:spLocks noChangeArrowheads="1"/>
          </p:cNvSpPr>
          <p:nvPr/>
        </p:nvSpPr>
        <p:spPr bwMode="auto">
          <a:xfrm>
            <a:off x="4572000" y="3867150"/>
            <a:ext cx="4070350" cy="2376805"/>
          </a:xfrm>
          <a:prstGeom prst="rect">
            <a:avLst/>
          </a:prstGeom>
          <a:noFill/>
          <a:ln w="9525">
            <a:noFill/>
            <a:miter lim="800000"/>
          </a:ln>
        </p:spPr>
        <p:txBody>
          <a:bodyPr/>
          <a:lstStyle/>
          <a:p>
            <a:pPr marR="0" algn="ctr" defTabSz="914400" eaLnBrk="1" hangingPunct="1">
              <a:lnSpc>
                <a:spcPct val="110000"/>
              </a:lnSpc>
              <a:spcBef>
                <a:spcPct val="30000"/>
              </a:spcBef>
              <a:buClr>
                <a:schemeClr val="folHlink"/>
              </a:buClr>
              <a:buSzPct val="75000"/>
              <a:buFont typeface="Wingdings" panose="05000000000000000000" pitchFamily="2" charset="2"/>
              <a:defRPr/>
            </a:pPr>
            <a:r>
              <a:rPr kumimoji="0" lang="zh-CN" altLang="en-US" sz="2600" kern="0" cap="none" spc="0" normalizeH="0" baseline="0" noProof="0" dirty="0">
                <a:latin typeface="+mn-lt"/>
                <a:ea typeface="+mn-ea"/>
                <a:cs typeface="黑体" panose="02010609060101010101" pitchFamily="49" charset="-122"/>
              </a:rPr>
              <a:t>信息学部</a:t>
            </a:r>
            <a:r>
              <a:rPr kumimoji="0" lang="en-US" altLang="zh-CN" sz="2600" kern="0" cap="none" spc="0" normalizeH="0" baseline="0" noProof="0" dirty="0">
                <a:latin typeface="+mn-lt"/>
                <a:ea typeface="+mn-ea"/>
                <a:cs typeface="黑体" panose="02010609060101010101" pitchFamily="49" charset="-122"/>
              </a:rPr>
              <a:t>-</a:t>
            </a:r>
            <a:r>
              <a:rPr kumimoji="0" lang="zh-CN" altLang="en-US" sz="2600" kern="0" cap="none" spc="0" normalizeH="0" baseline="0" noProof="0" dirty="0">
                <a:latin typeface="+mn-lt"/>
                <a:ea typeface="+mn-ea"/>
                <a:cs typeface="黑体" panose="02010609060101010101" pitchFamily="49" charset="-122"/>
              </a:rPr>
              <a:t>计算机学院</a:t>
            </a:r>
            <a:endParaRPr kumimoji="0" lang="en-US" altLang="zh-CN" sz="2600" kern="0" cap="none" spc="0" normalizeH="0" baseline="0" noProof="0" dirty="0">
              <a:latin typeface="+mn-lt"/>
              <a:ea typeface="+mn-ea"/>
              <a:cs typeface="黑体" panose="02010609060101010101" pitchFamily="49" charset="-122"/>
            </a:endParaRPr>
          </a:p>
          <a:p>
            <a:pPr marR="0" algn="ctr" defTabSz="914400" eaLnBrk="1" hangingPunct="1">
              <a:lnSpc>
                <a:spcPct val="110000"/>
              </a:lnSpc>
              <a:spcBef>
                <a:spcPct val="30000"/>
              </a:spcBef>
              <a:buClr>
                <a:schemeClr val="folHlink"/>
              </a:buClr>
              <a:buSzPct val="75000"/>
              <a:buFont typeface="Wingdings" panose="05000000000000000000" pitchFamily="2" charset="2"/>
              <a:defRPr/>
            </a:pPr>
            <a:r>
              <a:rPr kumimoji="0" lang="zh-CN" altLang="en-US" sz="2600" kern="0" cap="none" spc="0" normalizeH="0" baseline="0" noProof="0" dirty="0">
                <a:latin typeface="+mn-lt"/>
                <a:ea typeface="+mn-ea"/>
                <a:cs typeface="黑体" panose="02010609060101010101" pitchFamily="49" charset="-122"/>
              </a:rPr>
              <a:t>曹媛</a:t>
            </a:r>
            <a:endParaRPr kumimoji="0" lang="en-US" altLang="zh-CN" sz="2600" kern="0" cap="none" spc="0" normalizeH="0" baseline="0" noProof="0" dirty="0">
              <a:latin typeface="+mn-lt"/>
              <a:ea typeface="+mn-ea"/>
              <a:cs typeface="黑体" panose="02010609060101010101" pitchFamily="49" charset="-122"/>
            </a:endParaRPr>
          </a:p>
          <a:p>
            <a:pPr marR="0" algn="ctr" defTabSz="914400" eaLnBrk="1" hangingPunct="1">
              <a:lnSpc>
                <a:spcPct val="110000"/>
              </a:lnSpc>
              <a:spcBef>
                <a:spcPct val="30000"/>
              </a:spcBef>
              <a:buClr>
                <a:schemeClr val="folHlink"/>
              </a:buClr>
              <a:buSzPct val="75000"/>
              <a:buFont typeface="Wingdings" panose="05000000000000000000" pitchFamily="2" charset="2"/>
              <a:defRPr/>
            </a:pPr>
            <a:r>
              <a:rPr kumimoji="0" lang="zh-CN" altLang="en-US" sz="2600" kern="0" cap="none" spc="0" normalizeH="0" baseline="0" noProof="0" dirty="0">
                <a:latin typeface="+mn-lt"/>
                <a:ea typeface="+mn-ea"/>
                <a:cs typeface="黑体" panose="02010609060101010101" pitchFamily="49" charset="-122"/>
              </a:rPr>
              <a:t>西海岸校区</a:t>
            </a:r>
            <a:r>
              <a:rPr kumimoji="0" lang="en-US" altLang="zh-CN" sz="2600" kern="0" cap="none" spc="0" normalizeH="0" baseline="0" noProof="0" dirty="0">
                <a:latin typeface="+mn-lt"/>
                <a:ea typeface="+mn-ea"/>
                <a:cs typeface="黑体" panose="02010609060101010101" pitchFamily="49" charset="-122"/>
              </a:rPr>
              <a:t>-</a:t>
            </a:r>
            <a:r>
              <a:rPr kumimoji="0" lang="zh-CN" altLang="en-US" sz="2600" kern="0" cap="none" spc="0" normalizeH="0" baseline="0" noProof="0" dirty="0">
                <a:latin typeface="+mn-lt"/>
                <a:ea typeface="+mn-ea"/>
                <a:cs typeface="黑体" panose="02010609060101010101" pitchFamily="49" charset="-122"/>
              </a:rPr>
              <a:t>计算机楼</a:t>
            </a:r>
            <a:r>
              <a:rPr kumimoji="0" lang="en-US" altLang="zh-CN" sz="2600" kern="0" cap="none" spc="0" normalizeH="0" baseline="0" noProof="0" dirty="0">
                <a:latin typeface="+mn-lt"/>
                <a:ea typeface="+mn-ea"/>
                <a:cs typeface="黑体" panose="02010609060101010101" pitchFamily="49" charset="-122"/>
              </a:rPr>
              <a:t>C407</a:t>
            </a:r>
            <a:endParaRPr kumimoji="0" lang="en-US" altLang="zh-CN" sz="2600" kern="0" cap="none" spc="0" normalizeH="0" baseline="0" noProof="0" dirty="0">
              <a:latin typeface="+mn-lt"/>
              <a:ea typeface="+mn-ea"/>
              <a:cs typeface="黑体" panose="02010609060101010101" pitchFamily="49" charset="-122"/>
            </a:endParaRPr>
          </a:p>
          <a:p>
            <a:pPr marR="0" algn="ctr" defTabSz="914400" eaLnBrk="1" hangingPunct="1">
              <a:lnSpc>
                <a:spcPct val="110000"/>
              </a:lnSpc>
              <a:spcBef>
                <a:spcPct val="30000"/>
              </a:spcBef>
              <a:buClr>
                <a:schemeClr val="folHlink"/>
              </a:buClr>
              <a:buSzPct val="75000"/>
              <a:buFont typeface="Wingdings" panose="05000000000000000000" pitchFamily="2" charset="2"/>
              <a:defRPr/>
            </a:pPr>
            <a:r>
              <a:rPr kumimoji="0" lang="en-US" altLang="zh-CN" sz="2600" kern="0" cap="none" spc="0" normalizeH="0" baseline="0" noProof="0" dirty="0">
                <a:latin typeface="+mn-lt"/>
                <a:ea typeface="+mn-ea"/>
                <a:cs typeface="黑体" panose="02010609060101010101" pitchFamily="49" charset="-122"/>
              </a:rPr>
              <a:t>cy8661@ouc.edu.cn</a:t>
            </a:r>
            <a:endParaRPr kumimoji="0" lang="zh-CN" altLang="en-US" sz="2600" kern="0" cap="none" spc="0" normalizeH="0" baseline="0" noProof="0" dirty="0">
              <a:latin typeface="+mn-lt"/>
              <a:ea typeface="+mn-ea"/>
              <a:cs typeface="黑体" panose="02010609060101010101" pitchFamily="49" charset="-122"/>
            </a:endParaRPr>
          </a:p>
        </p:txBody>
      </p:sp>
      <p:pic>
        <p:nvPicPr>
          <p:cNvPr id="9221" name="Picture 2" descr="C:\Users\lenovo\AppData\Roaming\Tencent\Users\905529423\QQ\WinTemp\RichOle\OBZPY]6@JZQ`OYQ$UL_J@QN.png"/>
          <p:cNvPicPr>
            <a:picLocks noChangeAspect="1"/>
          </p:cNvPicPr>
          <p:nvPr/>
        </p:nvPicPr>
        <p:blipFill>
          <a:blip r:embed="rId1"/>
          <a:stretch>
            <a:fillRect/>
          </a:stretch>
        </p:blipFill>
        <p:spPr>
          <a:xfrm>
            <a:off x="106363" y="188913"/>
            <a:ext cx="2952750" cy="792162"/>
          </a:xfrm>
          <a:prstGeom prst="rect">
            <a:avLst/>
          </a:prstGeom>
          <a:noFill/>
          <a:ln w="9525">
            <a:noFill/>
          </a:ln>
        </p:spPr>
      </p:pic>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pPr eaLnBrk="1" hangingPunct="1"/>
            <a:r>
              <a:rPr lang="zh-CN" altLang="en-US" b="0"/>
              <a:t>欧拉图</a:t>
            </a:r>
            <a:endParaRPr lang="zh-CN" altLang="en-US"/>
          </a:p>
        </p:txBody>
      </p:sp>
      <p:sp>
        <p:nvSpPr>
          <p:cNvPr id="5122" name="Rectangle 3"/>
          <p:cNvSpPr>
            <a:spLocks noGrp="1"/>
          </p:cNvSpPr>
          <p:nvPr>
            <p:ph idx="1"/>
          </p:nvPr>
        </p:nvSpPr>
        <p:spPr/>
        <p:txBody>
          <a:bodyPr vert="horz" wrap="square" lIns="91440" tIns="45720" rIns="91440" bIns="45720" anchor="t" anchorCtr="0"/>
          <a:p>
            <a:r>
              <a:rPr lang="zh-CN" altLang="en-US"/>
              <a:t>七桥问题</a:t>
            </a:r>
            <a:r>
              <a:rPr lang="en-US" altLang="zh-CN"/>
              <a:t>,</a:t>
            </a:r>
            <a:r>
              <a:rPr lang="zh-CN" altLang="en-US"/>
              <a:t>一笔画</a:t>
            </a:r>
            <a:r>
              <a:rPr lang="en-US" altLang="zh-CN"/>
              <a:t>,</a:t>
            </a:r>
            <a:r>
              <a:rPr lang="zh-CN" altLang="en-US"/>
              <a:t>欧拉通</a:t>
            </a:r>
            <a:r>
              <a:rPr lang="en-US" altLang="zh-CN"/>
              <a:t>(</a:t>
            </a:r>
            <a:r>
              <a:rPr lang="zh-CN" altLang="en-US"/>
              <a:t>回</a:t>
            </a:r>
            <a:r>
              <a:rPr lang="en-US" altLang="zh-CN"/>
              <a:t>)</a:t>
            </a:r>
            <a:r>
              <a:rPr lang="zh-CN" altLang="en-US"/>
              <a:t>路</a:t>
            </a:r>
            <a:r>
              <a:rPr lang="en-US" altLang="zh-CN"/>
              <a:t>,</a:t>
            </a:r>
            <a:r>
              <a:rPr lang="zh-CN" altLang="en-US"/>
              <a:t>欧拉图</a:t>
            </a:r>
            <a:endParaRPr lang="zh-CN" altLang="en-US"/>
          </a:p>
          <a:p>
            <a:r>
              <a:rPr lang="zh-CN" altLang="en-US"/>
              <a:t>判定欧拉图的充分必要条件</a:t>
            </a:r>
            <a:endParaRPr lang="zh-CN" altLang="en-US"/>
          </a:p>
          <a:p>
            <a:r>
              <a:rPr lang="zh-CN" altLang="en-US"/>
              <a:t>求欧拉回路的算法</a:t>
            </a:r>
            <a:endParaRPr lang="zh-CN" altLang="en-US"/>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七桥问题</a:t>
            </a:r>
            <a:endParaRPr lang="zh-CN" altLang="en-US" b="0"/>
          </a:p>
        </p:txBody>
      </p:sp>
      <p:sp>
        <p:nvSpPr>
          <p:cNvPr id="7170" name="Rectangle 3"/>
          <p:cNvSpPr>
            <a:spLocks noGrp="1"/>
          </p:cNvSpPr>
          <p:nvPr>
            <p:ph idx="1"/>
          </p:nvPr>
        </p:nvSpPr>
        <p:spPr/>
        <p:txBody>
          <a:bodyPr vert="horz" wrap="square" lIns="91440" tIns="45720" rIns="91440" bIns="45720" anchor="t" anchorCtr="0"/>
          <a:p>
            <a:r>
              <a:rPr lang="zh-CN" altLang="en-US"/>
              <a:t>普鲁士的哥尼斯堡镇（现名加里宁格勒，属于俄罗斯共和国）被普雷格尔河支流分成四部分：河两岸、河中心岛以及两条支流中间的部分，在</a:t>
            </a:r>
            <a:r>
              <a:rPr lang="en-US" altLang="zh-CN"/>
              <a:t>18</a:t>
            </a:r>
            <a:r>
              <a:rPr lang="zh-CN" altLang="en-US"/>
              <a:t>世纪这四部分用</a:t>
            </a:r>
            <a:r>
              <a:rPr lang="en-US" altLang="zh-CN"/>
              <a:t>7</a:t>
            </a:r>
            <a:r>
              <a:rPr lang="zh-CN" altLang="en-US"/>
              <a:t>座桥连接起来，如下图：</a:t>
            </a:r>
            <a:endParaRPr lang="zh-CN" altLang="en-US"/>
          </a:p>
        </p:txBody>
      </p:sp>
      <p:pic>
        <p:nvPicPr>
          <p:cNvPr id="5" name="Picture 11" descr="图7-4"/>
          <p:cNvPicPr>
            <a:picLocks noChangeAspect="1"/>
          </p:cNvPicPr>
          <p:nvPr/>
        </p:nvPicPr>
        <p:blipFill>
          <a:blip r:embed="rId1">
            <a:clrChange>
              <a:clrFrom>
                <a:srgbClr val="FFFFFF"/>
              </a:clrFrom>
              <a:clrTo>
                <a:srgbClr val="FFFFFF">
                  <a:alpha val="0"/>
                </a:srgbClr>
              </a:clrTo>
            </a:clrChange>
          </a:blip>
          <a:stretch>
            <a:fillRect/>
          </a:stretch>
        </p:blipFill>
        <p:spPr>
          <a:xfrm>
            <a:off x="1547813" y="3335338"/>
            <a:ext cx="4191000" cy="2757487"/>
          </a:xfrm>
          <a:prstGeom prst="rect">
            <a:avLst/>
          </a:prstGeom>
          <a:noFill/>
          <a:ln w="9525">
            <a:noFill/>
          </a:ln>
        </p:spPr>
      </p:pic>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000000"/>
                                          </p:val>
                                        </p:tav>
                                        <p:tav tm="100000">
                                          <p:val>
                                            <p:strVal val="#ppt_w"/>
                                          </p:val>
                                        </p:tav>
                                      </p:tavLst>
                                    </p:anim>
                                    <p:anim calcmode="lin" valueType="num">
                                      <p:cBhvr>
                                        <p:cTn id="8" dur="500" fill="hold"/>
                                        <p:tgtEl>
                                          <p:spTgt spid="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七桥问题</a:t>
            </a:r>
            <a:endParaRPr lang="zh-CN" altLang="en-US" b="0"/>
          </a:p>
        </p:txBody>
      </p:sp>
      <p:sp>
        <p:nvSpPr>
          <p:cNvPr id="9218" name="Rectangle 3"/>
          <p:cNvSpPr>
            <a:spLocks noGrp="1"/>
          </p:cNvSpPr>
          <p:nvPr>
            <p:ph idx="1"/>
          </p:nvPr>
        </p:nvSpPr>
        <p:spPr/>
        <p:txBody>
          <a:bodyPr vert="horz" wrap="square" lIns="91440" tIns="45720" rIns="91440" bIns="45720" anchor="t" anchorCtr="0"/>
          <a:p>
            <a:r>
              <a:rPr lang="zh-CN" altLang="en-US"/>
              <a:t>七桥问题</a:t>
            </a:r>
            <a:r>
              <a:rPr lang="en-US" altLang="zh-CN"/>
              <a:t>(Seven bridges of Königsberg problem): River Pregel, Kaliningrad,Russia</a:t>
            </a:r>
            <a:r>
              <a:rPr lang="zh-CN" altLang="en-US"/>
              <a:t>：镇上的人们想弄明白是否可能从镇里某个位置出发不重复的经过所有桥并且返回出发点。</a:t>
            </a:r>
            <a:endParaRPr lang="en-US" altLang="zh-CN"/>
          </a:p>
          <a:p>
            <a:endParaRPr lang="zh-CN" altLang="en-US"/>
          </a:p>
        </p:txBody>
      </p:sp>
      <p:pic>
        <p:nvPicPr>
          <p:cNvPr id="73739" name="Picture 11" descr="图7-4"/>
          <p:cNvPicPr>
            <a:picLocks noChangeAspect="1"/>
          </p:cNvPicPr>
          <p:nvPr/>
        </p:nvPicPr>
        <p:blipFill>
          <a:blip r:embed="rId1">
            <a:clrChange>
              <a:clrFrom>
                <a:srgbClr val="FFFFFF"/>
              </a:clrFrom>
              <a:clrTo>
                <a:srgbClr val="FFFFFF">
                  <a:alpha val="0"/>
                </a:srgbClr>
              </a:clrTo>
            </a:clrChange>
          </a:blip>
          <a:stretch>
            <a:fillRect/>
          </a:stretch>
        </p:blipFill>
        <p:spPr>
          <a:xfrm>
            <a:off x="1547813" y="3408363"/>
            <a:ext cx="4191000" cy="2757487"/>
          </a:xfrm>
          <a:prstGeom prst="rect">
            <a:avLst/>
          </a:prstGeom>
          <a:noFill/>
          <a:ln w="9525">
            <a:noFill/>
          </a:ln>
        </p:spPr>
      </p:pic>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3739"/>
                                        </p:tgtEl>
                                        <p:attrNameLst>
                                          <p:attrName>style.visibility</p:attrName>
                                        </p:attrNameLst>
                                      </p:cBhvr>
                                      <p:to>
                                        <p:strVal val="visible"/>
                                      </p:to>
                                    </p:set>
                                    <p:anim calcmode="lin" valueType="num">
                                      <p:cBhvr>
                                        <p:cTn id="7" dur="500" fill="hold"/>
                                        <p:tgtEl>
                                          <p:spTgt spid="73739"/>
                                        </p:tgtEl>
                                        <p:attrNameLst>
                                          <p:attrName>ppt_w</p:attrName>
                                        </p:attrNameLst>
                                      </p:cBhvr>
                                      <p:tavLst>
                                        <p:tav tm="0">
                                          <p:val>
                                            <p:fltVal val="0.000000"/>
                                          </p:val>
                                        </p:tav>
                                        <p:tav tm="100000">
                                          <p:val>
                                            <p:strVal val="#ppt_w"/>
                                          </p:val>
                                        </p:tav>
                                      </p:tavLst>
                                    </p:anim>
                                    <p:anim calcmode="lin" valueType="num">
                                      <p:cBhvr>
                                        <p:cTn id="8" dur="500" fill="hold"/>
                                        <p:tgtEl>
                                          <p:spTgt spid="7373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0" i="0" u="none" strike="noStrike" kern="0" cap="none" spc="0" normalizeH="0" baseline="0" noProof="0" smtClean="0">
                <a:ln>
                  <a:noFill/>
                </a:ln>
                <a:solidFill>
                  <a:schemeClr val="tx2"/>
                </a:solidFill>
                <a:effectLst/>
                <a:uLnTx/>
                <a:uFillTx/>
                <a:latin typeface="+mj-lt"/>
                <a:ea typeface="+mj-ea"/>
                <a:cs typeface="黑体" panose="02010609060101010101" pitchFamily="49" charset="-122"/>
              </a:rPr>
              <a:t>Leonhard Euler</a:t>
            </a:r>
            <a:endParaRPr kumimoji="0" lang="zh-CN" altLang="en-US" sz="4400" b="0" i="0" u="none" strike="noStrike" kern="0" cap="none" spc="0" normalizeH="0" baseline="0" noProof="0" smtClean="0">
              <a:ln>
                <a:noFill/>
              </a:ln>
              <a:solidFill>
                <a:schemeClr val="tx2"/>
              </a:solidFill>
              <a:effectLst/>
              <a:uLnTx/>
              <a:uFillTx/>
              <a:latin typeface="+mj-lt"/>
              <a:ea typeface="+mj-ea"/>
              <a:cs typeface="黑体" panose="02010609060101010101" pitchFamily="49" charset="-122"/>
            </a:endParaRPr>
          </a:p>
        </p:txBody>
      </p:sp>
      <p:sp>
        <p:nvSpPr>
          <p:cNvPr id="11266" name="Rectangle 3"/>
          <p:cNvSpPr>
            <a:spLocks noGrp="1"/>
          </p:cNvSpPr>
          <p:nvPr>
            <p:ph idx="1"/>
          </p:nvPr>
        </p:nvSpPr>
        <p:spPr/>
        <p:txBody>
          <a:bodyPr vert="horz" wrap="square" lIns="91440" tIns="45720" rIns="91440" bIns="45720" anchor="t" anchorCtr="0"/>
          <a:p>
            <a:r>
              <a:rPr lang="en-US" altLang="zh-CN"/>
              <a:t>Leonhard Euler(1707~1783)</a:t>
            </a:r>
            <a:r>
              <a:rPr lang="zh-CN" altLang="en-US"/>
              <a:t>于</a:t>
            </a:r>
            <a:r>
              <a:rPr lang="en-US" altLang="zh-CN"/>
              <a:t>1736</a:t>
            </a:r>
            <a:r>
              <a:rPr lang="zh-CN" altLang="en-US"/>
              <a:t>年</a:t>
            </a:r>
            <a:endParaRPr lang="en-US" altLang="zh-CN"/>
          </a:p>
          <a:p>
            <a:pPr>
              <a:buNone/>
            </a:pPr>
            <a:r>
              <a:rPr lang="zh-CN" altLang="en-US"/>
              <a:t>发表了他的解答，这也许是人们第一次</a:t>
            </a:r>
            <a:endParaRPr lang="en-US" altLang="zh-CN"/>
          </a:p>
          <a:p>
            <a:pPr>
              <a:buNone/>
            </a:pPr>
            <a:r>
              <a:rPr lang="zh-CN" altLang="en-US"/>
              <a:t>使用图论</a:t>
            </a:r>
            <a:r>
              <a:rPr lang="en-US" altLang="zh-CN"/>
              <a:t>.</a:t>
            </a:r>
            <a:r>
              <a:rPr lang="zh-CN" altLang="en-US"/>
              <a:t>欧拉将问题抽象成一个多重图，问题变为：在这个多重中是否存在包含所有边的简单回路？</a:t>
            </a:r>
            <a:endParaRPr lang="zh-CN" altLang="en-US"/>
          </a:p>
          <a:p>
            <a:endParaRPr lang="zh-CN" altLang="en-US"/>
          </a:p>
        </p:txBody>
      </p:sp>
      <p:pic>
        <p:nvPicPr>
          <p:cNvPr id="11267" name="Picture 4"/>
          <p:cNvPicPr>
            <a:picLocks noChangeAspect="1"/>
          </p:cNvPicPr>
          <p:nvPr/>
        </p:nvPicPr>
        <p:blipFill>
          <a:blip r:embed="rId1">
            <a:lum contrast="6000"/>
          </a:blip>
          <a:stretch>
            <a:fillRect/>
          </a:stretch>
        </p:blipFill>
        <p:spPr>
          <a:xfrm rot="5400000">
            <a:off x="6545263" y="179388"/>
            <a:ext cx="2592387" cy="2232025"/>
          </a:xfrm>
          <a:prstGeom prst="rect">
            <a:avLst/>
          </a:prstGeom>
          <a:noFill/>
          <a:ln w="9525">
            <a:noFill/>
          </a:ln>
        </p:spPr>
      </p:pic>
      <p:pic>
        <p:nvPicPr>
          <p:cNvPr id="74763" name="Picture 11" descr="图7-4"/>
          <p:cNvPicPr>
            <a:picLocks noChangeAspect="1"/>
          </p:cNvPicPr>
          <p:nvPr/>
        </p:nvPicPr>
        <p:blipFill>
          <a:blip r:embed="rId2">
            <a:clrChange>
              <a:clrFrom>
                <a:srgbClr val="FFFFFF"/>
              </a:clrFrom>
              <a:clrTo>
                <a:srgbClr val="FFFFFF">
                  <a:alpha val="0"/>
                </a:srgbClr>
              </a:clrTo>
            </a:clrChange>
          </a:blip>
          <a:stretch>
            <a:fillRect/>
          </a:stretch>
        </p:blipFill>
        <p:spPr>
          <a:xfrm>
            <a:off x="323850" y="4092575"/>
            <a:ext cx="3457575" cy="2274888"/>
          </a:xfrm>
          <a:prstGeom prst="rect">
            <a:avLst/>
          </a:prstGeom>
          <a:noFill/>
          <a:ln w="9525">
            <a:noFill/>
          </a:ln>
        </p:spPr>
      </p:pic>
      <p:pic>
        <p:nvPicPr>
          <p:cNvPr id="74764" name="Picture 12" descr="图7-4"/>
          <p:cNvPicPr>
            <a:picLocks noChangeAspect="1"/>
          </p:cNvPicPr>
          <p:nvPr/>
        </p:nvPicPr>
        <p:blipFill>
          <a:blip r:embed="rId3">
            <a:clrChange>
              <a:clrFrom>
                <a:srgbClr val="FFFFFF"/>
              </a:clrFrom>
              <a:clrTo>
                <a:srgbClr val="FFFFFF">
                  <a:alpha val="0"/>
                </a:srgbClr>
              </a:clrTo>
            </a:clrChange>
          </a:blip>
          <a:stretch>
            <a:fillRect/>
          </a:stretch>
        </p:blipFill>
        <p:spPr>
          <a:xfrm>
            <a:off x="3924300" y="3805238"/>
            <a:ext cx="3429000" cy="2647950"/>
          </a:xfrm>
          <a:prstGeom prst="rect">
            <a:avLst/>
          </a:prstGeom>
          <a:noFill/>
          <a:ln w="9525">
            <a:noFill/>
          </a:ln>
        </p:spPr>
      </p:pic>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4763"/>
                                        </p:tgtEl>
                                        <p:attrNameLst>
                                          <p:attrName>style.visibility</p:attrName>
                                        </p:attrNameLst>
                                      </p:cBhvr>
                                      <p:to>
                                        <p:strVal val="visible"/>
                                      </p:to>
                                    </p:set>
                                    <p:anim calcmode="lin" valueType="num">
                                      <p:cBhvr>
                                        <p:cTn id="7" dur="500" fill="hold"/>
                                        <p:tgtEl>
                                          <p:spTgt spid="74763"/>
                                        </p:tgtEl>
                                        <p:attrNameLst>
                                          <p:attrName>ppt_w</p:attrName>
                                        </p:attrNameLst>
                                      </p:cBhvr>
                                      <p:tavLst>
                                        <p:tav tm="0">
                                          <p:val>
                                            <p:fltVal val="0.000000"/>
                                          </p:val>
                                        </p:tav>
                                        <p:tav tm="100000">
                                          <p:val>
                                            <p:strVal val="#ppt_w"/>
                                          </p:val>
                                        </p:tav>
                                      </p:tavLst>
                                    </p:anim>
                                    <p:anim calcmode="lin" valueType="num">
                                      <p:cBhvr>
                                        <p:cTn id="8" dur="500" fill="hold"/>
                                        <p:tgtEl>
                                          <p:spTgt spid="74763"/>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74764"/>
                                        </p:tgtEl>
                                        <p:attrNameLst>
                                          <p:attrName>style.visibility</p:attrName>
                                        </p:attrNameLst>
                                      </p:cBhvr>
                                      <p:to>
                                        <p:strVal val="visible"/>
                                      </p:to>
                                    </p:set>
                                    <p:anim calcmode="lin" valueType="num">
                                      <p:cBhvr>
                                        <p:cTn id="13" dur="500" fill="hold"/>
                                        <p:tgtEl>
                                          <p:spTgt spid="74764"/>
                                        </p:tgtEl>
                                        <p:attrNameLst>
                                          <p:attrName>ppt_w</p:attrName>
                                        </p:attrNameLst>
                                      </p:cBhvr>
                                      <p:tavLst>
                                        <p:tav tm="0">
                                          <p:val>
                                            <p:fltVal val="0.000000"/>
                                          </p:val>
                                        </p:tav>
                                        <p:tav tm="100000">
                                          <p:val>
                                            <p:strVal val="#ppt_w"/>
                                          </p:val>
                                        </p:tav>
                                      </p:tavLst>
                                    </p:anim>
                                    <p:anim calcmode="lin" valueType="num">
                                      <p:cBhvr>
                                        <p:cTn id="14" dur="500" fill="hold"/>
                                        <p:tgtEl>
                                          <p:spTgt spid="7476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一笔画问题</a:t>
            </a:r>
            <a:endParaRPr lang="zh-CN" altLang="en-US" b="0"/>
          </a:p>
        </p:txBody>
      </p:sp>
      <p:sp>
        <p:nvSpPr>
          <p:cNvPr id="12290" name="Rectangle 3"/>
          <p:cNvSpPr>
            <a:spLocks noGrp="1"/>
          </p:cNvSpPr>
          <p:nvPr>
            <p:ph idx="1"/>
          </p:nvPr>
        </p:nvSpPr>
        <p:spPr>
          <a:xfrm>
            <a:off x="0" y="1412875"/>
            <a:ext cx="8496300" cy="1800225"/>
          </a:xfrm>
        </p:spPr>
        <p:txBody>
          <a:bodyPr vert="horz" wrap="square" lIns="91440" tIns="45720" rIns="91440" bIns="45720" anchor="t" anchorCtr="0"/>
          <a:p>
            <a:r>
              <a:rPr lang="zh-CN" altLang="en-US"/>
              <a:t>“一笔画”指笔不离开纸，而且每条线都只画一次不准重复而画成的图形</a:t>
            </a:r>
            <a:r>
              <a:rPr lang="en-US" altLang="zh-CN"/>
              <a:t>.</a:t>
            </a:r>
            <a:endParaRPr lang="en-US" altLang="zh-CN"/>
          </a:p>
          <a:p>
            <a:r>
              <a:rPr lang="zh-CN" altLang="en-US"/>
              <a:t>你能用一笔画出下列图形吗？</a:t>
            </a:r>
            <a:endParaRPr lang="zh-CN" altLang="en-US"/>
          </a:p>
        </p:txBody>
      </p:sp>
      <p:grpSp>
        <p:nvGrpSpPr>
          <p:cNvPr id="12291" name="组合 50"/>
          <p:cNvGrpSpPr/>
          <p:nvPr/>
        </p:nvGrpSpPr>
        <p:grpSpPr>
          <a:xfrm>
            <a:off x="1944370" y="3141028"/>
            <a:ext cx="1871663" cy="1295400"/>
            <a:chOff x="827584" y="2708920"/>
            <a:chExt cx="936104" cy="648072"/>
          </a:xfrm>
        </p:grpSpPr>
        <p:cxnSp>
          <p:nvCxnSpPr>
            <p:cNvPr id="12292" name="直接连接符 41"/>
            <p:cNvCxnSpPr/>
            <p:nvPr/>
          </p:nvCxnSpPr>
          <p:spPr>
            <a:xfrm>
              <a:off x="1331640" y="2708920"/>
              <a:ext cx="432048" cy="0"/>
            </a:xfrm>
            <a:prstGeom prst="line">
              <a:avLst/>
            </a:prstGeom>
            <a:ln w="28575" cap="flat" cmpd="sng">
              <a:solidFill>
                <a:schemeClr val="tx1"/>
              </a:solidFill>
              <a:prstDash val="solid"/>
              <a:round/>
              <a:headEnd type="none" w="med" len="med"/>
              <a:tailEnd type="none" w="med" len="med"/>
            </a:ln>
          </p:spPr>
        </p:cxnSp>
        <p:cxnSp>
          <p:nvCxnSpPr>
            <p:cNvPr id="12293" name="直接连接符 43"/>
            <p:cNvCxnSpPr/>
            <p:nvPr/>
          </p:nvCxnSpPr>
          <p:spPr>
            <a:xfrm>
              <a:off x="1331640" y="2708920"/>
              <a:ext cx="0" cy="648072"/>
            </a:xfrm>
            <a:prstGeom prst="line">
              <a:avLst/>
            </a:prstGeom>
            <a:ln w="28575" cap="flat" cmpd="sng">
              <a:solidFill>
                <a:schemeClr val="tx1"/>
              </a:solidFill>
              <a:prstDash val="solid"/>
              <a:round/>
              <a:headEnd type="none" w="med" len="med"/>
              <a:tailEnd type="none" w="med" len="med"/>
            </a:ln>
          </p:spPr>
        </p:cxnSp>
        <p:cxnSp>
          <p:nvCxnSpPr>
            <p:cNvPr id="12294" name="直接连接符 45"/>
            <p:cNvCxnSpPr/>
            <p:nvPr/>
          </p:nvCxnSpPr>
          <p:spPr>
            <a:xfrm>
              <a:off x="827584" y="3356992"/>
              <a:ext cx="504056" cy="0"/>
            </a:xfrm>
            <a:prstGeom prst="line">
              <a:avLst/>
            </a:prstGeom>
            <a:ln w="28575" cap="flat" cmpd="sng">
              <a:solidFill>
                <a:schemeClr val="tx1"/>
              </a:solidFill>
              <a:prstDash val="solid"/>
              <a:round/>
              <a:headEnd type="none" w="med" len="med"/>
              <a:tailEnd type="none" w="med" len="med"/>
            </a:ln>
          </p:spPr>
        </p:cxnSp>
        <p:cxnSp>
          <p:nvCxnSpPr>
            <p:cNvPr id="12295" name="直接连接符 46"/>
            <p:cNvCxnSpPr/>
            <p:nvPr/>
          </p:nvCxnSpPr>
          <p:spPr>
            <a:xfrm>
              <a:off x="827584" y="2996952"/>
              <a:ext cx="504056" cy="0"/>
            </a:xfrm>
            <a:prstGeom prst="line">
              <a:avLst/>
            </a:prstGeom>
            <a:ln w="28575" cap="flat" cmpd="sng">
              <a:solidFill>
                <a:schemeClr val="tx1"/>
              </a:solidFill>
              <a:prstDash val="solid"/>
              <a:round/>
              <a:headEnd type="none" w="med" len="med"/>
              <a:tailEnd type="none" w="med" len="med"/>
            </a:ln>
          </p:spPr>
        </p:cxnSp>
        <p:cxnSp>
          <p:nvCxnSpPr>
            <p:cNvPr id="12296" name="直接连接符 48"/>
            <p:cNvCxnSpPr/>
            <p:nvPr/>
          </p:nvCxnSpPr>
          <p:spPr>
            <a:xfrm>
              <a:off x="827584" y="2996952"/>
              <a:ext cx="0" cy="360040"/>
            </a:xfrm>
            <a:prstGeom prst="line">
              <a:avLst/>
            </a:prstGeom>
            <a:ln w="28575" cap="flat" cmpd="sng">
              <a:solidFill>
                <a:schemeClr val="tx1"/>
              </a:solidFill>
              <a:prstDash val="solid"/>
              <a:round/>
              <a:headEnd type="none" w="med" len="med"/>
              <a:tailEnd type="none" w="med" len="med"/>
            </a:ln>
          </p:spPr>
        </p:cxnSp>
      </p:grpSp>
      <p:grpSp>
        <p:nvGrpSpPr>
          <p:cNvPr id="12297" name="组合 62"/>
          <p:cNvGrpSpPr/>
          <p:nvPr/>
        </p:nvGrpSpPr>
        <p:grpSpPr>
          <a:xfrm>
            <a:off x="5807710" y="4868863"/>
            <a:ext cx="1631950" cy="1728787"/>
            <a:chOff x="3491880" y="2636912"/>
            <a:chExt cx="1224136" cy="1296144"/>
          </a:xfrm>
        </p:grpSpPr>
        <p:cxnSp>
          <p:nvCxnSpPr>
            <p:cNvPr id="12298" name="直接连接符 52"/>
            <p:cNvCxnSpPr/>
            <p:nvPr/>
          </p:nvCxnSpPr>
          <p:spPr>
            <a:xfrm>
              <a:off x="4139952" y="2636912"/>
              <a:ext cx="576064" cy="648072"/>
            </a:xfrm>
            <a:prstGeom prst="line">
              <a:avLst/>
            </a:prstGeom>
            <a:ln w="19050" cap="flat" cmpd="sng">
              <a:solidFill>
                <a:schemeClr val="tx1"/>
              </a:solidFill>
              <a:prstDash val="solid"/>
              <a:round/>
              <a:headEnd type="none" w="med" len="med"/>
              <a:tailEnd type="none" w="med" len="med"/>
            </a:ln>
          </p:spPr>
        </p:cxnSp>
        <p:cxnSp>
          <p:nvCxnSpPr>
            <p:cNvPr id="12299" name="直接连接符 56"/>
            <p:cNvCxnSpPr/>
            <p:nvPr/>
          </p:nvCxnSpPr>
          <p:spPr>
            <a:xfrm>
              <a:off x="4139952" y="2636912"/>
              <a:ext cx="0" cy="1296144"/>
            </a:xfrm>
            <a:prstGeom prst="line">
              <a:avLst/>
            </a:prstGeom>
            <a:ln w="19050" cap="flat" cmpd="sng">
              <a:solidFill>
                <a:schemeClr val="tx1"/>
              </a:solidFill>
              <a:prstDash val="solid"/>
              <a:round/>
              <a:headEnd type="none" w="med" len="med"/>
              <a:tailEnd type="none" w="med" len="med"/>
            </a:ln>
          </p:spPr>
        </p:cxnSp>
        <p:cxnSp>
          <p:nvCxnSpPr>
            <p:cNvPr id="12300" name="直接连接符 58"/>
            <p:cNvCxnSpPr/>
            <p:nvPr/>
          </p:nvCxnSpPr>
          <p:spPr>
            <a:xfrm flipH="1">
              <a:off x="3491880" y="3284984"/>
              <a:ext cx="1224136" cy="0"/>
            </a:xfrm>
            <a:prstGeom prst="line">
              <a:avLst/>
            </a:prstGeom>
            <a:ln w="19050" cap="flat" cmpd="sng">
              <a:solidFill>
                <a:schemeClr val="tx1"/>
              </a:solidFill>
              <a:prstDash val="solid"/>
              <a:round/>
              <a:headEnd type="none" w="med" len="med"/>
              <a:tailEnd type="none" w="med" len="med"/>
            </a:ln>
          </p:spPr>
        </p:cxnSp>
        <p:cxnSp>
          <p:nvCxnSpPr>
            <p:cNvPr id="12301" name="直接连接符 60"/>
            <p:cNvCxnSpPr/>
            <p:nvPr/>
          </p:nvCxnSpPr>
          <p:spPr>
            <a:xfrm>
              <a:off x="3491880" y="3284984"/>
              <a:ext cx="648072" cy="648072"/>
            </a:xfrm>
            <a:prstGeom prst="line">
              <a:avLst/>
            </a:prstGeom>
            <a:ln w="19050" cap="flat" cmpd="sng">
              <a:solidFill>
                <a:schemeClr val="tx1"/>
              </a:solidFill>
              <a:prstDash val="solid"/>
              <a:round/>
              <a:headEnd type="none" w="med" len="med"/>
              <a:tailEnd type="none" w="med" len="med"/>
            </a:ln>
          </p:spPr>
        </p:cxnSp>
      </p:grpSp>
      <p:grpSp>
        <p:nvGrpSpPr>
          <p:cNvPr id="12302" name="组合 74"/>
          <p:cNvGrpSpPr/>
          <p:nvPr/>
        </p:nvGrpSpPr>
        <p:grpSpPr>
          <a:xfrm>
            <a:off x="6011863" y="2997518"/>
            <a:ext cx="1223962" cy="1511300"/>
            <a:chOff x="6660232" y="2636912"/>
            <a:chExt cx="1224136" cy="1512168"/>
          </a:xfrm>
        </p:grpSpPr>
        <p:cxnSp>
          <p:nvCxnSpPr>
            <p:cNvPr id="12303" name="直接连接符 64"/>
            <p:cNvCxnSpPr/>
            <p:nvPr/>
          </p:nvCxnSpPr>
          <p:spPr>
            <a:xfrm flipH="1">
              <a:off x="6660232" y="2636912"/>
              <a:ext cx="576064" cy="576064"/>
            </a:xfrm>
            <a:prstGeom prst="line">
              <a:avLst/>
            </a:prstGeom>
            <a:ln w="19050" cap="flat" cmpd="sng">
              <a:solidFill>
                <a:schemeClr val="tx1"/>
              </a:solidFill>
              <a:prstDash val="solid"/>
              <a:round/>
              <a:headEnd type="none" w="med" len="med"/>
              <a:tailEnd type="none" w="med" len="med"/>
            </a:ln>
          </p:spPr>
        </p:cxnSp>
        <p:cxnSp>
          <p:nvCxnSpPr>
            <p:cNvPr id="12304" name="直接连接符 66"/>
            <p:cNvCxnSpPr/>
            <p:nvPr/>
          </p:nvCxnSpPr>
          <p:spPr>
            <a:xfrm>
              <a:off x="7236296" y="2636912"/>
              <a:ext cx="648072" cy="576064"/>
            </a:xfrm>
            <a:prstGeom prst="line">
              <a:avLst/>
            </a:prstGeom>
            <a:ln w="19050" cap="flat" cmpd="sng">
              <a:solidFill>
                <a:schemeClr val="tx1"/>
              </a:solidFill>
              <a:prstDash val="solid"/>
              <a:round/>
              <a:headEnd type="none" w="med" len="med"/>
              <a:tailEnd type="none" w="med" len="med"/>
            </a:ln>
          </p:spPr>
        </p:cxnSp>
        <p:cxnSp>
          <p:nvCxnSpPr>
            <p:cNvPr id="12305" name="直接连接符 68"/>
            <p:cNvCxnSpPr/>
            <p:nvPr/>
          </p:nvCxnSpPr>
          <p:spPr>
            <a:xfrm>
              <a:off x="6660232" y="3212976"/>
              <a:ext cx="1224136" cy="0"/>
            </a:xfrm>
            <a:prstGeom prst="line">
              <a:avLst/>
            </a:prstGeom>
            <a:ln w="19050" cap="flat" cmpd="sng">
              <a:solidFill>
                <a:schemeClr val="tx1"/>
              </a:solidFill>
              <a:prstDash val="solid"/>
              <a:round/>
              <a:headEnd type="none" w="med" len="med"/>
              <a:tailEnd type="none" w="med" len="med"/>
            </a:ln>
          </p:spPr>
        </p:cxnSp>
        <p:cxnSp>
          <p:nvCxnSpPr>
            <p:cNvPr id="12306" name="直接连接符 71"/>
            <p:cNvCxnSpPr/>
            <p:nvPr/>
          </p:nvCxnSpPr>
          <p:spPr>
            <a:xfrm>
              <a:off x="6660232" y="3212976"/>
              <a:ext cx="0" cy="936104"/>
            </a:xfrm>
            <a:prstGeom prst="line">
              <a:avLst/>
            </a:prstGeom>
            <a:ln w="19050" cap="flat" cmpd="sng">
              <a:solidFill>
                <a:schemeClr val="tx1"/>
              </a:solidFill>
              <a:prstDash val="solid"/>
              <a:round/>
              <a:headEnd type="none" w="med" len="med"/>
              <a:tailEnd type="none" w="med" len="med"/>
            </a:ln>
          </p:spPr>
        </p:cxnSp>
        <p:cxnSp>
          <p:nvCxnSpPr>
            <p:cNvPr id="12307" name="直接连接符 72"/>
            <p:cNvCxnSpPr/>
            <p:nvPr/>
          </p:nvCxnSpPr>
          <p:spPr>
            <a:xfrm>
              <a:off x="7884368" y="3212976"/>
              <a:ext cx="0" cy="936104"/>
            </a:xfrm>
            <a:prstGeom prst="line">
              <a:avLst/>
            </a:prstGeom>
            <a:ln w="19050" cap="flat" cmpd="sng">
              <a:solidFill>
                <a:schemeClr val="tx1"/>
              </a:solidFill>
              <a:prstDash val="solid"/>
              <a:round/>
              <a:headEnd type="none" w="med" len="med"/>
              <a:tailEnd type="none" w="med" len="med"/>
            </a:ln>
          </p:spPr>
        </p:cxnSp>
        <p:cxnSp>
          <p:nvCxnSpPr>
            <p:cNvPr id="12308" name="直接连接符 73"/>
            <p:cNvCxnSpPr/>
            <p:nvPr/>
          </p:nvCxnSpPr>
          <p:spPr>
            <a:xfrm>
              <a:off x="6660232" y="4149080"/>
              <a:ext cx="1224136" cy="0"/>
            </a:xfrm>
            <a:prstGeom prst="line">
              <a:avLst/>
            </a:prstGeom>
            <a:ln w="19050" cap="flat" cmpd="sng">
              <a:solidFill>
                <a:schemeClr val="tx1"/>
              </a:solidFill>
              <a:prstDash val="solid"/>
              <a:round/>
              <a:headEnd type="none" w="med" len="med"/>
              <a:tailEnd type="none" w="med" len="med"/>
            </a:ln>
          </p:spPr>
        </p:cxnSp>
      </p:grpSp>
      <p:grpSp>
        <p:nvGrpSpPr>
          <p:cNvPr id="12309" name="组合 106"/>
          <p:cNvGrpSpPr/>
          <p:nvPr/>
        </p:nvGrpSpPr>
        <p:grpSpPr>
          <a:xfrm>
            <a:off x="1907223" y="4797108"/>
            <a:ext cx="2052637" cy="1728787"/>
            <a:chOff x="827584" y="4581128"/>
            <a:chExt cx="1368152" cy="1152128"/>
          </a:xfrm>
        </p:grpSpPr>
        <p:cxnSp>
          <p:nvCxnSpPr>
            <p:cNvPr id="12310" name="直接连接符 77"/>
            <p:cNvCxnSpPr/>
            <p:nvPr/>
          </p:nvCxnSpPr>
          <p:spPr>
            <a:xfrm flipH="1">
              <a:off x="1043608" y="4581128"/>
              <a:ext cx="432048" cy="1152128"/>
            </a:xfrm>
            <a:prstGeom prst="line">
              <a:avLst/>
            </a:prstGeom>
            <a:ln w="19050" cap="flat" cmpd="sng">
              <a:solidFill>
                <a:schemeClr val="tx1"/>
              </a:solidFill>
              <a:prstDash val="solid"/>
              <a:round/>
              <a:headEnd type="none" w="med" len="med"/>
              <a:tailEnd type="none" w="med" len="med"/>
            </a:ln>
          </p:spPr>
        </p:cxnSp>
        <p:cxnSp>
          <p:nvCxnSpPr>
            <p:cNvPr id="12311" name="直接连接符 80"/>
            <p:cNvCxnSpPr/>
            <p:nvPr/>
          </p:nvCxnSpPr>
          <p:spPr>
            <a:xfrm>
              <a:off x="1475656" y="4581128"/>
              <a:ext cx="504056" cy="1152128"/>
            </a:xfrm>
            <a:prstGeom prst="line">
              <a:avLst/>
            </a:prstGeom>
            <a:ln w="19050" cap="flat" cmpd="sng">
              <a:solidFill>
                <a:schemeClr val="tx1"/>
              </a:solidFill>
              <a:prstDash val="solid"/>
              <a:round/>
              <a:headEnd type="none" w="med" len="med"/>
              <a:tailEnd type="none" w="med" len="med"/>
            </a:ln>
          </p:spPr>
        </p:cxnSp>
        <p:cxnSp>
          <p:nvCxnSpPr>
            <p:cNvPr id="12312" name="直接连接符 82"/>
            <p:cNvCxnSpPr/>
            <p:nvPr/>
          </p:nvCxnSpPr>
          <p:spPr>
            <a:xfrm>
              <a:off x="827584" y="5013176"/>
              <a:ext cx="1368152" cy="0"/>
            </a:xfrm>
            <a:prstGeom prst="line">
              <a:avLst/>
            </a:prstGeom>
            <a:ln w="19050" cap="flat" cmpd="sng">
              <a:solidFill>
                <a:schemeClr val="tx1"/>
              </a:solidFill>
              <a:prstDash val="solid"/>
              <a:round/>
              <a:headEnd type="none" w="med" len="med"/>
              <a:tailEnd type="none" w="med" len="med"/>
            </a:ln>
          </p:spPr>
        </p:cxnSp>
        <p:cxnSp>
          <p:nvCxnSpPr>
            <p:cNvPr id="12313" name="直接连接符 84"/>
            <p:cNvCxnSpPr/>
            <p:nvPr/>
          </p:nvCxnSpPr>
          <p:spPr>
            <a:xfrm>
              <a:off x="827584" y="5013176"/>
              <a:ext cx="1152128" cy="720080"/>
            </a:xfrm>
            <a:prstGeom prst="line">
              <a:avLst/>
            </a:prstGeom>
            <a:ln w="19050" cap="flat" cmpd="sng">
              <a:solidFill>
                <a:schemeClr val="tx1"/>
              </a:solidFill>
              <a:prstDash val="solid"/>
              <a:round/>
              <a:headEnd type="none" w="med" len="med"/>
              <a:tailEnd type="none" w="med" len="med"/>
            </a:ln>
          </p:spPr>
        </p:cxnSp>
        <p:cxnSp>
          <p:nvCxnSpPr>
            <p:cNvPr id="12314" name="直接连接符 86"/>
            <p:cNvCxnSpPr/>
            <p:nvPr/>
          </p:nvCxnSpPr>
          <p:spPr>
            <a:xfrm flipV="1">
              <a:off x="1043608" y="5013176"/>
              <a:ext cx="1152128" cy="720080"/>
            </a:xfrm>
            <a:prstGeom prst="line">
              <a:avLst/>
            </a:prstGeom>
            <a:ln w="19050" cap="flat" cmpd="sng">
              <a:solidFill>
                <a:schemeClr val="tx1"/>
              </a:solidFill>
              <a:prstDash val="solid"/>
              <a:round/>
              <a:headEnd type="none" w="med" len="med"/>
              <a:tailEnd type="none" w="med" len="med"/>
            </a:ln>
          </p:spPr>
        </p:cxn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一笔画问题</a:t>
            </a:r>
            <a:endParaRPr lang="zh-CN" altLang="en-US" b="0"/>
          </a:p>
        </p:txBody>
      </p:sp>
      <p:sp>
        <p:nvSpPr>
          <p:cNvPr id="13314" name="Rectangle 3"/>
          <p:cNvSpPr>
            <a:spLocks noGrp="1"/>
          </p:cNvSpPr>
          <p:nvPr>
            <p:ph idx="1"/>
          </p:nvPr>
        </p:nvSpPr>
        <p:spPr>
          <a:xfrm>
            <a:off x="179388" y="1341438"/>
            <a:ext cx="8496300" cy="719137"/>
          </a:xfrm>
        </p:spPr>
        <p:txBody>
          <a:bodyPr vert="horz" wrap="square" lIns="91440" tIns="45720" rIns="91440" bIns="45720" anchor="t" anchorCtr="0"/>
          <a:p>
            <a:pPr>
              <a:buNone/>
            </a:pPr>
            <a:r>
              <a:rPr lang="zh-CN" altLang="en-US"/>
              <a:t>下面的图形可以一笔画出吗？</a:t>
            </a:r>
            <a:endParaRPr lang="zh-CN" altLang="en-US"/>
          </a:p>
        </p:txBody>
      </p:sp>
      <p:grpSp>
        <p:nvGrpSpPr>
          <p:cNvPr id="13315" name="Group 8"/>
          <p:cNvGrpSpPr/>
          <p:nvPr/>
        </p:nvGrpSpPr>
        <p:grpSpPr>
          <a:xfrm>
            <a:off x="539750" y="2060575"/>
            <a:ext cx="2520950" cy="2087563"/>
            <a:chOff x="612" y="890"/>
            <a:chExt cx="1588" cy="1315"/>
          </a:xfrm>
        </p:grpSpPr>
        <p:sp>
          <p:nvSpPr>
            <p:cNvPr id="13316" name="Oval 4"/>
            <p:cNvSpPr/>
            <p:nvPr/>
          </p:nvSpPr>
          <p:spPr>
            <a:xfrm>
              <a:off x="612" y="1298"/>
              <a:ext cx="1588" cy="590"/>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17" name="Oval 5"/>
            <p:cNvSpPr/>
            <p:nvPr/>
          </p:nvSpPr>
          <p:spPr>
            <a:xfrm>
              <a:off x="1111" y="890"/>
              <a:ext cx="681" cy="1315"/>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18" name="Line 6"/>
            <p:cNvSpPr/>
            <p:nvPr/>
          </p:nvSpPr>
          <p:spPr>
            <a:xfrm>
              <a:off x="1156" y="1298"/>
              <a:ext cx="590" cy="544"/>
            </a:xfrm>
            <a:prstGeom prst="line">
              <a:avLst/>
            </a:prstGeom>
            <a:ln w="28575" cap="flat" cmpd="sng">
              <a:solidFill>
                <a:schemeClr val="tx1"/>
              </a:solidFill>
              <a:prstDash val="solid"/>
              <a:round/>
              <a:headEnd type="none" w="med" len="med"/>
              <a:tailEnd type="none" w="med" len="med"/>
            </a:ln>
          </p:spPr>
        </p:sp>
        <p:sp>
          <p:nvSpPr>
            <p:cNvPr id="13319" name="Line 7"/>
            <p:cNvSpPr/>
            <p:nvPr/>
          </p:nvSpPr>
          <p:spPr>
            <a:xfrm flipV="1">
              <a:off x="1156" y="1344"/>
              <a:ext cx="590" cy="498"/>
            </a:xfrm>
            <a:prstGeom prst="line">
              <a:avLst/>
            </a:prstGeom>
            <a:ln w="28575" cap="flat" cmpd="sng">
              <a:solidFill>
                <a:schemeClr val="tx1"/>
              </a:solidFill>
              <a:prstDash val="solid"/>
              <a:round/>
              <a:headEnd type="none" w="med" len="med"/>
              <a:tailEnd type="none" w="med" len="med"/>
            </a:ln>
          </p:spPr>
        </p:sp>
      </p:grpSp>
      <p:grpSp>
        <p:nvGrpSpPr>
          <p:cNvPr id="13320" name="Group 11"/>
          <p:cNvGrpSpPr/>
          <p:nvPr/>
        </p:nvGrpSpPr>
        <p:grpSpPr>
          <a:xfrm>
            <a:off x="3876040" y="2096135"/>
            <a:ext cx="1439863" cy="2160588"/>
            <a:chOff x="3107" y="1162"/>
            <a:chExt cx="681" cy="1134"/>
          </a:xfrm>
        </p:grpSpPr>
        <p:sp>
          <p:nvSpPr>
            <p:cNvPr id="13321" name="AutoShape 9"/>
            <p:cNvSpPr/>
            <p:nvPr/>
          </p:nvSpPr>
          <p:spPr>
            <a:xfrm flipH="1">
              <a:off x="3107" y="1162"/>
              <a:ext cx="454" cy="1134"/>
            </a:xfrm>
            <a:prstGeom prst="moon">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2" name="AutoShape 10"/>
            <p:cNvSpPr/>
            <p:nvPr/>
          </p:nvSpPr>
          <p:spPr>
            <a:xfrm>
              <a:off x="3334" y="1162"/>
              <a:ext cx="454" cy="1134"/>
            </a:xfrm>
            <a:prstGeom prst="moon">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grpSp>
        <p:nvGrpSpPr>
          <p:cNvPr id="13323" name="Group 28"/>
          <p:cNvGrpSpPr/>
          <p:nvPr/>
        </p:nvGrpSpPr>
        <p:grpSpPr>
          <a:xfrm>
            <a:off x="6659563" y="1846263"/>
            <a:ext cx="2162175" cy="2159000"/>
            <a:chOff x="4195" y="845"/>
            <a:chExt cx="1362" cy="1360"/>
          </a:xfrm>
        </p:grpSpPr>
        <p:sp>
          <p:nvSpPr>
            <p:cNvPr id="13324" name="AutoShape 13"/>
            <p:cNvSpPr/>
            <p:nvPr/>
          </p:nvSpPr>
          <p:spPr>
            <a:xfrm>
              <a:off x="4649" y="845"/>
              <a:ext cx="454" cy="363"/>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5" name="AutoShape 14"/>
            <p:cNvSpPr/>
            <p:nvPr/>
          </p:nvSpPr>
          <p:spPr>
            <a:xfrm flipV="1">
              <a:off x="4649" y="1207"/>
              <a:ext cx="454" cy="363"/>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6" name="AutoShape 16"/>
            <p:cNvSpPr/>
            <p:nvPr/>
          </p:nvSpPr>
          <p:spPr>
            <a:xfrm flipV="1">
              <a:off x="4195" y="1207"/>
              <a:ext cx="454" cy="363"/>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7" name="AutoShape 17"/>
            <p:cNvSpPr/>
            <p:nvPr/>
          </p:nvSpPr>
          <p:spPr>
            <a:xfrm flipV="1">
              <a:off x="5103" y="1207"/>
              <a:ext cx="454" cy="363"/>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8" name="Line 18"/>
            <p:cNvSpPr/>
            <p:nvPr/>
          </p:nvSpPr>
          <p:spPr>
            <a:xfrm>
              <a:off x="4422" y="1570"/>
              <a:ext cx="907" cy="0"/>
            </a:xfrm>
            <a:prstGeom prst="line">
              <a:avLst/>
            </a:prstGeom>
            <a:ln w="28575" cap="flat" cmpd="sng">
              <a:solidFill>
                <a:schemeClr val="tx1"/>
              </a:solidFill>
              <a:prstDash val="solid"/>
              <a:round/>
              <a:headEnd type="none" w="med" len="med"/>
              <a:tailEnd type="none" w="med" len="med"/>
            </a:ln>
          </p:spPr>
        </p:sp>
        <p:sp>
          <p:nvSpPr>
            <p:cNvPr id="13329" name="AutoShape 19"/>
            <p:cNvSpPr/>
            <p:nvPr/>
          </p:nvSpPr>
          <p:spPr>
            <a:xfrm flipV="1">
              <a:off x="4422" y="1570"/>
              <a:ext cx="454" cy="363"/>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0" name="AutoShape 20"/>
            <p:cNvSpPr/>
            <p:nvPr/>
          </p:nvSpPr>
          <p:spPr>
            <a:xfrm flipV="1">
              <a:off x="4875" y="1570"/>
              <a:ext cx="454" cy="363"/>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1" name="AutoShape 21"/>
            <p:cNvSpPr/>
            <p:nvPr/>
          </p:nvSpPr>
          <p:spPr>
            <a:xfrm>
              <a:off x="4195" y="1570"/>
              <a:ext cx="454" cy="363"/>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2" name="AutoShape 22"/>
            <p:cNvSpPr/>
            <p:nvPr/>
          </p:nvSpPr>
          <p:spPr>
            <a:xfrm>
              <a:off x="5103" y="1570"/>
              <a:ext cx="454" cy="363"/>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3" name="Line 23"/>
            <p:cNvSpPr/>
            <p:nvPr/>
          </p:nvSpPr>
          <p:spPr>
            <a:xfrm>
              <a:off x="4649" y="1933"/>
              <a:ext cx="136" cy="0"/>
            </a:xfrm>
            <a:prstGeom prst="line">
              <a:avLst/>
            </a:prstGeom>
            <a:ln w="28575" cap="flat" cmpd="sng">
              <a:solidFill>
                <a:schemeClr val="tx1"/>
              </a:solidFill>
              <a:prstDash val="solid"/>
              <a:round/>
              <a:headEnd type="none" w="med" len="med"/>
              <a:tailEnd type="none" w="med" len="med"/>
            </a:ln>
          </p:spPr>
        </p:sp>
        <p:sp>
          <p:nvSpPr>
            <p:cNvPr id="13334" name="Line 24"/>
            <p:cNvSpPr/>
            <p:nvPr/>
          </p:nvSpPr>
          <p:spPr>
            <a:xfrm>
              <a:off x="4967" y="1933"/>
              <a:ext cx="136" cy="0"/>
            </a:xfrm>
            <a:prstGeom prst="line">
              <a:avLst/>
            </a:prstGeom>
            <a:ln w="28575" cap="flat" cmpd="sng">
              <a:solidFill>
                <a:schemeClr val="tx1"/>
              </a:solidFill>
              <a:prstDash val="solid"/>
              <a:round/>
              <a:headEnd type="none" w="med" len="med"/>
              <a:tailEnd type="none" w="med" len="med"/>
            </a:ln>
          </p:spPr>
        </p:sp>
        <p:sp>
          <p:nvSpPr>
            <p:cNvPr id="13335" name="Line 25"/>
            <p:cNvSpPr/>
            <p:nvPr/>
          </p:nvSpPr>
          <p:spPr>
            <a:xfrm>
              <a:off x="4785" y="1933"/>
              <a:ext cx="0" cy="272"/>
            </a:xfrm>
            <a:prstGeom prst="line">
              <a:avLst/>
            </a:prstGeom>
            <a:ln w="28575" cap="flat" cmpd="sng">
              <a:solidFill>
                <a:schemeClr val="tx1"/>
              </a:solidFill>
              <a:prstDash val="solid"/>
              <a:round/>
              <a:headEnd type="none" w="med" len="med"/>
              <a:tailEnd type="none" w="med" len="med"/>
            </a:ln>
          </p:spPr>
        </p:sp>
        <p:sp>
          <p:nvSpPr>
            <p:cNvPr id="13336" name="Line 26"/>
            <p:cNvSpPr/>
            <p:nvPr/>
          </p:nvSpPr>
          <p:spPr>
            <a:xfrm>
              <a:off x="4967" y="1933"/>
              <a:ext cx="0" cy="272"/>
            </a:xfrm>
            <a:prstGeom prst="line">
              <a:avLst/>
            </a:prstGeom>
            <a:ln w="28575" cap="flat" cmpd="sng">
              <a:solidFill>
                <a:schemeClr val="tx1"/>
              </a:solidFill>
              <a:prstDash val="solid"/>
              <a:round/>
              <a:headEnd type="none" w="med" len="med"/>
              <a:tailEnd type="none" w="med" len="med"/>
            </a:ln>
          </p:spPr>
        </p:sp>
        <p:sp>
          <p:nvSpPr>
            <p:cNvPr id="13337" name="Line 27"/>
            <p:cNvSpPr/>
            <p:nvPr/>
          </p:nvSpPr>
          <p:spPr>
            <a:xfrm>
              <a:off x="4785" y="2205"/>
              <a:ext cx="182" cy="0"/>
            </a:xfrm>
            <a:prstGeom prst="line">
              <a:avLst/>
            </a:prstGeom>
            <a:ln w="28575" cap="flat" cmpd="sng">
              <a:solidFill>
                <a:schemeClr val="tx1"/>
              </a:solidFill>
              <a:prstDash val="solid"/>
              <a:round/>
              <a:headEnd type="none" w="med" len="med"/>
              <a:tailEnd type="none" w="med" len="med"/>
            </a:ln>
          </p:spPr>
        </p:sp>
      </p:grpSp>
      <p:grpSp>
        <p:nvGrpSpPr>
          <p:cNvPr id="13338" name="Group 32"/>
          <p:cNvGrpSpPr/>
          <p:nvPr/>
        </p:nvGrpSpPr>
        <p:grpSpPr>
          <a:xfrm>
            <a:off x="1763713" y="4437063"/>
            <a:ext cx="2233612" cy="2089150"/>
            <a:chOff x="521" y="2341"/>
            <a:chExt cx="1407" cy="1316"/>
          </a:xfrm>
        </p:grpSpPr>
        <p:sp>
          <p:nvSpPr>
            <p:cNvPr id="13339" name="Oval 29"/>
            <p:cNvSpPr/>
            <p:nvPr/>
          </p:nvSpPr>
          <p:spPr>
            <a:xfrm>
              <a:off x="521" y="2840"/>
              <a:ext cx="817" cy="817"/>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0" name="Oval 30"/>
            <p:cNvSpPr/>
            <p:nvPr/>
          </p:nvSpPr>
          <p:spPr>
            <a:xfrm>
              <a:off x="1111" y="2840"/>
              <a:ext cx="817" cy="817"/>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1" name="Oval 31"/>
            <p:cNvSpPr/>
            <p:nvPr/>
          </p:nvSpPr>
          <p:spPr>
            <a:xfrm>
              <a:off x="793" y="2341"/>
              <a:ext cx="817" cy="817"/>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grpSp>
        <p:nvGrpSpPr>
          <p:cNvPr id="13342" name="Group 41"/>
          <p:cNvGrpSpPr/>
          <p:nvPr/>
        </p:nvGrpSpPr>
        <p:grpSpPr>
          <a:xfrm>
            <a:off x="5217795" y="4291648"/>
            <a:ext cx="2520950" cy="2233612"/>
            <a:chOff x="3288" y="2205"/>
            <a:chExt cx="1588" cy="1407"/>
          </a:xfrm>
        </p:grpSpPr>
        <p:sp>
          <p:nvSpPr>
            <p:cNvPr id="13343" name="Oval 33"/>
            <p:cNvSpPr/>
            <p:nvPr/>
          </p:nvSpPr>
          <p:spPr>
            <a:xfrm>
              <a:off x="3832" y="2205"/>
              <a:ext cx="634" cy="63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4" name="Oval 35"/>
            <p:cNvSpPr/>
            <p:nvPr/>
          </p:nvSpPr>
          <p:spPr>
            <a:xfrm>
              <a:off x="3607" y="2569"/>
              <a:ext cx="634" cy="63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5" name="Oval 36"/>
            <p:cNvSpPr/>
            <p:nvPr/>
          </p:nvSpPr>
          <p:spPr>
            <a:xfrm>
              <a:off x="4059" y="2569"/>
              <a:ext cx="634" cy="63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6" name="Oval 37"/>
            <p:cNvSpPr/>
            <p:nvPr/>
          </p:nvSpPr>
          <p:spPr>
            <a:xfrm>
              <a:off x="3288" y="2932"/>
              <a:ext cx="634" cy="63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7" name="Oval 39"/>
            <p:cNvSpPr/>
            <p:nvPr/>
          </p:nvSpPr>
          <p:spPr>
            <a:xfrm>
              <a:off x="3743" y="2931"/>
              <a:ext cx="634" cy="63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8" name="Oval 40"/>
            <p:cNvSpPr/>
            <p:nvPr/>
          </p:nvSpPr>
          <p:spPr>
            <a:xfrm>
              <a:off x="4242" y="2978"/>
              <a:ext cx="634" cy="63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欧拉图</a:t>
            </a:r>
            <a:r>
              <a:rPr lang="en-US" altLang="zh-CN"/>
              <a:t>(Eulerian)</a:t>
            </a:r>
            <a:endParaRPr lang="zh-CN" altLang="en-US"/>
          </a:p>
        </p:txBody>
      </p:sp>
      <p:sp>
        <p:nvSpPr>
          <p:cNvPr id="14338" name="Rectangle 3"/>
          <p:cNvSpPr>
            <a:spLocks noGrp="1"/>
          </p:cNvSpPr>
          <p:nvPr>
            <p:ph idx="1"/>
          </p:nvPr>
        </p:nvSpPr>
        <p:spPr>
          <a:xfrm>
            <a:off x="323850" y="1341120"/>
            <a:ext cx="8496300" cy="5256213"/>
          </a:xfrm>
        </p:spPr>
        <p:txBody>
          <a:bodyPr vert="horz" wrap="square" lIns="91440" tIns="45720" rIns="91440" bIns="45720" anchor="t" anchorCtr="0"/>
          <a:p>
            <a:r>
              <a:rPr lang="zh-CN" altLang="en-US">
                <a:solidFill>
                  <a:schemeClr val="hlink"/>
                </a:solidFill>
              </a:rPr>
              <a:t>欧拉回路</a:t>
            </a:r>
            <a:r>
              <a:rPr lang="en-US" altLang="zh-CN">
                <a:solidFill>
                  <a:schemeClr val="hlink"/>
                </a:solidFill>
              </a:rPr>
              <a:t>(Euler tour/circuit):</a:t>
            </a:r>
            <a:r>
              <a:rPr lang="en-US" altLang="zh-CN"/>
              <a:t> </a:t>
            </a:r>
            <a:r>
              <a:rPr lang="zh-CN" altLang="en-US"/>
              <a:t>经过图中所有边的简单回路</a:t>
            </a:r>
            <a:endParaRPr lang="zh-CN" altLang="en-US"/>
          </a:p>
          <a:p>
            <a:r>
              <a:rPr lang="zh-CN" altLang="en-US">
                <a:solidFill>
                  <a:schemeClr val="hlink"/>
                </a:solidFill>
                <a:sym typeface="+mn-ea"/>
              </a:rPr>
              <a:t>欧拉通路</a:t>
            </a:r>
            <a:r>
              <a:rPr lang="en-US" altLang="zh-CN">
                <a:solidFill>
                  <a:schemeClr val="hlink"/>
                </a:solidFill>
                <a:sym typeface="+mn-ea"/>
              </a:rPr>
              <a:t>(Euler trail):</a:t>
            </a:r>
            <a:r>
              <a:rPr lang="en-US" altLang="zh-CN">
                <a:sym typeface="+mn-ea"/>
              </a:rPr>
              <a:t> </a:t>
            </a:r>
            <a:r>
              <a:rPr lang="zh-CN" altLang="en-US">
                <a:sym typeface="+mn-ea"/>
              </a:rPr>
              <a:t>经过图中所有边的简单通路</a:t>
            </a:r>
            <a:endParaRPr lang="zh-CN" altLang="en-US"/>
          </a:p>
          <a:p>
            <a:r>
              <a:rPr lang="zh-CN" altLang="en-US">
                <a:solidFill>
                  <a:schemeClr val="hlink"/>
                </a:solidFill>
              </a:rPr>
              <a:t>欧拉图</a:t>
            </a:r>
            <a:r>
              <a:rPr lang="en-US" altLang="zh-CN">
                <a:solidFill>
                  <a:schemeClr val="hlink"/>
                </a:solidFill>
              </a:rPr>
              <a:t>(Eulerian):</a:t>
            </a:r>
            <a:r>
              <a:rPr lang="en-US" altLang="zh-CN"/>
              <a:t> </a:t>
            </a:r>
            <a:r>
              <a:rPr lang="zh-CN" altLang="en-US"/>
              <a:t>存在欧拉回路的图</a:t>
            </a:r>
            <a:endParaRPr lang="zh-CN" altLang="en-US"/>
          </a:p>
          <a:p>
            <a:r>
              <a:rPr lang="zh-CN" altLang="en-US">
                <a:solidFill>
                  <a:schemeClr val="hlink"/>
                </a:solidFill>
              </a:rPr>
              <a:t>半欧拉图</a:t>
            </a:r>
            <a:r>
              <a:rPr lang="en-US" altLang="zh-CN">
                <a:solidFill>
                  <a:schemeClr val="hlink"/>
                </a:solidFill>
              </a:rPr>
              <a:t>(semi-Eulerian):</a:t>
            </a:r>
            <a:r>
              <a:rPr lang="en-US" altLang="zh-CN"/>
              <a:t> </a:t>
            </a:r>
            <a:r>
              <a:rPr lang="zh-CN" altLang="en-US"/>
              <a:t>不</a:t>
            </a:r>
            <a:r>
              <a:rPr lang="zh-CN" altLang="en-US">
                <a:sym typeface="+mn-ea"/>
              </a:rPr>
              <a:t>存在欧拉回路，但</a:t>
            </a:r>
            <a:r>
              <a:rPr lang="zh-CN" altLang="en-US"/>
              <a:t>存在欧拉通路的图</a:t>
            </a:r>
            <a:endParaRPr lang="zh-CN" altLang="en-US"/>
          </a:p>
          <a:p>
            <a:pPr algn="just">
              <a:spcBef>
                <a:spcPct val="10000"/>
              </a:spcBef>
              <a:buNone/>
            </a:pPr>
            <a:r>
              <a:rPr lang="zh-CN" altLang="en-US">
                <a:solidFill>
                  <a:schemeClr val="hlink"/>
                </a:solidFill>
              </a:rPr>
              <a:t>几点说明：</a:t>
            </a:r>
            <a:endParaRPr lang="zh-CN" altLang="en-US">
              <a:solidFill>
                <a:schemeClr val="hlink"/>
              </a:solidFill>
            </a:endParaRPr>
          </a:p>
          <a:p>
            <a:pPr lvl="1" algn="just">
              <a:spcBef>
                <a:spcPct val="10000"/>
              </a:spcBef>
            </a:pPr>
            <a:r>
              <a:rPr lang="zh-CN" altLang="en-US"/>
              <a:t>上述定义对无向图和有向图都适用</a:t>
            </a:r>
            <a:r>
              <a:rPr lang="en-US" altLang="zh-CN"/>
              <a:t>;</a:t>
            </a:r>
            <a:endParaRPr lang="en-US" altLang="zh-CN"/>
          </a:p>
          <a:p>
            <a:pPr lvl="1" algn="just">
              <a:spcBef>
                <a:spcPct val="10000"/>
              </a:spcBef>
            </a:pPr>
            <a:r>
              <a:rPr lang="zh-CN" altLang="en-US"/>
              <a:t>规定平凡图为欧拉图</a:t>
            </a:r>
            <a:r>
              <a:rPr lang="en-US" altLang="zh-CN"/>
              <a:t>;</a:t>
            </a:r>
            <a:endParaRPr lang="en-US" altLang="zh-CN"/>
          </a:p>
          <a:p>
            <a:pPr lvl="1" algn="just">
              <a:spcBef>
                <a:spcPct val="10000"/>
              </a:spcBef>
            </a:pPr>
            <a:r>
              <a:rPr lang="zh-CN" altLang="en-US"/>
              <a:t>欧拉通路是简单通路</a:t>
            </a:r>
            <a:r>
              <a:rPr lang="en-US" altLang="zh-CN"/>
              <a:t>, </a:t>
            </a:r>
            <a:r>
              <a:rPr lang="zh-CN" altLang="en-US"/>
              <a:t>欧拉回路是简单回路</a:t>
            </a:r>
            <a:r>
              <a:rPr lang="en-US" altLang="zh-CN"/>
              <a:t>;</a:t>
            </a:r>
            <a:endParaRPr lang="en-US" altLang="zh-CN"/>
          </a:p>
          <a:p>
            <a:pPr lvl="1" algn="just">
              <a:spcBef>
                <a:spcPct val="10000"/>
              </a:spcBef>
            </a:pPr>
            <a:r>
              <a:rPr lang="zh-CN" altLang="en-US"/>
              <a:t>环不影响图的欧拉性</a:t>
            </a:r>
            <a:r>
              <a:rPr lang="en-US" altLang="zh-CN"/>
              <a:t>.</a:t>
            </a:r>
            <a:endParaRPr lang="zh-CN" altLang="en-US"/>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欧拉图举例</a:t>
            </a:r>
            <a:endParaRPr lang="zh-CN" altLang="en-US"/>
          </a:p>
        </p:txBody>
      </p:sp>
      <p:sp>
        <p:nvSpPr>
          <p:cNvPr id="16386" name="Rectangle 3"/>
          <p:cNvSpPr>
            <a:spLocks noGrp="1"/>
          </p:cNvSpPr>
          <p:nvPr>
            <p:ph idx="1"/>
          </p:nvPr>
        </p:nvSpPr>
        <p:spPr>
          <a:xfrm>
            <a:off x="457200" y="1268413"/>
            <a:ext cx="8458200" cy="1152525"/>
          </a:xfrm>
        </p:spPr>
        <p:txBody>
          <a:bodyPr vert="horz" wrap="square" lIns="91440" tIns="45720" rIns="91440" bIns="45720" anchor="t" anchorCtr="0"/>
          <a:p>
            <a:pPr>
              <a:buNone/>
            </a:pPr>
            <a:r>
              <a:rPr lang="zh-CN" altLang="en-US" sz="2600">
                <a:solidFill>
                  <a:schemeClr val="hlink"/>
                </a:solidFill>
              </a:rPr>
              <a:t>例</a:t>
            </a:r>
            <a:r>
              <a:rPr lang="zh-CN" altLang="en-US" sz="2600">
                <a:solidFill>
                  <a:schemeClr val="folHlink"/>
                </a:solidFill>
              </a:rPr>
              <a:t> 下列图中，哪些是欧拉图？哪些是半欧拉图？在非</a:t>
            </a:r>
            <a:r>
              <a:rPr lang="en-US" altLang="zh-CN" sz="2600">
                <a:solidFill>
                  <a:schemeClr val="folHlink"/>
                </a:solidFill>
              </a:rPr>
              <a:t>(</a:t>
            </a:r>
            <a:r>
              <a:rPr lang="zh-CN" altLang="en-US" sz="2600">
                <a:solidFill>
                  <a:schemeClr val="folHlink"/>
                </a:solidFill>
              </a:rPr>
              <a:t>半</a:t>
            </a:r>
            <a:r>
              <a:rPr lang="en-US" altLang="zh-CN" sz="2600">
                <a:solidFill>
                  <a:schemeClr val="folHlink"/>
                </a:solidFill>
              </a:rPr>
              <a:t>)</a:t>
            </a:r>
            <a:r>
              <a:rPr lang="zh-CN" altLang="en-US" sz="2600">
                <a:solidFill>
                  <a:schemeClr val="folHlink"/>
                </a:solidFill>
              </a:rPr>
              <a:t>欧拉图中至少增加几条边才能成为欧拉图？</a:t>
            </a:r>
            <a:endParaRPr lang="zh-CN" altLang="en-US" sz="2600">
              <a:solidFill>
                <a:schemeClr val="folHlink"/>
              </a:solidFill>
            </a:endParaRPr>
          </a:p>
        </p:txBody>
      </p:sp>
      <p:sp>
        <p:nvSpPr>
          <p:cNvPr id="16387" name="Text Box 10"/>
          <p:cNvSpPr txBox="1"/>
          <p:nvPr/>
        </p:nvSpPr>
        <p:spPr>
          <a:xfrm>
            <a:off x="1258888" y="3789363"/>
            <a:ext cx="604837" cy="522287"/>
          </a:xfrm>
          <a:prstGeom prst="rect">
            <a:avLst/>
          </a:prstGeom>
          <a:noFill/>
          <a:ln w="9525">
            <a:noFill/>
          </a:ln>
        </p:spPr>
        <p:txBody>
          <a:bodyPr wrap="none" anchor="t" anchorCtr="0">
            <a:spAutoFit/>
          </a:bodyPr>
          <a:p>
            <a:pPr>
              <a:buSzTx/>
            </a:pPr>
            <a:r>
              <a:rPr lang="en-US" altLang="zh-CN" sz="2800">
                <a:latin typeface="Times New Roman" panose="02020603050405020304" pitchFamily="18" charset="0"/>
                <a:ea typeface="黑体" panose="02010609060101010101" pitchFamily="49" charset="-122"/>
              </a:rPr>
              <a:t>(1)</a:t>
            </a:r>
            <a:endParaRPr lang="zh-CN" altLang="en-US" sz="2800">
              <a:latin typeface="Times New Roman" panose="02020603050405020304" pitchFamily="18" charset="0"/>
              <a:ea typeface="黑体" panose="02010609060101010101" pitchFamily="49" charset="-122"/>
            </a:endParaRPr>
          </a:p>
        </p:txBody>
      </p:sp>
      <p:grpSp>
        <p:nvGrpSpPr>
          <p:cNvPr id="16388" name="组合 50"/>
          <p:cNvGrpSpPr/>
          <p:nvPr/>
        </p:nvGrpSpPr>
        <p:grpSpPr>
          <a:xfrm>
            <a:off x="611188" y="2205038"/>
            <a:ext cx="2079625" cy="1511300"/>
            <a:chOff x="611560" y="2204864"/>
            <a:chExt cx="2079698" cy="1512168"/>
          </a:xfrm>
        </p:grpSpPr>
        <p:grpSp>
          <p:nvGrpSpPr>
            <p:cNvPr id="16389" name="组合 44"/>
            <p:cNvGrpSpPr/>
            <p:nvPr/>
          </p:nvGrpSpPr>
          <p:grpSpPr>
            <a:xfrm>
              <a:off x="899592" y="2251164"/>
              <a:ext cx="1782913" cy="1465868"/>
              <a:chOff x="971600" y="2179156"/>
              <a:chExt cx="1345002" cy="1105828"/>
            </a:xfrm>
          </p:grpSpPr>
          <p:sp>
            <p:nvSpPr>
              <p:cNvPr id="16390" name="椭圆 40"/>
              <p:cNvSpPr/>
              <p:nvPr/>
            </p:nvSpPr>
            <p:spPr>
              <a:xfrm>
                <a:off x="1884554" y="2179156"/>
                <a:ext cx="432048" cy="432048"/>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grpSp>
            <p:nvGrpSpPr>
              <p:cNvPr id="16391" name="组合 43"/>
              <p:cNvGrpSpPr/>
              <p:nvPr/>
            </p:nvGrpSpPr>
            <p:grpSpPr>
              <a:xfrm>
                <a:off x="971600" y="2420888"/>
                <a:ext cx="1008112" cy="864096"/>
                <a:chOff x="971600" y="2420888"/>
                <a:chExt cx="1008112" cy="864096"/>
              </a:xfrm>
            </p:grpSpPr>
            <p:sp>
              <p:nvSpPr>
                <p:cNvPr id="16392" name="椭圆 29"/>
                <p:cNvSpPr/>
                <p:nvPr/>
              </p:nvSpPr>
              <p:spPr>
                <a:xfrm>
                  <a:off x="1835696" y="2420888"/>
                  <a:ext cx="144016" cy="144016"/>
                </a:xfrm>
                <a:prstGeom prst="ellipse">
                  <a:avLst/>
                </a:prstGeom>
                <a:solidFill>
                  <a:schemeClr val="bg1"/>
                </a:solid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393" name="椭圆 28"/>
                <p:cNvSpPr/>
                <p:nvPr/>
              </p:nvSpPr>
              <p:spPr>
                <a:xfrm>
                  <a:off x="971600" y="242088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394" name="椭圆 30"/>
                <p:cNvSpPr/>
                <p:nvPr/>
              </p:nvSpPr>
              <p:spPr>
                <a:xfrm>
                  <a:off x="971600"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395" name="椭圆 31"/>
                <p:cNvSpPr/>
                <p:nvPr/>
              </p:nvSpPr>
              <p:spPr>
                <a:xfrm>
                  <a:off x="1835696"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16396" name="直接连接符 33"/>
                <p:cNvCxnSpPr>
                  <a:stCxn id="16393" idx="6"/>
                  <a:endCxn id="16392" idx="2"/>
                </p:cNvCxnSpPr>
                <p:nvPr/>
              </p:nvCxnSpPr>
              <p:spPr>
                <a:xfrm>
                  <a:off x="1115616" y="2492896"/>
                  <a:ext cx="720080" cy="0"/>
                </a:xfrm>
                <a:prstGeom prst="line">
                  <a:avLst/>
                </a:prstGeom>
                <a:ln w="19050" cap="flat" cmpd="sng">
                  <a:solidFill>
                    <a:schemeClr val="tx1"/>
                  </a:solidFill>
                  <a:prstDash val="solid"/>
                  <a:round/>
                  <a:headEnd type="none" w="med" len="med"/>
                  <a:tailEnd type="none" w="med" len="med"/>
                </a:ln>
              </p:spPr>
            </p:cxnSp>
            <p:cxnSp>
              <p:nvCxnSpPr>
                <p:cNvPr id="16397" name="直接连接符 35"/>
                <p:cNvCxnSpPr>
                  <a:stCxn id="16393" idx="4"/>
                  <a:endCxn id="16394" idx="0"/>
                </p:cNvCxnSpPr>
                <p:nvPr/>
              </p:nvCxnSpPr>
              <p:spPr>
                <a:xfrm>
                  <a:off x="1043608" y="2564904"/>
                  <a:ext cx="0" cy="576064"/>
                </a:xfrm>
                <a:prstGeom prst="line">
                  <a:avLst/>
                </a:prstGeom>
                <a:ln w="19050" cap="flat" cmpd="sng">
                  <a:solidFill>
                    <a:schemeClr val="tx1"/>
                  </a:solidFill>
                  <a:prstDash val="solid"/>
                  <a:round/>
                  <a:headEnd type="none" w="med" len="med"/>
                  <a:tailEnd type="none" w="med" len="med"/>
                </a:ln>
              </p:spPr>
            </p:cxnSp>
            <p:cxnSp>
              <p:nvCxnSpPr>
                <p:cNvPr id="16398" name="直接连接符 37"/>
                <p:cNvCxnSpPr>
                  <a:stCxn id="16392" idx="4"/>
                  <a:endCxn id="16395" idx="0"/>
                </p:cNvCxnSpPr>
                <p:nvPr/>
              </p:nvCxnSpPr>
              <p:spPr>
                <a:xfrm>
                  <a:off x="1907704" y="2564904"/>
                  <a:ext cx="0" cy="576064"/>
                </a:xfrm>
                <a:prstGeom prst="line">
                  <a:avLst/>
                </a:prstGeom>
                <a:ln w="19050" cap="flat" cmpd="sng">
                  <a:solidFill>
                    <a:schemeClr val="tx1"/>
                  </a:solidFill>
                  <a:prstDash val="solid"/>
                  <a:round/>
                  <a:headEnd type="none" w="med" len="med"/>
                  <a:tailEnd type="none" w="med" len="med"/>
                </a:ln>
              </p:spPr>
            </p:cxnSp>
            <p:cxnSp>
              <p:nvCxnSpPr>
                <p:cNvPr id="16399" name="直接连接符 39"/>
                <p:cNvCxnSpPr>
                  <a:stCxn id="16394" idx="6"/>
                  <a:endCxn id="16395" idx="2"/>
                </p:cNvCxnSpPr>
                <p:nvPr/>
              </p:nvCxnSpPr>
              <p:spPr>
                <a:xfrm>
                  <a:off x="1115616" y="3212976"/>
                  <a:ext cx="720080" cy="0"/>
                </a:xfrm>
                <a:prstGeom prst="line">
                  <a:avLst/>
                </a:prstGeom>
                <a:ln w="19050" cap="flat" cmpd="sng">
                  <a:solidFill>
                    <a:schemeClr val="tx1"/>
                  </a:solidFill>
                  <a:prstDash val="solid"/>
                  <a:round/>
                  <a:headEnd type="none" w="med" len="med"/>
                  <a:tailEnd type="none" w="med" len="med"/>
                </a:ln>
              </p:spPr>
            </p:cxnSp>
          </p:grpSp>
        </p:grpSp>
        <p:sp>
          <p:nvSpPr>
            <p:cNvPr id="16400" name="TextBox 45"/>
            <p:cNvSpPr txBox="1"/>
            <p:nvPr/>
          </p:nvSpPr>
          <p:spPr>
            <a:xfrm>
              <a:off x="1331640" y="220486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1</a:t>
              </a:r>
              <a:endParaRPr lang="zh-CN" altLang="en-US" sz="2400" baseline="-25000">
                <a:latin typeface="Times New Roman" panose="02020603050405020304" pitchFamily="18" charset="0"/>
                <a:ea typeface="宋体" panose="02010600030101010101" pitchFamily="2" charset="-122"/>
              </a:endParaRPr>
            </a:p>
          </p:txBody>
        </p:sp>
        <p:sp>
          <p:nvSpPr>
            <p:cNvPr id="16401" name="TextBox 46"/>
            <p:cNvSpPr txBox="1"/>
            <p:nvPr/>
          </p:nvSpPr>
          <p:spPr>
            <a:xfrm>
              <a:off x="611560" y="2852936"/>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2</a:t>
              </a:r>
              <a:endParaRPr lang="zh-CN" altLang="en-US" sz="2400" baseline="-25000">
                <a:latin typeface="Times New Roman" panose="02020603050405020304" pitchFamily="18" charset="0"/>
                <a:ea typeface="宋体" panose="02010600030101010101" pitchFamily="2" charset="-122"/>
              </a:endParaRPr>
            </a:p>
          </p:txBody>
        </p:sp>
        <p:sp>
          <p:nvSpPr>
            <p:cNvPr id="16402" name="TextBox 47"/>
            <p:cNvSpPr txBox="1"/>
            <p:nvPr/>
          </p:nvSpPr>
          <p:spPr>
            <a:xfrm>
              <a:off x="1331640" y="3140968"/>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3</a:t>
              </a:r>
              <a:endParaRPr lang="zh-CN" altLang="en-US" sz="2400" baseline="-25000">
                <a:latin typeface="Times New Roman" panose="02020603050405020304" pitchFamily="18" charset="0"/>
                <a:ea typeface="宋体" panose="02010600030101010101" pitchFamily="2" charset="-122"/>
              </a:endParaRPr>
            </a:p>
          </p:txBody>
        </p:sp>
        <p:sp>
          <p:nvSpPr>
            <p:cNvPr id="16403" name="TextBox 48"/>
            <p:cNvSpPr txBox="1"/>
            <p:nvPr/>
          </p:nvSpPr>
          <p:spPr>
            <a:xfrm>
              <a:off x="2123728" y="292494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4</a:t>
              </a:r>
              <a:endParaRPr lang="zh-CN" altLang="en-US" sz="2400" baseline="-25000">
                <a:latin typeface="Times New Roman" panose="02020603050405020304" pitchFamily="18" charset="0"/>
                <a:ea typeface="宋体" panose="02010600030101010101" pitchFamily="2" charset="-122"/>
              </a:endParaRPr>
            </a:p>
          </p:txBody>
        </p:sp>
        <p:sp>
          <p:nvSpPr>
            <p:cNvPr id="16404" name="TextBox 49"/>
            <p:cNvSpPr txBox="1"/>
            <p:nvPr/>
          </p:nvSpPr>
          <p:spPr>
            <a:xfrm>
              <a:off x="2267744" y="2276872"/>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5</a:t>
              </a:r>
              <a:endParaRPr lang="zh-CN" altLang="en-US" sz="2400" baseline="-25000">
                <a:latin typeface="Times New Roman" panose="02020603050405020304" pitchFamily="18" charset="0"/>
                <a:ea typeface="宋体" panose="02010600030101010101" pitchFamily="2" charset="-122"/>
              </a:endParaRPr>
            </a:p>
          </p:txBody>
        </p:sp>
      </p:grpSp>
      <p:grpSp>
        <p:nvGrpSpPr>
          <p:cNvPr id="16405" name="组合 70"/>
          <p:cNvGrpSpPr/>
          <p:nvPr/>
        </p:nvGrpSpPr>
        <p:grpSpPr>
          <a:xfrm>
            <a:off x="3276600" y="2133600"/>
            <a:ext cx="1935163" cy="1541463"/>
            <a:chOff x="3275856" y="2204864"/>
            <a:chExt cx="1935682" cy="1541785"/>
          </a:xfrm>
        </p:grpSpPr>
        <p:grpSp>
          <p:nvGrpSpPr>
            <p:cNvPr id="16406" name="组合 51"/>
            <p:cNvGrpSpPr/>
            <p:nvPr/>
          </p:nvGrpSpPr>
          <p:grpSpPr>
            <a:xfrm>
              <a:off x="3275856" y="2204864"/>
              <a:ext cx="1935682" cy="1541785"/>
              <a:chOff x="611560" y="2175247"/>
              <a:chExt cx="1935682" cy="1541785"/>
            </a:xfrm>
          </p:grpSpPr>
          <p:grpSp>
            <p:nvGrpSpPr>
              <p:cNvPr id="16407" name="组合 43"/>
              <p:cNvGrpSpPr/>
              <p:nvPr/>
            </p:nvGrpSpPr>
            <p:grpSpPr>
              <a:xfrm>
                <a:off x="899592" y="2571600"/>
                <a:ext cx="1336337" cy="1145432"/>
                <a:chOff x="971600" y="2420888"/>
                <a:chExt cx="1008112" cy="864096"/>
              </a:xfrm>
            </p:grpSpPr>
            <p:sp>
              <p:nvSpPr>
                <p:cNvPr id="16408" name="椭圆 60"/>
                <p:cNvSpPr/>
                <p:nvPr/>
              </p:nvSpPr>
              <p:spPr>
                <a:xfrm>
                  <a:off x="1835696" y="2420888"/>
                  <a:ext cx="144016" cy="144016"/>
                </a:xfrm>
                <a:prstGeom prst="ellipse">
                  <a:avLst/>
                </a:prstGeom>
                <a:solidFill>
                  <a:schemeClr val="bg1"/>
                </a:solid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09" name="椭圆 61"/>
                <p:cNvSpPr/>
                <p:nvPr/>
              </p:nvSpPr>
              <p:spPr>
                <a:xfrm>
                  <a:off x="971600" y="242088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10" name="椭圆 62"/>
                <p:cNvSpPr/>
                <p:nvPr/>
              </p:nvSpPr>
              <p:spPr>
                <a:xfrm>
                  <a:off x="971600"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11" name="椭圆 63"/>
                <p:cNvSpPr/>
                <p:nvPr/>
              </p:nvSpPr>
              <p:spPr>
                <a:xfrm>
                  <a:off x="1835696"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16412" name="直接连接符 64"/>
                <p:cNvCxnSpPr>
                  <a:stCxn id="16409" idx="6"/>
                  <a:endCxn id="16408" idx="2"/>
                </p:cNvCxnSpPr>
                <p:nvPr/>
              </p:nvCxnSpPr>
              <p:spPr>
                <a:xfrm>
                  <a:off x="1115616" y="2492896"/>
                  <a:ext cx="720080" cy="0"/>
                </a:xfrm>
                <a:prstGeom prst="line">
                  <a:avLst/>
                </a:prstGeom>
                <a:ln w="19050" cap="flat" cmpd="sng">
                  <a:solidFill>
                    <a:schemeClr val="tx1"/>
                  </a:solidFill>
                  <a:prstDash val="solid"/>
                  <a:round/>
                  <a:headEnd type="none" w="med" len="med"/>
                  <a:tailEnd type="none" w="med" len="med"/>
                </a:ln>
              </p:spPr>
            </p:cxnSp>
            <p:cxnSp>
              <p:nvCxnSpPr>
                <p:cNvPr id="16413" name="直接连接符 65"/>
                <p:cNvCxnSpPr>
                  <a:stCxn id="16409" idx="4"/>
                  <a:endCxn id="16410" idx="0"/>
                </p:cNvCxnSpPr>
                <p:nvPr/>
              </p:nvCxnSpPr>
              <p:spPr>
                <a:xfrm>
                  <a:off x="1043608" y="2564904"/>
                  <a:ext cx="0" cy="576064"/>
                </a:xfrm>
                <a:prstGeom prst="line">
                  <a:avLst/>
                </a:prstGeom>
                <a:ln w="19050" cap="flat" cmpd="sng">
                  <a:solidFill>
                    <a:schemeClr val="tx1"/>
                  </a:solidFill>
                  <a:prstDash val="solid"/>
                  <a:round/>
                  <a:headEnd type="none" w="med" len="med"/>
                  <a:tailEnd type="none" w="med" len="med"/>
                </a:ln>
              </p:spPr>
            </p:cxnSp>
            <p:cxnSp>
              <p:nvCxnSpPr>
                <p:cNvPr id="16414" name="直接连接符 66"/>
                <p:cNvCxnSpPr>
                  <a:stCxn id="16408" idx="4"/>
                  <a:endCxn id="16411" idx="0"/>
                </p:cNvCxnSpPr>
                <p:nvPr/>
              </p:nvCxnSpPr>
              <p:spPr>
                <a:xfrm>
                  <a:off x="1907704" y="2564904"/>
                  <a:ext cx="0" cy="576064"/>
                </a:xfrm>
                <a:prstGeom prst="line">
                  <a:avLst/>
                </a:prstGeom>
                <a:ln w="19050" cap="flat" cmpd="sng">
                  <a:solidFill>
                    <a:schemeClr val="tx1"/>
                  </a:solidFill>
                  <a:prstDash val="solid"/>
                  <a:round/>
                  <a:headEnd type="none" w="med" len="med"/>
                  <a:tailEnd type="none" w="med" len="med"/>
                </a:ln>
              </p:spPr>
            </p:cxnSp>
            <p:cxnSp>
              <p:nvCxnSpPr>
                <p:cNvPr id="16415" name="直接连接符 67"/>
                <p:cNvCxnSpPr>
                  <a:stCxn id="16410" idx="6"/>
                  <a:endCxn id="16411" idx="2"/>
                </p:cNvCxnSpPr>
                <p:nvPr/>
              </p:nvCxnSpPr>
              <p:spPr>
                <a:xfrm>
                  <a:off x="1115616" y="3212976"/>
                  <a:ext cx="720080" cy="0"/>
                </a:xfrm>
                <a:prstGeom prst="line">
                  <a:avLst/>
                </a:prstGeom>
                <a:ln w="19050" cap="flat" cmpd="sng">
                  <a:solidFill>
                    <a:schemeClr val="tx1"/>
                  </a:solidFill>
                  <a:prstDash val="solid"/>
                  <a:round/>
                  <a:headEnd type="none" w="med" len="med"/>
                  <a:tailEnd type="none" w="med" len="med"/>
                </a:ln>
              </p:spPr>
            </p:cxnSp>
          </p:grpSp>
          <p:sp>
            <p:nvSpPr>
              <p:cNvPr id="16416" name="TextBox 53"/>
              <p:cNvSpPr txBox="1"/>
              <p:nvPr/>
            </p:nvSpPr>
            <p:spPr>
              <a:xfrm>
                <a:off x="1331640" y="2175247"/>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1</a:t>
                </a:r>
                <a:endParaRPr lang="zh-CN" altLang="en-US" sz="2400" baseline="-25000">
                  <a:latin typeface="Times New Roman" panose="02020603050405020304" pitchFamily="18" charset="0"/>
                  <a:ea typeface="宋体" panose="02010600030101010101" pitchFamily="2" charset="-122"/>
                </a:endParaRPr>
              </a:p>
            </p:txBody>
          </p:sp>
          <p:sp>
            <p:nvSpPr>
              <p:cNvPr id="16417" name="TextBox 54"/>
              <p:cNvSpPr txBox="1"/>
              <p:nvPr/>
            </p:nvSpPr>
            <p:spPr>
              <a:xfrm>
                <a:off x="611560" y="2852936"/>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2</a:t>
                </a:r>
                <a:endParaRPr lang="zh-CN" altLang="en-US" sz="2400" baseline="-25000">
                  <a:latin typeface="Times New Roman" panose="02020603050405020304" pitchFamily="18" charset="0"/>
                  <a:ea typeface="宋体" panose="02010600030101010101" pitchFamily="2" charset="-122"/>
                </a:endParaRPr>
              </a:p>
            </p:txBody>
          </p:sp>
          <p:sp>
            <p:nvSpPr>
              <p:cNvPr id="16418" name="TextBox 55"/>
              <p:cNvSpPr txBox="1"/>
              <p:nvPr/>
            </p:nvSpPr>
            <p:spPr>
              <a:xfrm>
                <a:off x="1331640" y="3140968"/>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3</a:t>
                </a:r>
                <a:endParaRPr lang="zh-CN" altLang="en-US" sz="2400" baseline="-25000">
                  <a:latin typeface="Times New Roman" panose="02020603050405020304" pitchFamily="18" charset="0"/>
                  <a:ea typeface="宋体" panose="02010600030101010101" pitchFamily="2" charset="-122"/>
                </a:endParaRPr>
              </a:p>
            </p:txBody>
          </p:sp>
          <p:sp>
            <p:nvSpPr>
              <p:cNvPr id="16419" name="TextBox 56"/>
              <p:cNvSpPr txBox="1"/>
              <p:nvPr/>
            </p:nvSpPr>
            <p:spPr>
              <a:xfrm>
                <a:off x="2123728" y="292494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4</a:t>
                </a:r>
                <a:endParaRPr lang="zh-CN" altLang="en-US" sz="2400" baseline="-25000">
                  <a:latin typeface="Times New Roman" panose="02020603050405020304" pitchFamily="18" charset="0"/>
                  <a:ea typeface="宋体" panose="02010600030101010101" pitchFamily="2" charset="-122"/>
                </a:endParaRPr>
              </a:p>
            </p:txBody>
          </p:sp>
          <p:sp>
            <p:nvSpPr>
              <p:cNvPr id="16420" name="TextBox 57"/>
              <p:cNvSpPr txBox="1"/>
              <p:nvPr/>
            </p:nvSpPr>
            <p:spPr>
              <a:xfrm>
                <a:off x="1259632" y="2679303"/>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5</a:t>
                </a:r>
                <a:endParaRPr lang="zh-CN" altLang="en-US" sz="2400" baseline="-25000">
                  <a:latin typeface="Times New Roman" panose="02020603050405020304" pitchFamily="18" charset="0"/>
                  <a:ea typeface="宋体" panose="02010600030101010101" pitchFamily="2" charset="-122"/>
                </a:endParaRPr>
              </a:p>
            </p:txBody>
          </p:sp>
        </p:grpSp>
        <p:cxnSp>
          <p:nvCxnSpPr>
            <p:cNvPr id="16421" name="直接连接符 69"/>
            <p:cNvCxnSpPr>
              <a:stCxn id="16410" idx="7"/>
              <a:endCxn id="16408" idx="3"/>
            </p:cNvCxnSpPr>
            <p:nvPr/>
          </p:nvCxnSpPr>
          <p:spPr>
            <a:xfrm flipV="1">
              <a:off x="3726836" y="2764165"/>
              <a:ext cx="1010441" cy="819536"/>
            </a:xfrm>
            <a:prstGeom prst="line">
              <a:avLst/>
            </a:prstGeom>
            <a:ln w="19050" cap="flat" cmpd="sng">
              <a:solidFill>
                <a:schemeClr val="tx1"/>
              </a:solidFill>
              <a:prstDash val="solid"/>
              <a:round/>
              <a:headEnd type="none" w="med" len="med"/>
              <a:tailEnd type="none" w="med" len="med"/>
            </a:ln>
          </p:spPr>
        </p:cxnSp>
      </p:grpSp>
      <p:grpSp>
        <p:nvGrpSpPr>
          <p:cNvPr id="16422" name="组合 92"/>
          <p:cNvGrpSpPr/>
          <p:nvPr/>
        </p:nvGrpSpPr>
        <p:grpSpPr>
          <a:xfrm>
            <a:off x="6084888" y="2205038"/>
            <a:ext cx="2232025" cy="1511300"/>
            <a:chOff x="6084168" y="2276872"/>
            <a:chExt cx="2232243" cy="1512168"/>
          </a:xfrm>
        </p:grpSpPr>
        <p:grpSp>
          <p:nvGrpSpPr>
            <p:cNvPr id="16423" name="组合 71"/>
            <p:cNvGrpSpPr/>
            <p:nvPr/>
          </p:nvGrpSpPr>
          <p:grpSpPr>
            <a:xfrm>
              <a:off x="6084168" y="2276872"/>
              <a:ext cx="2079698" cy="1512168"/>
              <a:chOff x="611560" y="2204864"/>
              <a:chExt cx="2079698" cy="1512168"/>
            </a:xfrm>
          </p:grpSpPr>
          <p:grpSp>
            <p:nvGrpSpPr>
              <p:cNvPr id="16424" name="组合 43"/>
              <p:cNvGrpSpPr/>
              <p:nvPr/>
            </p:nvGrpSpPr>
            <p:grpSpPr>
              <a:xfrm>
                <a:off x="899592" y="2571600"/>
                <a:ext cx="1336337" cy="1145432"/>
                <a:chOff x="971600" y="2420888"/>
                <a:chExt cx="1008112" cy="864096"/>
              </a:xfrm>
            </p:grpSpPr>
            <p:sp>
              <p:nvSpPr>
                <p:cNvPr id="16425" name="椭圆 80"/>
                <p:cNvSpPr/>
                <p:nvPr/>
              </p:nvSpPr>
              <p:spPr>
                <a:xfrm>
                  <a:off x="1835696" y="2420888"/>
                  <a:ext cx="144016" cy="144016"/>
                </a:xfrm>
                <a:prstGeom prst="ellipse">
                  <a:avLst/>
                </a:prstGeom>
                <a:solidFill>
                  <a:schemeClr val="bg1"/>
                </a:solid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26" name="椭圆 81"/>
                <p:cNvSpPr/>
                <p:nvPr/>
              </p:nvSpPr>
              <p:spPr>
                <a:xfrm>
                  <a:off x="971600" y="242088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27" name="椭圆 82"/>
                <p:cNvSpPr/>
                <p:nvPr/>
              </p:nvSpPr>
              <p:spPr>
                <a:xfrm>
                  <a:off x="971600"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28" name="椭圆 83"/>
                <p:cNvSpPr/>
                <p:nvPr/>
              </p:nvSpPr>
              <p:spPr>
                <a:xfrm>
                  <a:off x="1835696"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16429" name="直接连接符 84"/>
                <p:cNvCxnSpPr>
                  <a:stCxn id="16426" idx="6"/>
                  <a:endCxn id="16425" idx="2"/>
                </p:cNvCxnSpPr>
                <p:nvPr/>
              </p:nvCxnSpPr>
              <p:spPr>
                <a:xfrm>
                  <a:off x="1115616" y="2492896"/>
                  <a:ext cx="720080" cy="0"/>
                </a:xfrm>
                <a:prstGeom prst="line">
                  <a:avLst/>
                </a:prstGeom>
                <a:ln w="19050" cap="flat" cmpd="sng">
                  <a:solidFill>
                    <a:schemeClr val="tx1"/>
                  </a:solidFill>
                  <a:prstDash val="solid"/>
                  <a:round/>
                  <a:headEnd type="none" w="med" len="med"/>
                  <a:tailEnd type="none" w="med" len="med"/>
                </a:ln>
              </p:spPr>
            </p:cxnSp>
            <p:cxnSp>
              <p:nvCxnSpPr>
                <p:cNvPr id="16430" name="直接连接符 85"/>
                <p:cNvCxnSpPr>
                  <a:stCxn id="16426" idx="4"/>
                  <a:endCxn id="16427" idx="0"/>
                </p:cNvCxnSpPr>
                <p:nvPr/>
              </p:nvCxnSpPr>
              <p:spPr>
                <a:xfrm>
                  <a:off x="1043608" y="2564904"/>
                  <a:ext cx="0" cy="576064"/>
                </a:xfrm>
                <a:prstGeom prst="line">
                  <a:avLst/>
                </a:prstGeom>
                <a:ln w="19050" cap="flat" cmpd="sng">
                  <a:solidFill>
                    <a:schemeClr val="tx1"/>
                  </a:solidFill>
                  <a:prstDash val="solid"/>
                  <a:round/>
                  <a:headEnd type="none" w="med" len="med"/>
                  <a:tailEnd type="none" w="med" len="med"/>
                </a:ln>
              </p:spPr>
            </p:cxnSp>
            <p:cxnSp>
              <p:nvCxnSpPr>
                <p:cNvPr id="16431" name="直接连接符 86"/>
                <p:cNvCxnSpPr>
                  <a:stCxn id="16425" idx="4"/>
                  <a:endCxn id="16428" idx="0"/>
                </p:cNvCxnSpPr>
                <p:nvPr/>
              </p:nvCxnSpPr>
              <p:spPr>
                <a:xfrm>
                  <a:off x="1907704" y="2564904"/>
                  <a:ext cx="0" cy="576064"/>
                </a:xfrm>
                <a:prstGeom prst="line">
                  <a:avLst/>
                </a:prstGeom>
                <a:ln w="19050" cap="flat" cmpd="sng">
                  <a:solidFill>
                    <a:schemeClr val="tx1"/>
                  </a:solidFill>
                  <a:prstDash val="solid"/>
                  <a:round/>
                  <a:headEnd type="none" w="med" len="med"/>
                  <a:tailEnd type="none" w="med" len="med"/>
                </a:ln>
              </p:spPr>
            </p:cxnSp>
            <p:cxnSp>
              <p:nvCxnSpPr>
                <p:cNvPr id="16432" name="直接连接符 87"/>
                <p:cNvCxnSpPr>
                  <a:stCxn id="16427" idx="6"/>
                  <a:endCxn id="16428" idx="2"/>
                </p:cNvCxnSpPr>
                <p:nvPr/>
              </p:nvCxnSpPr>
              <p:spPr>
                <a:xfrm>
                  <a:off x="1115616" y="3212976"/>
                  <a:ext cx="720080" cy="0"/>
                </a:xfrm>
                <a:prstGeom prst="line">
                  <a:avLst/>
                </a:prstGeom>
                <a:ln w="19050" cap="flat" cmpd="sng">
                  <a:solidFill>
                    <a:schemeClr val="tx1"/>
                  </a:solidFill>
                  <a:prstDash val="solid"/>
                  <a:round/>
                  <a:headEnd type="none" w="med" len="med"/>
                  <a:tailEnd type="none" w="med" len="med"/>
                </a:ln>
              </p:spPr>
            </p:cxnSp>
          </p:grpSp>
          <p:sp>
            <p:nvSpPr>
              <p:cNvPr id="16433" name="TextBox 73"/>
              <p:cNvSpPr txBox="1"/>
              <p:nvPr/>
            </p:nvSpPr>
            <p:spPr>
              <a:xfrm>
                <a:off x="1331640" y="220486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1</a:t>
                </a:r>
                <a:endParaRPr lang="zh-CN" altLang="en-US" sz="2400" baseline="-25000">
                  <a:latin typeface="Times New Roman" panose="02020603050405020304" pitchFamily="18" charset="0"/>
                  <a:ea typeface="宋体" panose="02010600030101010101" pitchFamily="2" charset="-122"/>
                </a:endParaRPr>
              </a:p>
            </p:txBody>
          </p:sp>
          <p:sp>
            <p:nvSpPr>
              <p:cNvPr id="16434" name="TextBox 74"/>
              <p:cNvSpPr txBox="1"/>
              <p:nvPr/>
            </p:nvSpPr>
            <p:spPr>
              <a:xfrm>
                <a:off x="611560" y="2852936"/>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2</a:t>
                </a:r>
                <a:endParaRPr lang="zh-CN" altLang="en-US" sz="2400" baseline="-25000">
                  <a:latin typeface="Times New Roman" panose="02020603050405020304" pitchFamily="18" charset="0"/>
                  <a:ea typeface="宋体" panose="02010600030101010101" pitchFamily="2" charset="-122"/>
                </a:endParaRPr>
              </a:p>
            </p:txBody>
          </p:sp>
          <p:sp>
            <p:nvSpPr>
              <p:cNvPr id="16435" name="TextBox 75"/>
              <p:cNvSpPr txBox="1"/>
              <p:nvPr/>
            </p:nvSpPr>
            <p:spPr>
              <a:xfrm>
                <a:off x="1331640" y="3140968"/>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3</a:t>
                </a:r>
                <a:endParaRPr lang="zh-CN" altLang="en-US" sz="2400" baseline="-25000">
                  <a:latin typeface="Times New Roman" panose="02020603050405020304" pitchFamily="18" charset="0"/>
                  <a:ea typeface="宋体" panose="02010600030101010101" pitchFamily="2" charset="-122"/>
                </a:endParaRPr>
              </a:p>
            </p:txBody>
          </p:sp>
          <p:sp>
            <p:nvSpPr>
              <p:cNvPr id="16436" name="TextBox 76"/>
              <p:cNvSpPr txBox="1"/>
              <p:nvPr/>
            </p:nvSpPr>
            <p:spPr>
              <a:xfrm>
                <a:off x="2123728" y="292494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4</a:t>
                </a:r>
                <a:endParaRPr lang="zh-CN" altLang="en-US" sz="2400" baseline="-25000">
                  <a:latin typeface="Times New Roman" panose="02020603050405020304" pitchFamily="18" charset="0"/>
                  <a:ea typeface="宋体" panose="02010600030101010101" pitchFamily="2" charset="-122"/>
                </a:endParaRPr>
              </a:p>
            </p:txBody>
          </p:sp>
          <p:sp>
            <p:nvSpPr>
              <p:cNvPr id="16437" name="TextBox 77"/>
              <p:cNvSpPr txBox="1"/>
              <p:nvPr/>
            </p:nvSpPr>
            <p:spPr>
              <a:xfrm>
                <a:off x="2267744" y="2276872"/>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6</a:t>
                </a:r>
                <a:endParaRPr lang="zh-CN" altLang="en-US" sz="2400" baseline="-25000">
                  <a:latin typeface="Times New Roman" panose="02020603050405020304" pitchFamily="18" charset="0"/>
                  <a:ea typeface="宋体" panose="02010600030101010101" pitchFamily="2" charset="-122"/>
                </a:endParaRPr>
              </a:p>
            </p:txBody>
          </p:sp>
        </p:grpSp>
        <p:sp>
          <p:nvSpPr>
            <p:cNvPr id="16438" name="任意多边形 88"/>
            <p:cNvSpPr/>
            <p:nvPr/>
          </p:nvSpPr>
          <p:spPr>
            <a:xfrm>
              <a:off x="6493397" y="2287929"/>
              <a:ext cx="1823014" cy="1392820"/>
            </a:xfrm>
            <a:custGeom>
              <a:avLst/>
              <a:gdLst/>
              <a:ahLst/>
              <a:cxnLst>
                <a:cxn ang="0">
                  <a:pos x="0" y="374248"/>
                </a:cxn>
                <a:cxn ang="0">
                  <a:pos x="474562" y="73306"/>
                </a:cxn>
                <a:cxn ang="0">
                  <a:pos x="1388962" y="73306"/>
                </a:cxn>
                <a:cxn ang="0">
                  <a:pos x="1782502" y="513144"/>
                </a:cxn>
                <a:cxn ang="0">
                  <a:pos x="1632031" y="1103453"/>
                </a:cxn>
                <a:cxn ang="0">
                  <a:pos x="1215342" y="1392820"/>
                </a:cxn>
              </a:cxnLst>
              <a:pathLst>
                <a:path w="1823014" h="1392820">
                  <a:moveTo>
                    <a:pt x="0" y="374248"/>
                  </a:moveTo>
                  <a:cubicBezTo>
                    <a:pt x="121534" y="248855"/>
                    <a:pt x="243068" y="123463"/>
                    <a:pt x="474562" y="73306"/>
                  </a:cubicBezTo>
                  <a:cubicBezTo>
                    <a:pt x="706056" y="23149"/>
                    <a:pt x="1170972" y="0"/>
                    <a:pt x="1388962" y="73306"/>
                  </a:cubicBezTo>
                  <a:cubicBezTo>
                    <a:pt x="1606952" y="146612"/>
                    <a:pt x="1741991" y="341453"/>
                    <a:pt x="1782502" y="513144"/>
                  </a:cubicBezTo>
                  <a:cubicBezTo>
                    <a:pt x="1823014" y="684835"/>
                    <a:pt x="1726558" y="956840"/>
                    <a:pt x="1632031" y="1103453"/>
                  </a:cubicBezTo>
                  <a:cubicBezTo>
                    <a:pt x="1537504" y="1250066"/>
                    <a:pt x="1376423" y="1321443"/>
                    <a:pt x="1215342" y="1392820"/>
                  </a:cubicBezTo>
                </a:path>
              </a:pathLst>
            </a:custGeom>
            <a:noFill/>
            <a:ln w="19050" cap="flat" cmpd="sng">
              <a:solidFill>
                <a:schemeClr val="tx1"/>
              </a:solidFill>
              <a:prstDash val="solid"/>
              <a:round/>
              <a:headEnd type="none" w="med" len="med"/>
              <a:tailEnd type="none" w="med" len="med"/>
            </a:ln>
          </p:spPr>
          <p:txBody>
            <a:bodyPr/>
            <a:p>
              <a:endParaRPr lang="zh-CN" altLang="en-US"/>
            </a:p>
          </p:txBody>
        </p:sp>
        <p:cxnSp>
          <p:nvCxnSpPr>
            <p:cNvPr id="16439" name="直接连接符 90"/>
            <p:cNvCxnSpPr>
              <a:stCxn id="16427" idx="7"/>
              <a:endCxn id="16425" idx="3"/>
            </p:cNvCxnSpPr>
            <p:nvPr/>
          </p:nvCxnSpPr>
          <p:spPr>
            <a:xfrm flipV="1">
              <a:off x="6535148" y="2806556"/>
              <a:ext cx="1010441" cy="819536"/>
            </a:xfrm>
            <a:prstGeom prst="line">
              <a:avLst/>
            </a:prstGeom>
            <a:ln w="19050" cap="flat" cmpd="sng">
              <a:solidFill>
                <a:schemeClr val="tx1"/>
              </a:solidFill>
              <a:prstDash val="solid"/>
              <a:round/>
              <a:headEnd type="none" w="med" len="med"/>
              <a:tailEnd type="none" w="med" len="med"/>
            </a:ln>
          </p:spPr>
        </p:cxnSp>
        <p:sp>
          <p:nvSpPr>
            <p:cNvPr id="16440" name="TextBox 91"/>
            <p:cNvSpPr txBox="1"/>
            <p:nvPr/>
          </p:nvSpPr>
          <p:spPr>
            <a:xfrm>
              <a:off x="6660232" y="2751311"/>
              <a:ext cx="483467" cy="461665"/>
            </a:xfrm>
            <a:prstGeom prst="rect">
              <a:avLst/>
            </a:prstGeom>
            <a:noFill/>
            <a:ln w="9525">
              <a:noFill/>
            </a:ln>
          </p:spPr>
          <p:txBody>
            <a:bodyPr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5</a:t>
              </a:r>
              <a:endParaRPr lang="zh-CN" altLang="en-US" sz="2400" baseline="-25000">
                <a:latin typeface="Times New Roman" panose="02020603050405020304" pitchFamily="18" charset="0"/>
                <a:ea typeface="宋体" panose="02010600030101010101" pitchFamily="2" charset="-122"/>
              </a:endParaRPr>
            </a:p>
          </p:txBody>
        </p:sp>
      </p:grpSp>
      <p:grpSp>
        <p:nvGrpSpPr>
          <p:cNvPr id="16441" name="组合 93"/>
          <p:cNvGrpSpPr/>
          <p:nvPr/>
        </p:nvGrpSpPr>
        <p:grpSpPr>
          <a:xfrm>
            <a:off x="539750" y="4292600"/>
            <a:ext cx="1935163" cy="1512888"/>
            <a:chOff x="611560" y="2204864"/>
            <a:chExt cx="1935682" cy="1512168"/>
          </a:xfrm>
        </p:grpSpPr>
        <p:grpSp>
          <p:nvGrpSpPr>
            <p:cNvPr id="16442" name="组合 43"/>
            <p:cNvGrpSpPr/>
            <p:nvPr/>
          </p:nvGrpSpPr>
          <p:grpSpPr>
            <a:xfrm>
              <a:off x="899592" y="2571600"/>
              <a:ext cx="1336337" cy="1145432"/>
              <a:chOff x="971600" y="2420888"/>
              <a:chExt cx="1008112" cy="864096"/>
            </a:xfrm>
          </p:grpSpPr>
          <p:sp>
            <p:nvSpPr>
              <p:cNvPr id="16443" name="椭圆 102"/>
              <p:cNvSpPr/>
              <p:nvPr/>
            </p:nvSpPr>
            <p:spPr>
              <a:xfrm>
                <a:off x="1835696" y="2420888"/>
                <a:ext cx="144016" cy="144016"/>
              </a:xfrm>
              <a:prstGeom prst="ellipse">
                <a:avLst/>
              </a:prstGeom>
              <a:solidFill>
                <a:schemeClr val="bg1"/>
              </a:solid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44" name="椭圆 103"/>
              <p:cNvSpPr/>
              <p:nvPr/>
            </p:nvSpPr>
            <p:spPr>
              <a:xfrm>
                <a:off x="971600" y="242088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45" name="椭圆 104"/>
              <p:cNvSpPr/>
              <p:nvPr/>
            </p:nvSpPr>
            <p:spPr>
              <a:xfrm>
                <a:off x="971600"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46" name="椭圆 105"/>
              <p:cNvSpPr/>
              <p:nvPr/>
            </p:nvSpPr>
            <p:spPr>
              <a:xfrm>
                <a:off x="1835696"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16447" name="直接连接符 106"/>
              <p:cNvCxnSpPr>
                <a:stCxn id="16444" idx="6"/>
                <a:endCxn id="16443" idx="2"/>
              </p:cNvCxnSpPr>
              <p:nvPr/>
            </p:nvCxnSpPr>
            <p:spPr>
              <a:xfrm>
                <a:off x="1115616" y="2492896"/>
                <a:ext cx="720080" cy="0"/>
              </a:xfrm>
              <a:prstGeom prst="line">
                <a:avLst/>
              </a:prstGeom>
              <a:ln w="19050" cap="flat" cmpd="sng">
                <a:solidFill>
                  <a:schemeClr val="tx1"/>
                </a:solidFill>
                <a:prstDash val="solid"/>
                <a:round/>
                <a:headEnd type="arrow" w="med" len="med"/>
                <a:tailEnd type="none" w="med" len="med"/>
              </a:ln>
            </p:spPr>
          </p:cxnSp>
          <p:cxnSp>
            <p:nvCxnSpPr>
              <p:cNvPr id="16448" name="直接连接符 107"/>
              <p:cNvCxnSpPr>
                <a:stCxn id="16444" idx="4"/>
                <a:endCxn id="16445" idx="0"/>
              </p:cNvCxnSpPr>
              <p:nvPr/>
            </p:nvCxnSpPr>
            <p:spPr>
              <a:xfrm>
                <a:off x="1043608" y="2564904"/>
                <a:ext cx="0" cy="576064"/>
              </a:xfrm>
              <a:prstGeom prst="line">
                <a:avLst/>
              </a:prstGeom>
              <a:ln w="19050" cap="flat" cmpd="sng">
                <a:solidFill>
                  <a:schemeClr val="tx1"/>
                </a:solidFill>
                <a:prstDash val="solid"/>
                <a:round/>
                <a:headEnd type="none" w="med" len="med"/>
                <a:tailEnd type="arrow" w="med" len="med"/>
              </a:ln>
            </p:spPr>
          </p:cxnSp>
          <p:cxnSp>
            <p:nvCxnSpPr>
              <p:cNvPr id="16449" name="直接连接符 108"/>
              <p:cNvCxnSpPr>
                <a:stCxn id="16443" idx="4"/>
                <a:endCxn id="16446" idx="0"/>
              </p:cNvCxnSpPr>
              <p:nvPr/>
            </p:nvCxnSpPr>
            <p:spPr>
              <a:xfrm>
                <a:off x="1907704" y="2564904"/>
                <a:ext cx="0" cy="576064"/>
              </a:xfrm>
              <a:prstGeom prst="line">
                <a:avLst/>
              </a:prstGeom>
              <a:ln w="19050" cap="flat" cmpd="sng">
                <a:solidFill>
                  <a:schemeClr val="tx1"/>
                </a:solidFill>
                <a:prstDash val="solid"/>
                <a:round/>
                <a:headEnd type="arrow" w="med" len="med"/>
                <a:tailEnd type="none" w="med" len="med"/>
              </a:ln>
            </p:spPr>
          </p:cxnSp>
          <p:cxnSp>
            <p:nvCxnSpPr>
              <p:cNvPr id="16450" name="直接连接符 109"/>
              <p:cNvCxnSpPr>
                <a:stCxn id="16445" idx="6"/>
                <a:endCxn id="16446" idx="2"/>
              </p:cNvCxnSpPr>
              <p:nvPr/>
            </p:nvCxnSpPr>
            <p:spPr>
              <a:xfrm>
                <a:off x="1115616" y="3212976"/>
                <a:ext cx="720080" cy="0"/>
              </a:xfrm>
              <a:prstGeom prst="line">
                <a:avLst/>
              </a:prstGeom>
              <a:ln w="19050" cap="flat" cmpd="sng">
                <a:solidFill>
                  <a:schemeClr val="tx1"/>
                </a:solidFill>
                <a:prstDash val="solid"/>
                <a:round/>
                <a:headEnd type="none" w="med" len="med"/>
                <a:tailEnd type="arrow" w="med" len="med"/>
              </a:ln>
            </p:spPr>
          </p:cxnSp>
        </p:grpSp>
        <p:sp>
          <p:nvSpPr>
            <p:cNvPr id="16451" name="TextBox 95"/>
            <p:cNvSpPr txBox="1"/>
            <p:nvPr/>
          </p:nvSpPr>
          <p:spPr>
            <a:xfrm>
              <a:off x="1331640" y="220486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1</a:t>
              </a:r>
              <a:endParaRPr lang="zh-CN" altLang="en-US" sz="2400" baseline="-25000">
                <a:latin typeface="Times New Roman" panose="02020603050405020304" pitchFamily="18" charset="0"/>
                <a:ea typeface="宋体" panose="02010600030101010101" pitchFamily="2" charset="-122"/>
              </a:endParaRPr>
            </a:p>
          </p:txBody>
        </p:sp>
        <p:sp>
          <p:nvSpPr>
            <p:cNvPr id="16452" name="TextBox 96"/>
            <p:cNvSpPr txBox="1"/>
            <p:nvPr/>
          </p:nvSpPr>
          <p:spPr>
            <a:xfrm>
              <a:off x="611560" y="2852936"/>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2</a:t>
              </a:r>
              <a:endParaRPr lang="zh-CN" altLang="en-US" sz="2400" baseline="-25000">
                <a:latin typeface="Times New Roman" panose="02020603050405020304" pitchFamily="18" charset="0"/>
                <a:ea typeface="宋体" panose="02010600030101010101" pitchFamily="2" charset="-122"/>
              </a:endParaRPr>
            </a:p>
          </p:txBody>
        </p:sp>
        <p:sp>
          <p:nvSpPr>
            <p:cNvPr id="16453" name="TextBox 97"/>
            <p:cNvSpPr txBox="1"/>
            <p:nvPr/>
          </p:nvSpPr>
          <p:spPr>
            <a:xfrm>
              <a:off x="1331640" y="3140968"/>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3</a:t>
              </a:r>
              <a:endParaRPr lang="zh-CN" altLang="en-US" sz="2400" baseline="-25000">
                <a:latin typeface="Times New Roman" panose="02020603050405020304" pitchFamily="18" charset="0"/>
                <a:ea typeface="宋体" panose="02010600030101010101" pitchFamily="2" charset="-122"/>
              </a:endParaRPr>
            </a:p>
          </p:txBody>
        </p:sp>
        <p:sp>
          <p:nvSpPr>
            <p:cNvPr id="16454" name="TextBox 98"/>
            <p:cNvSpPr txBox="1"/>
            <p:nvPr/>
          </p:nvSpPr>
          <p:spPr>
            <a:xfrm>
              <a:off x="2123728" y="292494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4</a:t>
              </a:r>
              <a:endParaRPr lang="zh-CN" altLang="en-US" sz="2400" baseline="-25000">
                <a:latin typeface="Times New Roman" panose="02020603050405020304" pitchFamily="18" charset="0"/>
                <a:ea typeface="宋体" panose="02010600030101010101" pitchFamily="2" charset="-122"/>
              </a:endParaRPr>
            </a:p>
          </p:txBody>
        </p:sp>
      </p:grpSp>
      <p:grpSp>
        <p:nvGrpSpPr>
          <p:cNvPr id="16455" name="组合 129"/>
          <p:cNvGrpSpPr/>
          <p:nvPr/>
        </p:nvGrpSpPr>
        <p:grpSpPr>
          <a:xfrm>
            <a:off x="3132138" y="4292600"/>
            <a:ext cx="1935162" cy="1512888"/>
            <a:chOff x="611560" y="2204864"/>
            <a:chExt cx="1935682" cy="1512168"/>
          </a:xfrm>
        </p:grpSpPr>
        <p:grpSp>
          <p:nvGrpSpPr>
            <p:cNvPr id="16456" name="组合 43"/>
            <p:cNvGrpSpPr/>
            <p:nvPr/>
          </p:nvGrpSpPr>
          <p:grpSpPr>
            <a:xfrm>
              <a:off x="899592" y="2571600"/>
              <a:ext cx="1336337" cy="1145432"/>
              <a:chOff x="971600" y="2420888"/>
              <a:chExt cx="1008112" cy="864096"/>
            </a:xfrm>
          </p:grpSpPr>
          <p:sp>
            <p:nvSpPr>
              <p:cNvPr id="16457" name="椭圆 135"/>
              <p:cNvSpPr/>
              <p:nvPr/>
            </p:nvSpPr>
            <p:spPr>
              <a:xfrm>
                <a:off x="1835696" y="2420888"/>
                <a:ext cx="144016" cy="144016"/>
              </a:xfrm>
              <a:prstGeom prst="ellipse">
                <a:avLst/>
              </a:prstGeom>
              <a:solidFill>
                <a:schemeClr val="bg1"/>
              </a:solid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58" name="椭圆 136"/>
              <p:cNvSpPr/>
              <p:nvPr/>
            </p:nvSpPr>
            <p:spPr>
              <a:xfrm>
                <a:off x="971600" y="242088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59" name="椭圆 137"/>
              <p:cNvSpPr/>
              <p:nvPr/>
            </p:nvSpPr>
            <p:spPr>
              <a:xfrm>
                <a:off x="971600"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60" name="椭圆 138"/>
              <p:cNvSpPr/>
              <p:nvPr/>
            </p:nvSpPr>
            <p:spPr>
              <a:xfrm>
                <a:off x="1835696"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16461" name="直接连接符 139"/>
              <p:cNvCxnSpPr>
                <a:stCxn id="16458" idx="6"/>
                <a:endCxn id="16457" idx="2"/>
              </p:cNvCxnSpPr>
              <p:nvPr/>
            </p:nvCxnSpPr>
            <p:spPr>
              <a:xfrm>
                <a:off x="1115616" y="2492896"/>
                <a:ext cx="720080" cy="0"/>
              </a:xfrm>
              <a:prstGeom prst="line">
                <a:avLst/>
              </a:prstGeom>
              <a:ln w="19050" cap="flat" cmpd="sng">
                <a:solidFill>
                  <a:schemeClr val="tx1"/>
                </a:solidFill>
                <a:prstDash val="solid"/>
                <a:round/>
                <a:headEnd type="arrow" w="med" len="med"/>
                <a:tailEnd type="none" w="med" len="med"/>
              </a:ln>
            </p:spPr>
          </p:cxnSp>
          <p:cxnSp>
            <p:nvCxnSpPr>
              <p:cNvPr id="16462" name="直接连接符 140"/>
              <p:cNvCxnSpPr>
                <a:stCxn id="16458" idx="4"/>
                <a:endCxn id="16459" idx="0"/>
              </p:cNvCxnSpPr>
              <p:nvPr/>
            </p:nvCxnSpPr>
            <p:spPr>
              <a:xfrm>
                <a:off x="1043608" y="2564904"/>
                <a:ext cx="0" cy="576064"/>
              </a:xfrm>
              <a:prstGeom prst="line">
                <a:avLst/>
              </a:prstGeom>
              <a:ln w="19050" cap="flat" cmpd="sng">
                <a:solidFill>
                  <a:schemeClr val="tx1"/>
                </a:solidFill>
                <a:prstDash val="solid"/>
                <a:round/>
                <a:headEnd type="none" w="med" len="med"/>
                <a:tailEnd type="arrow" w="med" len="med"/>
              </a:ln>
            </p:spPr>
          </p:cxnSp>
          <p:cxnSp>
            <p:nvCxnSpPr>
              <p:cNvPr id="16463" name="直接连接符 141"/>
              <p:cNvCxnSpPr>
                <a:stCxn id="16457" idx="4"/>
                <a:endCxn id="16460" idx="0"/>
              </p:cNvCxnSpPr>
              <p:nvPr/>
            </p:nvCxnSpPr>
            <p:spPr>
              <a:xfrm>
                <a:off x="1907704" y="2564904"/>
                <a:ext cx="0" cy="576064"/>
              </a:xfrm>
              <a:prstGeom prst="line">
                <a:avLst/>
              </a:prstGeom>
              <a:ln w="19050" cap="flat" cmpd="sng">
                <a:solidFill>
                  <a:schemeClr val="tx1"/>
                </a:solidFill>
                <a:prstDash val="solid"/>
                <a:round/>
                <a:headEnd type="arrow" w="med" len="med"/>
                <a:tailEnd type="none" w="med" len="med"/>
              </a:ln>
            </p:spPr>
          </p:cxnSp>
          <p:cxnSp>
            <p:nvCxnSpPr>
              <p:cNvPr id="16464" name="直接连接符 142"/>
              <p:cNvCxnSpPr>
                <a:stCxn id="16459" idx="6"/>
                <a:endCxn id="16460" idx="2"/>
              </p:cNvCxnSpPr>
              <p:nvPr/>
            </p:nvCxnSpPr>
            <p:spPr>
              <a:xfrm>
                <a:off x="1115616" y="3212976"/>
                <a:ext cx="720080" cy="0"/>
              </a:xfrm>
              <a:prstGeom prst="line">
                <a:avLst/>
              </a:prstGeom>
              <a:ln w="19050" cap="flat" cmpd="sng">
                <a:solidFill>
                  <a:schemeClr val="tx1"/>
                </a:solidFill>
                <a:prstDash val="solid"/>
                <a:round/>
                <a:headEnd type="none" w="med" len="med"/>
                <a:tailEnd type="arrow" w="med" len="med"/>
              </a:ln>
            </p:spPr>
          </p:cxnSp>
        </p:grpSp>
        <p:sp>
          <p:nvSpPr>
            <p:cNvPr id="16465" name="TextBox 131"/>
            <p:cNvSpPr txBox="1"/>
            <p:nvPr/>
          </p:nvSpPr>
          <p:spPr>
            <a:xfrm>
              <a:off x="1331640" y="220486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1</a:t>
              </a:r>
              <a:endParaRPr lang="zh-CN" altLang="en-US" sz="2400" baseline="-25000">
                <a:latin typeface="Times New Roman" panose="02020603050405020304" pitchFamily="18" charset="0"/>
                <a:ea typeface="宋体" panose="02010600030101010101" pitchFamily="2" charset="-122"/>
              </a:endParaRPr>
            </a:p>
          </p:txBody>
        </p:sp>
        <p:sp>
          <p:nvSpPr>
            <p:cNvPr id="16466" name="TextBox 132"/>
            <p:cNvSpPr txBox="1"/>
            <p:nvPr/>
          </p:nvSpPr>
          <p:spPr>
            <a:xfrm>
              <a:off x="611560" y="2852936"/>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2</a:t>
              </a:r>
              <a:endParaRPr lang="zh-CN" altLang="en-US" sz="2400" baseline="-25000">
                <a:latin typeface="Times New Roman" panose="02020603050405020304" pitchFamily="18" charset="0"/>
                <a:ea typeface="宋体" panose="02010600030101010101" pitchFamily="2" charset="-122"/>
              </a:endParaRPr>
            </a:p>
          </p:txBody>
        </p:sp>
        <p:sp>
          <p:nvSpPr>
            <p:cNvPr id="16467" name="TextBox 133"/>
            <p:cNvSpPr txBox="1"/>
            <p:nvPr/>
          </p:nvSpPr>
          <p:spPr>
            <a:xfrm>
              <a:off x="1331640" y="3140968"/>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3</a:t>
              </a:r>
              <a:endParaRPr lang="zh-CN" altLang="en-US" sz="2400" baseline="-25000">
                <a:latin typeface="Times New Roman" panose="02020603050405020304" pitchFamily="18" charset="0"/>
                <a:ea typeface="宋体" panose="02010600030101010101" pitchFamily="2" charset="-122"/>
              </a:endParaRPr>
            </a:p>
          </p:txBody>
        </p:sp>
        <p:sp>
          <p:nvSpPr>
            <p:cNvPr id="16468" name="TextBox 134"/>
            <p:cNvSpPr txBox="1"/>
            <p:nvPr/>
          </p:nvSpPr>
          <p:spPr>
            <a:xfrm>
              <a:off x="2123728" y="292494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4</a:t>
              </a:r>
              <a:endParaRPr lang="zh-CN" altLang="en-US" sz="2400" baseline="-25000">
                <a:latin typeface="Times New Roman" panose="02020603050405020304" pitchFamily="18" charset="0"/>
                <a:ea typeface="宋体" panose="02010600030101010101" pitchFamily="2" charset="-122"/>
              </a:endParaRPr>
            </a:p>
          </p:txBody>
        </p:sp>
      </p:grpSp>
      <p:cxnSp>
        <p:nvCxnSpPr>
          <p:cNvPr id="16469" name="直接箭头连接符 144"/>
          <p:cNvCxnSpPr>
            <a:stCxn id="16459" idx="7"/>
            <a:endCxn id="16457" idx="3"/>
          </p:cNvCxnSpPr>
          <p:nvPr/>
        </p:nvCxnSpPr>
        <p:spPr>
          <a:xfrm flipV="1">
            <a:off x="3582988" y="4822825"/>
            <a:ext cx="1009650" cy="819150"/>
          </a:xfrm>
          <a:prstGeom prst="straightConnector1">
            <a:avLst/>
          </a:prstGeom>
          <a:ln w="19050" cap="flat" cmpd="sng">
            <a:solidFill>
              <a:schemeClr val="tx1"/>
            </a:solidFill>
            <a:prstDash val="solid"/>
            <a:round/>
            <a:headEnd type="none" w="med" len="med"/>
            <a:tailEnd type="arrow" w="med" len="med"/>
          </a:ln>
        </p:spPr>
      </p:cxnSp>
      <p:sp>
        <p:nvSpPr>
          <p:cNvPr id="16470" name="TextBox 145"/>
          <p:cNvSpPr txBox="1"/>
          <p:nvPr/>
        </p:nvSpPr>
        <p:spPr>
          <a:xfrm>
            <a:off x="3708400" y="4868863"/>
            <a:ext cx="422275" cy="461962"/>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5</a:t>
            </a:r>
            <a:endParaRPr lang="zh-CN" altLang="en-US" sz="2400" baseline="-25000">
              <a:latin typeface="Times New Roman" panose="02020603050405020304" pitchFamily="18" charset="0"/>
              <a:ea typeface="宋体" panose="02010600030101010101" pitchFamily="2" charset="-122"/>
            </a:endParaRPr>
          </a:p>
        </p:txBody>
      </p:sp>
      <p:grpSp>
        <p:nvGrpSpPr>
          <p:cNvPr id="16471" name="组合 146"/>
          <p:cNvGrpSpPr/>
          <p:nvPr/>
        </p:nvGrpSpPr>
        <p:grpSpPr>
          <a:xfrm>
            <a:off x="6011863" y="4292600"/>
            <a:ext cx="1936750" cy="1512888"/>
            <a:chOff x="611560" y="2204864"/>
            <a:chExt cx="1935682" cy="1512168"/>
          </a:xfrm>
        </p:grpSpPr>
        <p:grpSp>
          <p:nvGrpSpPr>
            <p:cNvPr id="16472" name="组合 43"/>
            <p:cNvGrpSpPr/>
            <p:nvPr/>
          </p:nvGrpSpPr>
          <p:grpSpPr>
            <a:xfrm>
              <a:off x="899592" y="2571600"/>
              <a:ext cx="1336337" cy="1145432"/>
              <a:chOff x="971600" y="2420888"/>
              <a:chExt cx="1008112" cy="864096"/>
            </a:xfrm>
          </p:grpSpPr>
          <p:sp>
            <p:nvSpPr>
              <p:cNvPr id="16473" name="椭圆 152"/>
              <p:cNvSpPr/>
              <p:nvPr/>
            </p:nvSpPr>
            <p:spPr>
              <a:xfrm>
                <a:off x="1835696" y="2420888"/>
                <a:ext cx="144016" cy="144016"/>
              </a:xfrm>
              <a:prstGeom prst="ellipse">
                <a:avLst/>
              </a:prstGeom>
              <a:solidFill>
                <a:schemeClr val="bg1"/>
              </a:solid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74" name="椭圆 153"/>
              <p:cNvSpPr/>
              <p:nvPr/>
            </p:nvSpPr>
            <p:spPr>
              <a:xfrm>
                <a:off x="971600" y="242088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75" name="椭圆 154"/>
              <p:cNvSpPr/>
              <p:nvPr/>
            </p:nvSpPr>
            <p:spPr>
              <a:xfrm>
                <a:off x="971600"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16476" name="椭圆 155"/>
              <p:cNvSpPr/>
              <p:nvPr/>
            </p:nvSpPr>
            <p:spPr>
              <a:xfrm>
                <a:off x="1835696" y="3140968"/>
                <a:ext cx="144016" cy="144016"/>
              </a:xfrm>
              <a:prstGeom prst="ellipse">
                <a:avLst/>
              </a:prstGeom>
              <a:noFill/>
              <a:ln w="19050"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16477" name="直接连接符 156"/>
              <p:cNvCxnSpPr>
                <a:stCxn id="16474" idx="6"/>
                <a:endCxn id="16473" idx="2"/>
              </p:cNvCxnSpPr>
              <p:nvPr/>
            </p:nvCxnSpPr>
            <p:spPr>
              <a:xfrm>
                <a:off x="1115616" y="2492896"/>
                <a:ext cx="720080" cy="0"/>
              </a:xfrm>
              <a:prstGeom prst="line">
                <a:avLst/>
              </a:prstGeom>
              <a:ln w="19050" cap="flat" cmpd="sng">
                <a:solidFill>
                  <a:schemeClr val="tx1"/>
                </a:solidFill>
                <a:prstDash val="solid"/>
                <a:round/>
                <a:headEnd type="arrow" w="med" len="med"/>
                <a:tailEnd type="none" w="med" len="med"/>
              </a:ln>
            </p:spPr>
          </p:cxnSp>
          <p:cxnSp>
            <p:nvCxnSpPr>
              <p:cNvPr id="16478" name="直接连接符 157"/>
              <p:cNvCxnSpPr>
                <a:stCxn id="16474" idx="4"/>
                <a:endCxn id="16475" idx="0"/>
              </p:cNvCxnSpPr>
              <p:nvPr/>
            </p:nvCxnSpPr>
            <p:spPr>
              <a:xfrm>
                <a:off x="1043608" y="2564904"/>
                <a:ext cx="0" cy="576064"/>
              </a:xfrm>
              <a:prstGeom prst="line">
                <a:avLst/>
              </a:prstGeom>
              <a:ln w="19050" cap="flat" cmpd="sng">
                <a:solidFill>
                  <a:schemeClr val="tx1"/>
                </a:solidFill>
                <a:prstDash val="solid"/>
                <a:round/>
                <a:headEnd type="arrow" w="med" len="med"/>
                <a:tailEnd type="none" w="med" len="med"/>
              </a:ln>
            </p:spPr>
          </p:cxnSp>
          <p:cxnSp>
            <p:nvCxnSpPr>
              <p:cNvPr id="16479" name="直接连接符 158"/>
              <p:cNvCxnSpPr>
                <a:stCxn id="16473" idx="4"/>
                <a:endCxn id="16476" idx="0"/>
              </p:cNvCxnSpPr>
              <p:nvPr/>
            </p:nvCxnSpPr>
            <p:spPr>
              <a:xfrm>
                <a:off x="1907704" y="2564904"/>
                <a:ext cx="0" cy="576064"/>
              </a:xfrm>
              <a:prstGeom prst="line">
                <a:avLst/>
              </a:prstGeom>
              <a:ln w="19050" cap="flat" cmpd="sng">
                <a:solidFill>
                  <a:schemeClr val="tx1"/>
                </a:solidFill>
                <a:prstDash val="solid"/>
                <a:round/>
                <a:headEnd type="none" w="med" len="med"/>
                <a:tailEnd type="arrow" w="med" len="med"/>
              </a:ln>
            </p:spPr>
          </p:cxnSp>
          <p:cxnSp>
            <p:nvCxnSpPr>
              <p:cNvPr id="16480" name="直接连接符 159"/>
              <p:cNvCxnSpPr>
                <a:stCxn id="16475" idx="6"/>
                <a:endCxn id="16476" idx="2"/>
              </p:cNvCxnSpPr>
              <p:nvPr/>
            </p:nvCxnSpPr>
            <p:spPr>
              <a:xfrm>
                <a:off x="1115616" y="3212976"/>
                <a:ext cx="720080" cy="0"/>
              </a:xfrm>
              <a:prstGeom prst="line">
                <a:avLst/>
              </a:prstGeom>
              <a:ln w="19050" cap="flat" cmpd="sng">
                <a:solidFill>
                  <a:schemeClr val="tx1"/>
                </a:solidFill>
                <a:prstDash val="solid"/>
                <a:round/>
                <a:headEnd type="none" w="med" len="med"/>
                <a:tailEnd type="arrow" w="med" len="med"/>
              </a:ln>
            </p:spPr>
          </p:cxnSp>
        </p:grpSp>
        <p:sp>
          <p:nvSpPr>
            <p:cNvPr id="16481" name="TextBox 148"/>
            <p:cNvSpPr txBox="1"/>
            <p:nvPr/>
          </p:nvSpPr>
          <p:spPr>
            <a:xfrm>
              <a:off x="1331640" y="220486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1</a:t>
              </a:r>
              <a:endParaRPr lang="zh-CN" altLang="en-US" sz="2400" baseline="-25000">
                <a:latin typeface="Times New Roman" panose="02020603050405020304" pitchFamily="18" charset="0"/>
                <a:ea typeface="宋体" panose="02010600030101010101" pitchFamily="2" charset="-122"/>
              </a:endParaRPr>
            </a:p>
          </p:txBody>
        </p:sp>
        <p:sp>
          <p:nvSpPr>
            <p:cNvPr id="16482" name="TextBox 149"/>
            <p:cNvSpPr txBox="1"/>
            <p:nvPr/>
          </p:nvSpPr>
          <p:spPr>
            <a:xfrm>
              <a:off x="611560" y="2852936"/>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2</a:t>
              </a:r>
              <a:endParaRPr lang="zh-CN" altLang="en-US" sz="2400" baseline="-25000">
                <a:latin typeface="Times New Roman" panose="02020603050405020304" pitchFamily="18" charset="0"/>
                <a:ea typeface="宋体" panose="02010600030101010101" pitchFamily="2" charset="-122"/>
              </a:endParaRPr>
            </a:p>
          </p:txBody>
        </p:sp>
        <p:sp>
          <p:nvSpPr>
            <p:cNvPr id="16483" name="TextBox 150"/>
            <p:cNvSpPr txBox="1"/>
            <p:nvPr/>
          </p:nvSpPr>
          <p:spPr>
            <a:xfrm>
              <a:off x="1331640" y="3140968"/>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3</a:t>
              </a:r>
              <a:endParaRPr lang="zh-CN" altLang="en-US" sz="2400" baseline="-25000">
                <a:latin typeface="Times New Roman" panose="02020603050405020304" pitchFamily="18" charset="0"/>
                <a:ea typeface="宋体" panose="02010600030101010101" pitchFamily="2" charset="-122"/>
              </a:endParaRPr>
            </a:p>
          </p:txBody>
        </p:sp>
        <p:sp>
          <p:nvSpPr>
            <p:cNvPr id="16484" name="TextBox 151"/>
            <p:cNvSpPr txBox="1"/>
            <p:nvPr/>
          </p:nvSpPr>
          <p:spPr>
            <a:xfrm>
              <a:off x="2123728" y="2924944"/>
              <a:ext cx="423514"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r>
                <a:rPr lang="en-US" altLang="zh-CN" sz="2400" baseline="-25000">
                  <a:latin typeface="Times New Roman" panose="02020603050405020304" pitchFamily="18" charset="0"/>
                  <a:ea typeface="宋体" panose="02010600030101010101" pitchFamily="2" charset="-122"/>
                </a:rPr>
                <a:t>4</a:t>
              </a:r>
              <a:endParaRPr lang="zh-CN" altLang="en-US" sz="2400" baseline="-25000">
                <a:latin typeface="Times New Roman" panose="02020603050405020304" pitchFamily="18" charset="0"/>
                <a:ea typeface="宋体" panose="02010600030101010101" pitchFamily="2" charset="-122"/>
              </a:endParaRPr>
            </a:p>
          </p:txBody>
        </p:sp>
      </p:grpSp>
      <p:sp>
        <p:nvSpPr>
          <p:cNvPr id="16485" name="Text Box 10"/>
          <p:cNvSpPr txBox="1"/>
          <p:nvPr/>
        </p:nvSpPr>
        <p:spPr>
          <a:xfrm>
            <a:off x="3924300" y="3770313"/>
            <a:ext cx="604838" cy="522287"/>
          </a:xfrm>
          <a:prstGeom prst="rect">
            <a:avLst/>
          </a:prstGeom>
          <a:noFill/>
          <a:ln w="9525">
            <a:noFill/>
          </a:ln>
        </p:spPr>
        <p:txBody>
          <a:bodyPr wrap="none" anchor="t" anchorCtr="0">
            <a:spAutoFit/>
          </a:bodyPr>
          <a:p>
            <a:pPr>
              <a:buSzTx/>
            </a:pPr>
            <a:r>
              <a:rPr lang="en-US" altLang="zh-CN" sz="2800">
                <a:latin typeface="Times New Roman" panose="02020603050405020304" pitchFamily="18" charset="0"/>
                <a:ea typeface="黑体" panose="02010609060101010101" pitchFamily="49" charset="-122"/>
              </a:rPr>
              <a:t>(2)</a:t>
            </a:r>
            <a:endParaRPr lang="zh-CN" altLang="en-US" sz="2800">
              <a:latin typeface="Times New Roman" panose="02020603050405020304" pitchFamily="18" charset="0"/>
              <a:ea typeface="黑体" panose="02010609060101010101" pitchFamily="49" charset="-122"/>
            </a:endParaRPr>
          </a:p>
        </p:txBody>
      </p:sp>
      <p:sp>
        <p:nvSpPr>
          <p:cNvPr id="16486" name="Text Box 10"/>
          <p:cNvSpPr txBox="1"/>
          <p:nvPr/>
        </p:nvSpPr>
        <p:spPr>
          <a:xfrm>
            <a:off x="6732588" y="3789363"/>
            <a:ext cx="604837" cy="522287"/>
          </a:xfrm>
          <a:prstGeom prst="rect">
            <a:avLst/>
          </a:prstGeom>
          <a:noFill/>
          <a:ln w="9525">
            <a:noFill/>
          </a:ln>
        </p:spPr>
        <p:txBody>
          <a:bodyPr wrap="none" anchor="t" anchorCtr="0">
            <a:spAutoFit/>
          </a:bodyPr>
          <a:p>
            <a:pPr>
              <a:buSzTx/>
            </a:pPr>
            <a:r>
              <a:rPr lang="en-US" altLang="zh-CN" sz="2800">
                <a:solidFill>
                  <a:srgbClr val="FF0000"/>
                </a:solidFill>
                <a:latin typeface="Times New Roman" panose="02020603050405020304" pitchFamily="18" charset="0"/>
                <a:ea typeface="黑体" panose="02010609060101010101" pitchFamily="49" charset="-122"/>
              </a:rPr>
              <a:t>(3)</a:t>
            </a:r>
            <a:endParaRPr lang="en-US" altLang="zh-CN" sz="2800">
              <a:solidFill>
                <a:srgbClr val="FF0000"/>
              </a:solidFill>
              <a:latin typeface="Times New Roman" panose="02020603050405020304" pitchFamily="18" charset="0"/>
              <a:ea typeface="黑体" panose="02010609060101010101" pitchFamily="49" charset="-122"/>
            </a:endParaRPr>
          </a:p>
        </p:txBody>
      </p:sp>
      <p:sp>
        <p:nvSpPr>
          <p:cNvPr id="16487" name="Text Box 10"/>
          <p:cNvSpPr txBox="1"/>
          <p:nvPr/>
        </p:nvSpPr>
        <p:spPr>
          <a:xfrm>
            <a:off x="1116013" y="5876925"/>
            <a:ext cx="604837" cy="523875"/>
          </a:xfrm>
          <a:prstGeom prst="rect">
            <a:avLst/>
          </a:prstGeom>
          <a:noFill/>
          <a:ln w="9525">
            <a:noFill/>
          </a:ln>
        </p:spPr>
        <p:txBody>
          <a:bodyPr wrap="none" anchor="t" anchorCtr="0">
            <a:spAutoFit/>
          </a:bodyPr>
          <a:p>
            <a:pPr>
              <a:buSzTx/>
            </a:pPr>
            <a:r>
              <a:rPr lang="en-US" altLang="zh-CN" sz="2800">
                <a:latin typeface="Times New Roman" panose="02020603050405020304" pitchFamily="18" charset="0"/>
                <a:ea typeface="黑体" panose="02010609060101010101" pitchFamily="49" charset="-122"/>
              </a:rPr>
              <a:t>(4)</a:t>
            </a:r>
            <a:endParaRPr lang="zh-CN" altLang="en-US" sz="2800">
              <a:latin typeface="Times New Roman" panose="02020603050405020304" pitchFamily="18" charset="0"/>
              <a:ea typeface="黑体" panose="02010609060101010101" pitchFamily="49" charset="-122"/>
            </a:endParaRPr>
          </a:p>
        </p:txBody>
      </p:sp>
      <p:sp>
        <p:nvSpPr>
          <p:cNvPr id="16488" name="Text Box 10"/>
          <p:cNvSpPr txBox="1"/>
          <p:nvPr/>
        </p:nvSpPr>
        <p:spPr>
          <a:xfrm>
            <a:off x="3779838" y="5930900"/>
            <a:ext cx="604837" cy="522288"/>
          </a:xfrm>
          <a:prstGeom prst="rect">
            <a:avLst/>
          </a:prstGeom>
          <a:noFill/>
          <a:ln w="9525">
            <a:noFill/>
          </a:ln>
        </p:spPr>
        <p:txBody>
          <a:bodyPr wrap="none" anchor="t" anchorCtr="0">
            <a:spAutoFit/>
          </a:bodyPr>
          <a:p>
            <a:pPr>
              <a:buSzTx/>
            </a:pPr>
            <a:r>
              <a:rPr lang="en-US" altLang="zh-CN" sz="2800">
                <a:latin typeface="Times New Roman" panose="02020603050405020304" pitchFamily="18" charset="0"/>
                <a:ea typeface="黑体" panose="02010609060101010101" pitchFamily="49" charset="-122"/>
              </a:rPr>
              <a:t>(5)</a:t>
            </a:r>
            <a:endParaRPr lang="zh-CN" altLang="en-US" sz="2800">
              <a:latin typeface="Times New Roman" panose="02020603050405020304" pitchFamily="18" charset="0"/>
              <a:ea typeface="黑体" panose="02010609060101010101" pitchFamily="49" charset="-122"/>
            </a:endParaRPr>
          </a:p>
        </p:txBody>
      </p:sp>
      <p:sp>
        <p:nvSpPr>
          <p:cNvPr id="16489" name="Text Box 10"/>
          <p:cNvSpPr txBox="1"/>
          <p:nvPr/>
        </p:nvSpPr>
        <p:spPr>
          <a:xfrm>
            <a:off x="6713538" y="5876925"/>
            <a:ext cx="604837" cy="523875"/>
          </a:xfrm>
          <a:prstGeom prst="rect">
            <a:avLst/>
          </a:prstGeom>
          <a:noFill/>
          <a:ln w="9525">
            <a:noFill/>
          </a:ln>
        </p:spPr>
        <p:txBody>
          <a:bodyPr wrap="none" anchor="t" anchorCtr="0">
            <a:spAutoFit/>
          </a:bodyPr>
          <a:p>
            <a:pPr>
              <a:buSzTx/>
            </a:pPr>
            <a:r>
              <a:rPr lang="en-US" altLang="zh-CN" sz="2800">
                <a:solidFill>
                  <a:srgbClr val="FF0000"/>
                </a:solidFill>
                <a:latin typeface="Times New Roman" panose="02020603050405020304" pitchFamily="18" charset="0"/>
                <a:ea typeface="黑体" panose="02010609060101010101" pitchFamily="49" charset="-122"/>
              </a:rPr>
              <a:t>(6)</a:t>
            </a:r>
            <a:endParaRPr lang="en-US" altLang="zh-CN" sz="2800">
              <a:solidFill>
                <a:srgbClr val="FF0000"/>
              </a:solidFill>
              <a:latin typeface="Times New Roman" panose="02020603050405020304" pitchFamily="18" charset="0"/>
              <a:ea typeface="黑体" panose="02010609060101010101" pitchFamily="49" charset="-122"/>
            </a:endParaRPr>
          </a:p>
        </p:txBody>
      </p:sp>
      <p:sp>
        <p:nvSpPr>
          <p:cNvPr id="2" name="文本框 1"/>
          <p:cNvSpPr txBox="1"/>
          <p:nvPr/>
        </p:nvSpPr>
        <p:spPr>
          <a:xfrm>
            <a:off x="7380605" y="4004945"/>
            <a:ext cx="1781175" cy="460375"/>
          </a:xfrm>
          <a:prstGeom prst="rect">
            <a:avLst/>
          </a:prstGeom>
          <a:noFill/>
          <a:ln w="9525">
            <a:noFill/>
          </a:ln>
        </p:spPr>
        <p:txBody>
          <a:bodyPr wrap="square" anchor="t" anchorCtr="0">
            <a:spAutoFit/>
          </a:bodyPr>
          <a:p>
            <a:r>
              <a:rPr lang="zh-CN" altLang="en-US" sz="2400">
                <a:solidFill>
                  <a:srgbClr val="FF0000"/>
                </a:solidFill>
                <a:latin typeface="Tahoma" panose="020B0604030504040204" pitchFamily="34" charset="0"/>
                <a:ea typeface="宋体" panose="02010600030101010101" pitchFamily="2" charset="-122"/>
              </a:rPr>
              <a:t>课堂测试一</a:t>
            </a:r>
            <a:endParaRPr lang="zh-CN" altLang="en-US" sz="2400">
              <a:solidFill>
                <a:srgbClr val="FF0000"/>
              </a:solidFill>
              <a:latin typeface="Tahoma" panose="020B0604030504040204" pitchFamily="34" charset="0"/>
              <a:ea typeface="宋体" panose="02010600030101010101" pitchFamily="2"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advClick="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无向欧拉图的充分必要条件</a:t>
            </a:r>
            <a:endParaRPr lang="zh-CN" altLang="en-US"/>
          </a:p>
        </p:txBody>
      </p:sp>
      <p:sp>
        <p:nvSpPr>
          <p:cNvPr id="19458" name="Rectangle 3"/>
          <p:cNvSpPr>
            <a:spLocks noGrp="1"/>
          </p:cNvSpPr>
          <p:nvPr>
            <p:ph idx="1"/>
          </p:nvPr>
        </p:nvSpPr>
        <p:spPr/>
        <p:txBody>
          <a:bodyPr vert="horz" wrap="square" lIns="91440" tIns="45720" rIns="91440" bIns="45720" anchor="t" anchorCtr="0"/>
          <a:p>
            <a:r>
              <a:rPr lang="zh-CN" altLang="en-US">
                <a:solidFill>
                  <a:schemeClr val="hlink"/>
                </a:solidFill>
              </a:rPr>
              <a:t>定理</a:t>
            </a:r>
            <a:r>
              <a:rPr lang="en-US" altLang="zh-CN">
                <a:solidFill>
                  <a:schemeClr val="hlink"/>
                </a:solidFill>
              </a:rPr>
              <a:t>8.1:</a:t>
            </a:r>
            <a:r>
              <a:rPr lang="en-US" altLang="zh-CN"/>
              <a:t> </a:t>
            </a:r>
            <a:r>
              <a:rPr lang="zh-CN" altLang="en-US"/>
              <a:t>设</a:t>
            </a:r>
            <a:r>
              <a:rPr lang="en-US" altLang="zh-CN"/>
              <a:t>G</a:t>
            </a:r>
            <a:r>
              <a:rPr lang="zh-CN" altLang="en-US"/>
              <a:t>是无向连通图</a:t>
            </a:r>
            <a:r>
              <a:rPr lang="en-US" altLang="zh-CN"/>
              <a:t>,</a:t>
            </a:r>
            <a:r>
              <a:rPr lang="zh-CN" altLang="en-US"/>
              <a:t>则</a:t>
            </a:r>
            <a:endParaRPr lang="zh-CN" altLang="en-US"/>
          </a:p>
          <a:p>
            <a:pPr>
              <a:buNone/>
            </a:pPr>
            <a:r>
              <a:rPr lang="en-US" altLang="zh-CN"/>
              <a:t>     (1) G</a:t>
            </a:r>
            <a:r>
              <a:rPr lang="zh-CN" altLang="en-US"/>
              <a:t>是欧拉图</a:t>
            </a:r>
            <a:endParaRPr lang="zh-CN" altLang="en-US"/>
          </a:p>
          <a:p>
            <a:pPr>
              <a:buNone/>
            </a:pPr>
            <a:r>
              <a:rPr lang="zh-CN" altLang="en-US"/>
              <a:t>⇔ </a:t>
            </a:r>
            <a:r>
              <a:rPr lang="en-US" altLang="zh-CN"/>
              <a:t>(2) G</a:t>
            </a:r>
            <a:r>
              <a:rPr lang="zh-CN" altLang="en-US"/>
              <a:t>中所有顶点的度都是偶数</a:t>
            </a:r>
            <a:endParaRPr lang="zh-CN" altLang="en-US"/>
          </a:p>
          <a:p>
            <a:pPr>
              <a:buNone/>
            </a:pPr>
            <a:r>
              <a:rPr lang="zh-CN" altLang="en-US"/>
              <a:t>⇔ </a:t>
            </a:r>
            <a:r>
              <a:rPr lang="en-US" altLang="zh-CN"/>
              <a:t>(3) G</a:t>
            </a:r>
            <a:r>
              <a:rPr lang="zh-CN" altLang="en-US"/>
              <a:t>是若干个边不交的圈的并</a:t>
            </a:r>
            <a:endParaRPr lang="zh-CN" altLang="en-US"/>
          </a:p>
          <a:p>
            <a:pPr>
              <a:buNone/>
            </a:pPr>
            <a:r>
              <a:rPr lang="zh-CN" altLang="en-US">
                <a:solidFill>
                  <a:schemeClr val="hlink"/>
                </a:solidFill>
              </a:rPr>
              <a:t>证明</a:t>
            </a:r>
            <a:r>
              <a:rPr lang="en-US" altLang="zh-CN">
                <a:solidFill>
                  <a:schemeClr val="hlink"/>
                </a:solidFill>
              </a:rPr>
              <a:t>:</a:t>
            </a:r>
            <a:r>
              <a:rPr lang="en-US" altLang="zh-CN"/>
              <a:t> (1)⇒(2)⇒(3)⇒(1).</a:t>
            </a:r>
            <a:endParaRPr lang="en-US" altLang="zh-CN"/>
          </a:p>
          <a:p>
            <a:pPr>
              <a:buNone/>
            </a:pPr>
            <a:r>
              <a:rPr lang="zh-CN" altLang="en-US">
                <a:solidFill>
                  <a:srgbClr val="FF00FF"/>
                </a:solidFill>
              </a:rPr>
              <a:t>先证</a:t>
            </a:r>
            <a:r>
              <a:rPr lang="en-US" altLang="zh-CN">
                <a:solidFill>
                  <a:srgbClr val="FF00FF"/>
                </a:solidFill>
              </a:rPr>
              <a:t>(1)⇒(2). </a:t>
            </a:r>
            <a:endParaRPr lang="en-US" altLang="zh-CN">
              <a:solidFill>
                <a:srgbClr val="FF00FF"/>
              </a:solidFill>
            </a:endParaRPr>
          </a:p>
          <a:p>
            <a:pPr>
              <a:buNone/>
            </a:pPr>
            <a:r>
              <a:rPr lang="zh-CN" altLang="en-US"/>
              <a:t>若欧拉回路总共</a:t>
            </a:r>
            <a:r>
              <a:rPr lang="en-US" altLang="zh-CN" i="1"/>
              <a:t>k</a:t>
            </a:r>
            <a:r>
              <a:rPr lang="zh-CN" altLang="en-US"/>
              <a:t>次经过顶点</a:t>
            </a:r>
            <a:r>
              <a:rPr lang="en-US" altLang="zh-CN" i="1"/>
              <a:t>v</a:t>
            </a:r>
            <a:r>
              <a:rPr lang="en-US" altLang="zh-CN"/>
              <a:t>,</a:t>
            </a:r>
            <a:r>
              <a:rPr lang="zh-CN" altLang="en-US"/>
              <a:t>则</a:t>
            </a:r>
            <a:r>
              <a:rPr lang="en-US" altLang="zh-CN"/>
              <a:t>d(</a:t>
            </a:r>
            <a:r>
              <a:rPr lang="en-US" altLang="zh-CN" i="1"/>
              <a:t>v</a:t>
            </a:r>
            <a:r>
              <a:rPr lang="en-US" altLang="zh-CN"/>
              <a:t>)=2</a:t>
            </a:r>
            <a:r>
              <a:rPr lang="en-US" altLang="zh-CN" i="1"/>
              <a:t>k</a:t>
            </a:r>
            <a:r>
              <a:rPr lang="en-US" altLang="zh-CN"/>
              <a:t>.</a:t>
            </a:r>
            <a:endParaRPr lang="zh-CN" altLang="en-US"/>
          </a:p>
        </p:txBody>
      </p:sp>
      <p:grpSp>
        <p:nvGrpSpPr>
          <p:cNvPr id="18435" name="Group 12"/>
          <p:cNvGrpSpPr/>
          <p:nvPr/>
        </p:nvGrpSpPr>
        <p:grpSpPr>
          <a:xfrm>
            <a:off x="7164388" y="4724400"/>
            <a:ext cx="1584325" cy="1223963"/>
            <a:chOff x="2381" y="3249"/>
            <a:chExt cx="998" cy="771"/>
          </a:xfrm>
        </p:grpSpPr>
        <p:sp>
          <p:nvSpPr>
            <p:cNvPr id="18436" name="Oval 4"/>
            <p:cNvSpPr/>
            <p:nvPr/>
          </p:nvSpPr>
          <p:spPr>
            <a:xfrm>
              <a:off x="2789" y="356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nvGrpSpPr>
            <p:cNvPr id="18437" name="Group 11"/>
            <p:cNvGrpSpPr/>
            <p:nvPr/>
          </p:nvGrpSpPr>
          <p:grpSpPr>
            <a:xfrm>
              <a:off x="2381" y="3249"/>
              <a:ext cx="998" cy="771"/>
              <a:chOff x="2381" y="3249"/>
              <a:chExt cx="998" cy="771"/>
            </a:xfrm>
          </p:grpSpPr>
          <p:sp>
            <p:nvSpPr>
              <p:cNvPr id="18438" name="Line 5"/>
              <p:cNvSpPr/>
              <p:nvPr/>
            </p:nvSpPr>
            <p:spPr>
              <a:xfrm>
                <a:off x="2562" y="3339"/>
                <a:ext cx="273" cy="273"/>
              </a:xfrm>
              <a:prstGeom prst="line">
                <a:avLst/>
              </a:prstGeom>
              <a:ln w="28575" cap="flat" cmpd="sng">
                <a:solidFill>
                  <a:schemeClr val="folHlink"/>
                </a:solidFill>
                <a:prstDash val="solid"/>
                <a:round/>
                <a:headEnd type="none" w="med" len="med"/>
                <a:tailEnd type="none" w="med" len="med"/>
              </a:ln>
            </p:spPr>
          </p:sp>
          <p:sp>
            <p:nvSpPr>
              <p:cNvPr id="18439" name="Line 6"/>
              <p:cNvSpPr/>
              <p:nvPr/>
            </p:nvSpPr>
            <p:spPr>
              <a:xfrm>
                <a:off x="2925" y="3657"/>
                <a:ext cx="454" cy="0"/>
              </a:xfrm>
              <a:prstGeom prst="line">
                <a:avLst/>
              </a:prstGeom>
              <a:ln w="28575" cap="flat" cmpd="sng">
                <a:solidFill>
                  <a:schemeClr val="folHlink"/>
                </a:solidFill>
                <a:prstDash val="solid"/>
                <a:round/>
                <a:headEnd type="none" w="med" len="med"/>
                <a:tailEnd type="none" w="med" len="med"/>
              </a:ln>
            </p:spPr>
          </p:sp>
          <p:sp>
            <p:nvSpPr>
              <p:cNvPr id="18440" name="Line 7"/>
              <p:cNvSpPr/>
              <p:nvPr/>
            </p:nvSpPr>
            <p:spPr>
              <a:xfrm flipV="1">
                <a:off x="2426" y="3657"/>
                <a:ext cx="409" cy="272"/>
              </a:xfrm>
              <a:prstGeom prst="line">
                <a:avLst/>
              </a:prstGeom>
              <a:ln w="28575" cap="flat" cmpd="sng">
                <a:solidFill>
                  <a:schemeClr val="hlink"/>
                </a:solidFill>
                <a:prstDash val="solid"/>
                <a:round/>
                <a:headEnd type="none" w="med" len="med"/>
                <a:tailEnd type="none" w="med" len="med"/>
              </a:ln>
            </p:spPr>
          </p:sp>
          <p:sp>
            <p:nvSpPr>
              <p:cNvPr id="18441" name="Line 8"/>
              <p:cNvSpPr/>
              <p:nvPr/>
            </p:nvSpPr>
            <p:spPr>
              <a:xfrm flipV="1">
                <a:off x="2880" y="3249"/>
                <a:ext cx="91" cy="317"/>
              </a:xfrm>
              <a:prstGeom prst="line">
                <a:avLst/>
              </a:prstGeom>
              <a:ln w="28575" cap="flat" cmpd="sng">
                <a:solidFill>
                  <a:srgbClr val="FF00FF"/>
                </a:solidFill>
                <a:prstDash val="solid"/>
                <a:round/>
                <a:headEnd type="none" w="med" len="med"/>
                <a:tailEnd type="none" w="med" len="med"/>
              </a:ln>
            </p:spPr>
          </p:sp>
          <p:sp>
            <p:nvSpPr>
              <p:cNvPr id="18442" name="Line 9"/>
              <p:cNvSpPr/>
              <p:nvPr/>
            </p:nvSpPr>
            <p:spPr>
              <a:xfrm>
                <a:off x="2381" y="3612"/>
                <a:ext cx="454" cy="0"/>
              </a:xfrm>
              <a:prstGeom prst="line">
                <a:avLst/>
              </a:prstGeom>
              <a:ln w="28575" cap="flat" cmpd="sng">
                <a:solidFill>
                  <a:srgbClr val="FF00FF"/>
                </a:solidFill>
                <a:prstDash val="solid"/>
                <a:round/>
                <a:headEnd type="none" w="med" len="med"/>
                <a:tailEnd type="none" w="med" len="med"/>
              </a:ln>
            </p:spPr>
          </p:sp>
          <p:sp>
            <p:nvSpPr>
              <p:cNvPr id="18443" name="Line 10"/>
              <p:cNvSpPr/>
              <p:nvPr/>
            </p:nvSpPr>
            <p:spPr>
              <a:xfrm>
                <a:off x="2880" y="3702"/>
                <a:ext cx="136" cy="318"/>
              </a:xfrm>
              <a:prstGeom prst="line">
                <a:avLst/>
              </a:prstGeom>
              <a:ln w="28575" cap="flat" cmpd="sng">
                <a:solidFill>
                  <a:schemeClr val="hlink"/>
                </a:solidFill>
                <a:prstDash val="solid"/>
                <a:round/>
                <a:headEnd type="none" w="med" len="med"/>
                <a:tailEnd type="none" w="med" len="med"/>
              </a:ln>
            </p:spPr>
          </p:sp>
        </p:gr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xEl>
                                              <p:charRg st="0" end="1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8">
                                            <p:txEl>
                                              <p:charRg st="18" end="3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8">
                                            <p:txEl>
                                              <p:charRg st="33" end="5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58">
                                            <p:txEl>
                                              <p:charRg st="52" end="7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58">
                                            <p:txEl>
                                              <p:charRg st="71" end="9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58">
                                            <p:txEl>
                                              <p:charRg st="92" end="10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58">
                                            <p:txEl>
                                              <p:charRg st="104" end="12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定理</a:t>
            </a:r>
            <a:r>
              <a:rPr lang="en-US" altLang="zh-CN"/>
              <a:t>1</a:t>
            </a:r>
            <a:r>
              <a:rPr lang="zh-CN" altLang="en-US"/>
              <a:t>的证明</a:t>
            </a:r>
            <a:r>
              <a:rPr lang="en-US" altLang="zh-CN"/>
              <a:t>(2)⇒(3)</a:t>
            </a:r>
            <a:endParaRPr lang="zh-CN" altLang="en-US"/>
          </a:p>
        </p:txBody>
      </p:sp>
      <p:sp>
        <p:nvSpPr>
          <p:cNvPr id="20482" name="Rectangle 3"/>
          <p:cNvSpPr>
            <a:spLocks noGrp="1"/>
          </p:cNvSpPr>
          <p:nvPr>
            <p:ph idx="1"/>
          </p:nvPr>
        </p:nvSpPr>
        <p:spPr>
          <a:xfrm>
            <a:off x="323850" y="1412875"/>
            <a:ext cx="8496300" cy="5184775"/>
          </a:xfrm>
        </p:spPr>
        <p:txBody>
          <a:bodyPr vert="horz" wrap="square" lIns="91440" tIns="45720" rIns="91440" bIns="45720" anchor="t" anchorCtr="0"/>
          <a:p>
            <a:pPr>
              <a:buNone/>
            </a:pPr>
            <a:r>
              <a:rPr lang="zh-CN" altLang="en-US">
                <a:solidFill>
                  <a:srgbClr val="FF00FF"/>
                </a:solidFill>
              </a:rPr>
              <a:t>再证</a:t>
            </a:r>
            <a:r>
              <a:rPr lang="en-US" altLang="zh-CN">
                <a:solidFill>
                  <a:srgbClr val="FF00FF"/>
                </a:solidFill>
              </a:rPr>
              <a:t>(2)⇒(3).</a:t>
            </a:r>
            <a:r>
              <a:rPr lang="en-US" altLang="zh-CN"/>
              <a:t> </a:t>
            </a:r>
            <a:r>
              <a:rPr lang="zh-CN" altLang="en-US"/>
              <a:t>对</a:t>
            </a:r>
            <a:r>
              <a:rPr lang="en-US" altLang="zh-CN"/>
              <a:t>G</a:t>
            </a:r>
            <a:r>
              <a:rPr lang="zh-CN" altLang="en-US"/>
              <a:t>的边</a:t>
            </a:r>
            <a:r>
              <a:rPr lang="en-US" altLang="zh-CN"/>
              <a:t>m</a:t>
            </a:r>
            <a:r>
              <a:rPr lang="zh-CN" altLang="en-US"/>
              <a:t>作归纳</a:t>
            </a:r>
            <a:r>
              <a:rPr lang="en-US" altLang="zh-CN"/>
              <a:t>.</a:t>
            </a:r>
            <a:endParaRPr lang="en-US" altLang="zh-CN"/>
          </a:p>
          <a:p>
            <a:pPr>
              <a:buNone/>
            </a:pPr>
            <a:r>
              <a:rPr lang="en-US" altLang="zh-CN"/>
              <a:t>m=1</a:t>
            </a:r>
            <a:r>
              <a:rPr lang="zh-CN" altLang="en-US"/>
              <a:t>时</a:t>
            </a:r>
            <a:r>
              <a:rPr lang="en-US" altLang="zh-CN"/>
              <a:t>,G</a:t>
            </a:r>
            <a:r>
              <a:rPr lang="zh-CN" altLang="en-US"/>
              <a:t>必为环</a:t>
            </a:r>
            <a:r>
              <a:rPr lang="en-US" altLang="zh-CN"/>
              <a:t>,</a:t>
            </a:r>
            <a:r>
              <a:rPr lang="zh-CN" altLang="en-US"/>
              <a:t>因此结论成立</a:t>
            </a:r>
            <a:r>
              <a:rPr lang="en-US" altLang="zh-CN"/>
              <a:t>.</a:t>
            </a:r>
            <a:endParaRPr lang="en-US" altLang="zh-CN"/>
          </a:p>
          <a:p>
            <a:pPr>
              <a:buNone/>
            </a:pPr>
            <a:r>
              <a:rPr lang="zh-CN" altLang="en-US"/>
              <a:t>假设</a:t>
            </a:r>
            <a:r>
              <a:rPr lang="en-US" altLang="zh-CN"/>
              <a:t>m ≤k</a:t>
            </a:r>
            <a:r>
              <a:rPr lang="zh-CN" altLang="en-US"/>
              <a:t>时结论成立</a:t>
            </a:r>
            <a:r>
              <a:rPr lang="en-US" altLang="zh-CN"/>
              <a:t>,</a:t>
            </a:r>
            <a:r>
              <a:rPr lang="zh-CN" altLang="en-US"/>
              <a:t>下面证明</a:t>
            </a:r>
            <a:r>
              <a:rPr lang="en-US" altLang="zh-CN"/>
              <a:t>m=k+1</a:t>
            </a:r>
            <a:r>
              <a:rPr lang="zh-CN" altLang="en-US"/>
              <a:t>时结论也成立</a:t>
            </a:r>
            <a:r>
              <a:rPr lang="en-US" altLang="zh-CN"/>
              <a:t>.</a:t>
            </a:r>
            <a:endParaRPr lang="en-US" altLang="zh-CN"/>
          </a:p>
          <a:p>
            <a:pPr>
              <a:buNone/>
            </a:pPr>
            <a:r>
              <a:rPr lang="zh-CN" altLang="en-US"/>
              <a:t>由已知得</a:t>
            </a:r>
            <a:r>
              <a:rPr lang="zh-CN" altLang="en-US">
                <a:sym typeface="Symbol" panose="05050102010706020507" pitchFamily="18" charset="2"/>
              </a:rPr>
              <a:t></a:t>
            </a:r>
            <a:r>
              <a:rPr lang="en-US" altLang="zh-CN">
                <a:sym typeface="Symbol" panose="05050102010706020507" pitchFamily="18" charset="2"/>
              </a:rPr>
              <a:t>(G) ≥2, </a:t>
            </a:r>
            <a:r>
              <a:rPr lang="zh-CN" altLang="en-US">
                <a:sym typeface="Symbol" panose="05050102010706020507" pitchFamily="18" charset="2"/>
              </a:rPr>
              <a:t>因而</a:t>
            </a:r>
            <a:r>
              <a:rPr lang="en-US" altLang="zh-CN">
                <a:sym typeface="Symbol" panose="05050102010706020507" pitchFamily="18" charset="2"/>
              </a:rPr>
              <a:t>G</a:t>
            </a:r>
            <a:r>
              <a:rPr lang="zh-CN" altLang="en-US">
                <a:sym typeface="Symbol" panose="05050102010706020507" pitchFamily="18" charset="2"/>
              </a:rPr>
              <a:t>中一定有长度大于等</a:t>
            </a:r>
            <a:r>
              <a:rPr lang="en-US" altLang="zh-CN">
                <a:sym typeface="Symbol" panose="05050102010706020507" pitchFamily="18" charset="2"/>
              </a:rPr>
              <a:t>3</a:t>
            </a:r>
            <a:r>
              <a:rPr lang="zh-CN" altLang="en-US">
                <a:sym typeface="Symbol" panose="05050102010706020507" pitchFamily="18" charset="2"/>
              </a:rPr>
              <a:t>的圈</a:t>
            </a:r>
            <a:r>
              <a:rPr lang="en-US" altLang="zh-CN">
                <a:sym typeface="Symbol" panose="05050102010706020507" pitchFamily="18" charset="2"/>
              </a:rPr>
              <a:t>C,</a:t>
            </a:r>
            <a:endParaRPr lang="en-US" altLang="zh-CN">
              <a:sym typeface="Symbol" panose="05050102010706020507" pitchFamily="18" charset="2"/>
            </a:endParaRPr>
          </a:p>
          <a:p>
            <a:pPr>
              <a:buNone/>
            </a:pPr>
            <a:r>
              <a:rPr lang="zh-CN" altLang="en-US">
                <a:sym typeface="Symbol" panose="05050102010706020507" pitchFamily="18" charset="2"/>
              </a:rPr>
              <a:t>设</a:t>
            </a:r>
            <a:r>
              <a:rPr lang="en-US" altLang="zh-CN">
                <a:sym typeface="Symbol" panose="05050102010706020507" pitchFamily="18" charset="2"/>
              </a:rPr>
              <a:t>G</a:t>
            </a:r>
            <a:r>
              <a:rPr lang="en-US" altLang="zh-CN">
                <a:latin typeface="Tahoma" panose="020B0604030504040204" pitchFamily="34" charset="0"/>
                <a:sym typeface="Symbol" panose="05050102010706020507" pitchFamily="18" charset="2"/>
              </a:rPr>
              <a:t>’</a:t>
            </a:r>
            <a:r>
              <a:rPr lang="en-US" altLang="zh-CN">
                <a:sym typeface="Symbol" panose="05050102010706020507" pitchFamily="18" charset="2"/>
              </a:rPr>
              <a:t>=G-C, G</a:t>
            </a:r>
            <a:r>
              <a:rPr lang="en-US" altLang="zh-CN">
                <a:latin typeface="Tahoma" panose="020B0604030504040204" pitchFamily="34" charset="0"/>
                <a:sym typeface="Symbol" panose="05050102010706020507" pitchFamily="18" charset="2"/>
              </a:rPr>
              <a:t>’</a:t>
            </a:r>
            <a:r>
              <a:rPr lang="zh-CN" altLang="en-US">
                <a:sym typeface="Symbol" panose="05050102010706020507" pitchFamily="18" charset="2"/>
              </a:rPr>
              <a:t>的连通分支为</a:t>
            </a:r>
            <a:r>
              <a:rPr lang="en-US" altLang="zh-CN">
                <a:sym typeface="Symbol" panose="05050102010706020507" pitchFamily="18" charset="2"/>
              </a:rPr>
              <a:t>G</a:t>
            </a:r>
            <a:r>
              <a:rPr lang="en-US" altLang="zh-CN" i="1" baseline="-25000">
                <a:sym typeface="Symbol" panose="05050102010706020507" pitchFamily="18" charset="2"/>
              </a:rPr>
              <a:t>i</a:t>
            </a:r>
            <a:r>
              <a:rPr lang="en-US" altLang="zh-CN">
                <a:sym typeface="Symbol" panose="05050102010706020507" pitchFamily="18" charset="2"/>
              </a:rPr>
              <a:t>, 1≤ </a:t>
            </a:r>
            <a:r>
              <a:rPr lang="en-US" altLang="zh-CN" i="1">
                <a:sym typeface="Symbol" panose="05050102010706020507" pitchFamily="18" charset="2"/>
              </a:rPr>
              <a:t>i</a:t>
            </a:r>
            <a:r>
              <a:rPr lang="en-US" altLang="zh-CN">
                <a:sym typeface="Symbol" panose="05050102010706020507" pitchFamily="18" charset="2"/>
              </a:rPr>
              <a:t> ≤s,</a:t>
            </a:r>
            <a:r>
              <a:rPr lang="zh-CN" altLang="en-US">
                <a:sym typeface="Symbol" panose="05050102010706020507" pitchFamily="18" charset="2"/>
              </a:rPr>
              <a:t>且</a:t>
            </a:r>
            <a:r>
              <a:rPr lang="en-US" altLang="zh-CN">
                <a:sym typeface="Symbol" panose="05050102010706020507" pitchFamily="18" charset="2"/>
              </a:rPr>
              <a:t>|E(G</a:t>
            </a:r>
            <a:r>
              <a:rPr lang="en-US" altLang="zh-CN">
                <a:latin typeface="Tahoma" panose="020B0604030504040204" pitchFamily="34" charset="0"/>
                <a:sym typeface="Symbol" panose="05050102010706020507" pitchFamily="18" charset="2"/>
              </a:rPr>
              <a:t>’</a:t>
            </a:r>
            <a:r>
              <a:rPr lang="en-US" altLang="zh-CN">
                <a:sym typeface="Symbol" panose="05050102010706020507" pitchFamily="18" charset="2"/>
              </a:rPr>
              <a:t>)| ≤</a:t>
            </a:r>
            <a:r>
              <a:rPr lang="en-US" altLang="zh-CN" i="1">
                <a:sym typeface="Symbol" panose="05050102010706020507" pitchFamily="18" charset="2"/>
              </a:rPr>
              <a:t>k</a:t>
            </a:r>
            <a:r>
              <a:rPr lang="en-US" altLang="zh-CN">
                <a:sym typeface="Symbol" panose="05050102010706020507" pitchFamily="18" charset="2"/>
              </a:rPr>
              <a:t>.</a:t>
            </a:r>
            <a:endParaRPr lang="en-US" altLang="zh-CN"/>
          </a:p>
          <a:p>
            <a:pPr>
              <a:buNone/>
            </a:pPr>
            <a:r>
              <a:rPr lang="zh-CN" altLang="en-US"/>
              <a:t>显然</a:t>
            </a:r>
            <a:r>
              <a:rPr lang="en-US" altLang="zh-CN"/>
              <a:t>G</a:t>
            </a:r>
            <a:r>
              <a:rPr lang="en-US" altLang="zh-CN">
                <a:latin typeface="Tahoma" panose="020B0604030504040204" pitchFamily="34" charset="0"/>
              </a:rPr>
              <a:t>’</a:t>
            </a:r>
            <a:r>
              <a:rPr lang="zh-CN" altLang="en-US"/>
              <a:t>顶点的度都是偶数</a:t>
            </a:r>
            <a:r>
              <a:rPr lang="en-US" altLang="zh-CN"/>
              <a:t>,</a:t>
            </a:r>
            <a:r>
              <a:rPr lang="zh-CN" altLang="en-US"/>
              <a:t>由归纳假设</a:t>
            </a:r>
            <a:r>
              <a:rPr lang="en-US" altLang="zh-CN"/>
              <a:t>G</a:t>
            </a:r>
            <a:r>
              <a:rPr lang="en-US" altLang="zh-CN" i="1" baseline="-25000">
                <a:sym typeface="Symbol" panose="05050102010706020507" pitchFamily="18" charset="2"/>
              </a:rPr>
              <a:t>i</a:t>
            </a:r>
            <a:r>
              <a:rPr lang="en-US" altLang="zh-CN">
                <a:sym typeface="Symbol" panose="05050102010706020507" pitchFamily="18" charset="2"/>
              </a:rPr>
              <a:t> </a:t>
            </a:r>
            <a:r>
              <a:rPr lang="zh-CN" altLang="en-US">
                <a:sym typeface="Symbol" panose="05050102010706020507" pitchFamily="18" charset="2"/>
              </a:rPr>
              <a:t>由若干边不</a:t>
            </a:r>
            <a:endParaRPr lang="en-US" altLang="zh-CN">
              <a:sym typeface="Symbol" panose="05050102010706020507" pitchFamily="18" charset="2"/>
            </a:endParaRPr>
          </a:p>
          <a:p>
            <a:pPr>
              <a:buNone/>
            </a:pPr>
            <a:r>
              <a:rPr lang="zh-CN" altLang="en-US">
                <a:sym typeface="Symbol" panose="05050102010706020507" pitchFamily="18" charset="2"/>
              </a:rPr>
              <a:t>交的圈的并构成</a:t>
            </a:r>
            <a:r>
              <a:rPr lang="en-US" altLang="zh-CN">
                <a:sym typeface="Symbol" panose="05050102010706020507" pitchFamily="18" charset="2"/>
              </a:rPr>
              <a:t>,</a:t>
            </a:r>
            <a:r>
              <a:rPr lang="zh-CN" altLang="en-US">
                <a:sym typeface="Symbol" panose="05050102010706020507" pitchFamily="18" charset="2"/>
              </a:rPr>
              <a:t>因此</a:t>
            </a:r>
            <a:r>
              <a:rPr lang="en-US" altLang="zh-CN">
                <a:sym typeface="Symbol" panose="05050102010706020507" pitchFamily="18" charset="2"/>
              </a:rPr>
              <a:t>G</a:t>
            </a:r>
            <a:r>
              <a:rPr lang="en-US" altLang="zh-CN">
                <a:latin typeface="Tahoma" panose="020B0604030504040204" pitchFamily="34" charset="0"/>
                <a:sym typeface="Symbol" panose="05050102010706020507" pitchFamily="18" charset="2"/>
              </a:rPr>
              <a:t>’</a:t>
            </a:r>
            <a:r>
              <a:rPr lang="zh-CN" altLang="en-US">
                <a:sym typeface="Symbol" panose="05050102010706020507" pitchFamily="18" charset="2"/>
              </a:rPr>
              <a:t>一定也由若干边不交的圈的并</a:t>
            </a:r>
            <a:endParaRPr lang="en-US" altLang="zh-CN">
              <a:sym typeface="Symbol" panose="05050102010706020507" pitchFamily="18" charset="2"/>
            </a:endParaRPr>
          </a:p>
          <a:p>
            <a:pPr>
              <a:buNone/>
            </a:pPr>
            <a:r>
              <a:rPr lang="zh-CN" altLang="en-US">
                <a:sym typeface="Symbol" panose="05050102010706020507" pitchFamily="18" charset="2"/>
              </a:rPr>
              <a:t>构成</a:t>
            </a:r>
            <a:r>
              <a:rPr lang="en-US" altLang="zh-CN">
                <a:sym typeface="Symbol" panose="05050102010706020507" pitchFamily="18" charset="2"/>
              </a:rPr>
              <a:t>,</a:t>
            </a:r>
            <a:r>
              <a:rPr lang="zh-CN" altLang="en-US">
                <a:sym typeface="Symbol" panose="05050102010706020507" pitchFamily="18" charset="2"/>
              </a:rPr>
              <a:t>显然</a:t>
            </a:r>
            <a:r>
              <a:rPr lang="en-US" altLang="zh-CN">
                <a:sym typeface="Symbol" panose="05050102010706020507" pitchFamily="18" charset="2"/>
              </a:rPr>
              <a:t>C</a:t>
            </a:r>
            <a:r>
              <a:rPr lang="zh-CN" altLang="en-US">
                <a:sym typeface="Symbol" panose="05050102010706020507" pitchFamily="18" charset="2"/>
              </a:rPr>
              <a:t>与这些圈都边不交，因此得证</a:t>
            </a:r>
            <a:r>
              <a:rPr lang="en-US" altLang="zh-CN">
                <a:sym typeface="Symbol" panose="05050102010706020507" pitchFamily="18" charset="2"/>
              </a:rPr>
              <a:t>.</a:t>
            </a:r>
            <a:endParaRPr lang="zh-CN" altLang="en-US"/>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定理</a:t>
            </a:r>
            <a:r>
              <a:rPr lang="en-US" altLang="zh-CN"/>
              <a:t>1</a:t>
            </a:r>
            <a:r>
              <a:rPr lang="zh-CN" altLang="en-US"/>
              <a:t>的证明</a:t>
            </a:r>
            <a:r>
              <a:rPr lang="en-US" altLang="zh-CN"/>
              <a:t>(2)⇒(3)</a:t>
            </a:r>
            <a:endParaRPr lang="zh-CN" altLang="en-US"/>
          </a:p>
        </p:txBody>
      </p:sp>
      <p:grpSp>
        <p:nvGrpSpPr>
          <p:cNvPr id="21507" name="组合 24"/>
          <p:cNvGrpSpPr/>
          <p:nvPr/>
        </p:nvGrpSpPr>
        <p:grpSpPr>
          <a:xfrm>
            <a:off x="611188" y="2708275"/>
            <a:ext cx="2093912" cy="2449513"/>
            <a:chOff x="611560" y="2708920"/>
            <a:chExt cx="2094252" cy="2449066"/>
          </a:xfrm>
        </p:grpSpPr>
        <p:grpSp>
          <p:nvGrpSpPr>
            <p:cNvPr id="21508" name="Group 9"/>
            <p:cNvGrpSpPr/>
            <p:nvPr/>
          </p:nvGrpSpPr>
          <p:grpSpPr>
            <a:xfrm>
              <a:off x="755576" y="2852936"/>
              <a:ext cx="1944687" cy="2305050"/>
              <a:chOff x="521" y="2704"/>
              <a:chExt cx="1225" cy="1452"/>
            </a:xfrm>
          </p:grpSpPr>
          <p:grpSp>
            <p:nvGrpSpPr>
              <p:cNvPr id="21509" name="Group 4"/>
              <p:cNvGrpSpPr/>
              <p:nvPr/>
            </p:nvGrpSpPr>
            <p:grpSpPr>
              <a:xfrm>
                <a:off x="521" y="3022"/>
                <a:ext cx="1225" cy="1134"/>
                <a:chOff x="521" y="2341"/>
                <a:chExt cx="1407" cy="1316"/>
              </a:xfrm>
            </p:grpSpPr>
            <p:sp>
              <p:nvSpPr>
                <p:cNvPr id="21510" name="Oval 5"/>
                <p:cNvSpPr/>
                <p:nvPr/>
              </p:nvSpPr>
              <p:spPr>
                <a:xfrm>
                  <a:off x="521" y="2840"/>
                  <a:ext cx="817" cy="817"/>
                </a:xfrm>
                <a:prstGeom prst="ellipse">
                  <a:avLst/>
                </a:prstGeom>
                <a:noFill/>
                <a:ln w="28575" cap="flat" cmpd="sng">
                  <a:solidFill>
                    <a:schemeClr val="tx2"/>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1511" name="Oval 6"/>
                <p:cNvSpPr/>
                <p:nvPr/>
              </p:nvSpPr>
              <p:spPr>
                <a:xfrm>
                  <a:off x="1111" y="2840"/>
                  <a:ext cx="817" cy="817"/>
                </a:xfrm>
                <a:prstGeom prst="ellipse">
                  <a:avLst/>
                </a:prstGeom>
                <a:noFill/>
                <a:ln w="28575" cap="flat" cmpd="sng">
                  <a:solidFill>
                    <a:schemeClr val="tx2"/>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1512" name="Oval 7"/>
                <p:cNvSpPr/>
                <p:nvPr/>
              </p:nvSpPr>
              <p:spPr>
                <a:xfrm>
                  <a:off x="793" y="2341"/>
                  <a:ext cx="817" cy="817"/>
                </a:xfrm>
                <a:prstGeom prst="ellipse">
                  <a:avLst/>
                </a:prstGeom>
                <a:noFill/>
                <a:ln w="28575" cap="flat" cmpd="sng">
                  <a:solidFill>
                    <a:srgbClr val="FF0000"/>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21513" name="Oval 8"/>
              <p:cNvSpPr/>
              <p:nvPr/>
            </p:nvSpPr>
            <p:spPr>
              <a:xfrm>
                <a:off x="840" y="2704"/>
                <a:ext cx="589" cy="589"/>
              </a:xfrm>
              <a:prstGeom prst="ellipse">
                <a:avLst/>
              </a:prstGeom>
              <a:noFill/>
              <a:ln w="28575" cap="flat" cmpd="sng">
                <a:solidFill>
                  <a:srgbClr val="0070C0"/>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21514" name="TextBox 16"/>
            <p:cNvSpPr txBox="1"/>
            <p:nvPr/>
          </p:nvSpPr>
          <p:spPr>
            <a:xfrm>
              <a:off x="611560" y="3572362"/>
              <a:ext cx="509670" cy="461879"/>
            </a:xfrm>
            <a:prstGeom prst="rect">
              <a:avLst/>
            </a:prstGeom>
            <a:noFill/>
            <a:ln w="9525">
              <a:noFill/>
            </a:ln>
          </p:spPr>
          <p:txBody>
            <a:bodyPr wrap="none" anchor="t" anchorCtr="0">
              <a:spAutoFit/>
            </a:bodyPr>
            <a:p>
              <a:pPr>
                <a:buSzTx/>
              </a:pP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1</a:t>
              </a:r>
              <a:endParaRPr lang="zh-CN" altLang="en-US" sz="2400" baseline="-25000" dirty="0">
                <a:latin typeface="Times New Roman" panose="02020603050405020304" pitchFamily="18" charset="0"/>
                <a:ea typeface="宋体" panose="02010600030101010101" pitchFamily="2" charset="-122"/>
              </a:endParaRPr>
            </a:p>
          </p:txBody>
        </p:sp>
        <p:sp>
          <p:nvSpPr>
            <p:cNvPr id="21515" name="TextBox 17"/>
            <p:cNvSpPr txBox="1"/>
            <p:nvPr/>
          </p:nvSpPr>
          <p:spPr>
            <a:xfrm>
              <a:off x="898944" y="2708920"/>
              <a:ext cx="511258" cy="461879"/>
            </a:xfrm>
            <a:prstGeom prst="rect">
              <a:avLst/>
            </a:prstGeom>
            <a:noFill/>
            <a:ln w="9525">
              <a:noFill/>
            </a:ln>
          </p:spPr>
          <p:txBody>
            <a:bodyPr wrap="none" anchor="t" anchorCtr="0">
              <a:spAutoFit/>
            </a:bodyPr>
            <a:p>
              <a:pPr>
                <a:buSzTx/>
              </a:pP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2</a:t>
              </a:r>
              <a:endParaRPr lang="zh-CN" altLang="en-US" sz="2400" baseline="-25000" dirty="0">
                <a:latin typeface="Times New Roman" panose="02020603050405020304" pitchFamily="18" charset="0"/>
                <a:ea typeface="宋体" panose="02010600030101010101" pitchFamily="2" charset="-122"/>
              </a:endParaRPr>
            </a:p>
          </p:txBody>
        </p:sp>
        <p:sp>
          <p:nvSpPr>
            <p:cNvPr id="21516" name="TextBox 18"/>
            <p:cNvSpPr txBox="1"/>
            <p:nvPr/>
          </p:nvSpPr>
          <p:spPr>
            <a:xfrm>
              <a:off x="756045" y="4551672"/>
              <a:ext cx="509671" cy="461878"/>
            </a:xfrm>
            <a:prstGeom prst="rect">
              <a:avLst/>
            </a:prstGeom>
            <a:noFill/>
            <a:ln w="9525">
              <a:noFill/>
            </a:ln>
          </p:spPr>
          <p:txBody>
            <a:bodyPr wrap="none" anchor="t" anchorCtr="0">
              <a:spAutoFit/>
            </a:bodyPr>
            <a:p>
              <a:pPr>
                <a:buSzTx/>
              </a:pP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3</a:t>
              </a:r>
              <a:endParaRPr lang="zh-CN" altLang="en-US" sz="2400" baseline="-25000" dirty="0">
                <a:latin typeface="Times New Roman" panose="02020603050405020304" pitchFamily="18" charset="0"/>
                <a:ea typeface="宋体" panose="02010600030101010101" pitchFamily="2" charset="-122"/>
              </a:endParaRPr>
            </a:p>
          </p:txBody>
        </p:sp>
        <p:sp>
          <p:nvSpPr>
            <p:cNvPr id="21517" name="TextBox 19"/>
            <p:cNvSpPr txBox="1"/>
            <p:nvPr/>
          </p:nvSpPr>
          <p:spPr>
            <a:xfrm>
              <a:off x="2196142" y="4437393"/>
              <a:ext cx="509670" cy="461878"/>
            </a:xfrm>
            <a:prstGeom prst="rect">
              <a:avLst/>
            </a:prstGeom>
            <a:noFill/>
            <a:ln w="9525">
              <a:noFill/>
            </a:ln>
          </p:spPr>
          <p:txBody>
            <a:bodyPr wrap="none" anchor="t" anchorCtr="0">
              <a:spAutoFit/>
            </a:bodyPr>
            <a:p>
              <a:pPr>
                <a:buSzTx/>
              </a:pP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4</a:t>
              </a:r>
              <a:endParaRPr lang="zh-CN" altLang="en-US" sz="2400" baseline="-25000" dirty="0">
                <a:latin typeface="Times New Roman" panose="02020603050405020304" pitchFamily="18" charset="0"/>
                <a:ea typeface="宋体" panose="02010600030101010101" pitchFamily="2" charset="-122"/>
              </a:endParaRPr>
            </a:p>
          </p:txBody>
        </p:sp>
      </p:grpSp>
      <p:grpSp>
        <p:nvGrpSpPr>
          <p:cNvPr id="21518" name="组合 23"/>
          <p:cNvGrpSpPr/>
          <p:nvPr/>
        </p:nvGrpSpPr>
        <p:grpSpPr>
          <a:xfrm>
            <a:off x="5292725" y="2924175"/>
            <a:ext cx="1949450" cy="2305050"/>
            <a:chOff x="3419872" y="2780928"/>
            <a:chExt cx="1950236" cy="2305050"/>
          </a:xfrm>
        </p:grpSpPr>
        <p:grpSp>
          <p:nvGrpSpPr>
            <p:cNvPr id="21519" name="Group 15"/>
            <p:cNvGrpSpPr/>
            <p:nvPr/>
          </p:nvGrpSpPr>
          <p:grpSpPr>
            <a:xfrm>
              <a:off x="3419872" y="2780928"/>
              <a:ext cx="1944687" cy="2305050"/>
              <a:chOff x="2199" y="2704"/>
              <a:chExt cx="1225" cy="1452"/>
            </a:xfrm>
          </p:grpSpPr>
          <p:sp>
            <p:nvSpPr>
              <p:cNvPr id="21520" name="Oval 11"/>
              <p:cNvSpPr/>
              <p:nvPr/>
            </p:nvSpPr>
            <p:spPr>
              <a:xfrm>
                <a:off x="2199" y="3452"/>
                <a:ext cx="711" cy="704"/>
              </a:xfrm>
              <a:prstGeom prst="ellipse">
                <a:avLst/>
              </a:prstGeom>
              <a:noFill/>
              <a:ln w="28575" cap="flat" cmpd="sng">
                <a:solidFill>
                  <a:schemeClr val="tx2"/>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1521" name="Oval 12"/>
              <p:cNvSpPr/>
              <p:nvPr/>
            </p:nvSpPr>
            <p:spPr>
              <a:xfrm>
                <a:off x="2713" y="3452"/>
                <a:ext cx="711" cy="704"/>
              </a:xfrm>
              <a:prstGeom prst="ellipse">
                <a:avLst/>
              </a:prstGeom>
              <a:noFill/>
              <a:ln w="28575" cap="flat" cmpd="sng">
                <a:solidFill>
                  <a:schemeClr val="tx2"/>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1522" name="Oval 14"/>
              <p:cNvSpPr/>
              <p:nvPr/>
            </p:nvSpPr>
            <p:spPr>
              <a:xfrm>
                <a:off x="2518" y="2704"/>
                <a:ext cx="589" cy="589"/>
              </a:xfrm>
              <a:prstGeom prst="ellipse">
                <a:avLst/>
              </a:prstGeom>
              <a:noFill/>
              <a:ln w="28575" cap="flat" cmpd="sng">
                <a:solidFill>
                  <a:srgbClr val="0070C0"/>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21523" name="TextBox 20"/>
            <p:cNvSpPr txBox="1"/>
            <p:nvPr/>
          </p:nvSpPr>
          <p:spPr>
            <a:xfrm>
              <a:off x="3491339" y="2780928"/>
              <a:ext cx="511381" cy="461963"/>
            </a:xfrm>
            <a:prstGeom prst="rect">
              <a:avLst/>
            </a:prstGeom>
            <a:noFill/>
            <a:ln w="9525">
              <a:noFill/>
            </a:ln>
          </p:spPr>
          <p:txBody>
            <a:bodyPr wrap="none" anchor="t" anchorCtr="0">
              <a:spAutoFit/>
            </a:bodyPr>
            <a:p>
              <a:pPr>
                <a:buSzTx/>
              </a:pP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2</a:t>
              </a:r>
              <a:endParaRPr lang="zh-CN" altLang="en-US" sz="2400" baseline="-25000" dirty="0">
                <a:latin typeface="Times New Roman" panose="02020603050405020304" pitchFamily="18" charset="0"/>
                <a:ea typeface="宋体" panose="02010600030101010101" pitchFamily="2" charset="-122"/>
              </a:endParaRPr>
            </a:p>
          </p:txBody>
        </p:sp>
        <p:sp>
          <p:nvSpPr>
            <p:cNvPr id="21524" name="TextBox 21"/>
            <p:cNvSpPr txBox="1"/>
            <p:nvPr/>
          </p:nvSpPr>
          <p:spPr>
            <a:xfrm>
              <a:off x="3419872" y="4479553"/>
              <a:ext cx="509793" cy="461963"/>
            </a:xfrm>
            <a:prstGeom prst="rect">
              <a:avLst/>
            </a:prstGeom>
            <a:noFill/>
            <a:ln w="9525">
              <a:noFill/>
            </a:ln>
          </p:spPr>
          <p:txBody>
            <a:bodyPr wrap="none" anchor="t" anchorCtr="0">
              <a:spAutoFit/>
            </a:bodyPr>
            <a:p>
              <a:pPr>
                <a:buSzTx/>
              </a:pP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3</a:t>
              </a:r>
              <a:endParaRPr lang="zh-CN" altLang="en-US" sz="2400" baseline="-25000" dirty="0">
                <a:latin typeface="Times New Roman" panose="02020603050405020304" pitchFamily="18" charset="0"/>
                <a:ea typeface="宋体" panose="02010600030101010101" pitchFamily="2" charset="-122"/>
              </a:endParaRPr>
            </a:p>
          </p:txBody>
        </p:sp>
        <p:sp>
          <p:nvSpPr>
            <p:cNvPr id="21525" name="TextBox 22"/>
            <p:cNvSpPr txBox="1"/>
            <p:nvPr/>
          </p:nvSpPr>
          <p:spPr>
            <a:xfrm>
              <a:off x="4860316" y="4365253"/>
              <a:ext cx="509792" cy="461963"/>
            </a:xfrm>
            <a:prstGeom prst="rect">
              <a:avLst/>
            </a:prstGeom>
            <a:noFill/>
            <a:ln w="9525">
              <a:noFill/>
            </a:ln>
          </p:spPr>
          <p:txBody>
            <a:bodyPr wrap="none" anchor="t" anchorCtr="0">
              <a:spAutoFit/>
            </a:bodyPr>
            <a:p>
              <a:pPr>
                <a:buSzTx/>
              </a:pP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4</a:t>
              </a:r>
              <a:endParaRPr lang="zh-CN" altLang="en-US" sz="2400" baseline="-25000" dirty="0">
                <a:latin typeface="Times New Roman" panose="02020603050405020304" pitchFamily="18" charset="0"/>
                <a:ea typeface="宋体" panose="02010600030101010101" pitchFamily="2" charset="-122"/>
              </a:endParaRPr>
            </a:p>
          </p:txBody>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定理</a:t>
            </a:r>
            <a:r>
              <a:rPr lang="en-US" altLang="zh-CN" b="0"/>
              <a:t>1</a:t>
            </a:r>
            <a:r>
              <a:rPr lang="zh-CN" altLang="en-US" b="0"/>
              <a:t>的证明</a:t>
            </a:r>
            <a:r>
              <a:rPr lang="en-US" altLang="zh-CN" b="0"/>
              <a:t>(3)⇒(1)</a:t>
            </a:r>
            <a:endParaRPr lang="zh-CN" altLang="en-US" b="0"/>
          </a:p>
        </p:txBody>
      </p:sp>
      <p:sp>
        <p:nvSpPr>
          <p:cNvPr id="14339" name="Rectangle 3"/>
          <p:cNvSpPr>
            <a:spLocks noGrp="1" noRot="1" noChangeAspect="1" noMove="1" noResize="1" noEditPoints="1" noAdjustHandles="1" noChangeArrowheads="1" noChangeShapeType="1" noTextEdit="1"/>
          </p:cNvSpPr>
          <p:nvPr>
            <p:ph idx="1"/>
          </p:nvPr>
        </p:nvSpPr>
        <p:spPr bwMode="auto">
          <a:xfrm>
            <a:off x="323850" y="1412875"/>
            <a:ext cx="8496300" cy="4752429"/>
          </a:xfrm>
          <a:blipFill rotWithShape="0">
            <a:blip r:embed="rId1"/>
            <a:stretch>
              <a:fillRect l="-1435" t="-1797" r="-359" b="-770"/>
            </a:stretch>
          </a:blipFill>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defRPr/>
            </a:pPr>
            <a:r>
              <a:rPr kumimoji="0" lang="zh-CN" altLang="en-US" sz="2800" b="1" i="0" u="none" strike="noStrike" kern="0" cap="none" spc="0" normalizeH="0" baseline="0" noProof="0">
                <a:ln>
                  <a:noFill/>
                </a:ln>
                <a:noFill/>
                <a:effectLst/>
                <a:uLnTx/>
                <a:uFillTx/>
                <a:latin typeface="+mn-lt"/>
                <a:ea typeface="+mn-ea"/>
                <a:cs typeface="黑体" panose="02010609060101010101" pitchFamily="49" charset="-122"/>
              </a:rPr>
              <a:t> </a:t>
            </a:r>
            <a:endParaRPr kumimoji="0" lang="zh-CN" altLang="en-US" sz="2800" b="1" i="0" u="none" strike="noStrike" kern="0" cap="none" spc="0" normalizeH="0" baseline="0" noProof="0">
              <a:ln>
                <a:noFill/>
              </a:ln>
              <a:noFill/>
              <a:effectLst/>
              <a:uLnTx/>
              <a:uFillTx/>
              <a:latin typeface="+mn-lt"/>
              <a:ea typeface="+mn-ea"/>
              <a:cs typeface="黑体" panose="02010609060101010101" pitchFamily="49"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定理</a:t>
            </a:r>
            <a:r>
              <a:rPr lang="en-US" altLang="zh-CN" b="0"/>
              <a:t>1</a:t>
            </a:r>
            <a:r>
              <a:rPr lang="zh-CN" altLang="en-US" b="0"/>
              <a:t>的证明</a:t>
            </a:r>
            <a:r>
              <a:rPr lang="en-US" altLang="zh-CN" b="0"/>
              <a:t>(3)⇒(1)</a:t>
            </a:r>
            <a:endParaRPr lang="zh-CN" altLang="en-US" b="0"/>
          </a:p>
        </p:txBody>
      </p:sp>
      <p:grpSp>
        <p:nvGrpSpPr>
          <p:cNvPr id="24579" name="组 3"/>
          <p:cNvGrpSpPr/>
          <p:nvPr/>
        </p:nvGrpSpPr>
        <p:grpSpPr>
          <a:xfrm>
            <a:off x="4589463" y="1174750"/>
            <a:ext cx="4127500" cy="3333750"/>
            <a:chOff x="4589695" y="1697799"/>
            <a:chExt cx="4126557" cy="3334662"/>
          </a:xfrm>
        </p:grpSpPr>
        <p:grpSp>
          <p:nvGrpSpPr>
            <p:cNvPr id="24580" name="Group 19"/>
            <p:cNvGrpSpPr/>
            <p:nvPr/>
          </p:nvGrpSpPr>
          <p:grpSpPr>
            <a:xfrm>
              <a:off x="4589695" y="2159490"/>
              <a:ext cx="3995738" cy="2520950"/>
              <a:chOff x="2789" y="2432"/>
              <a:chExt cx="2517" cy="1588"/>
            </a:xfrm>
          </p:grpSpPr>
          <p:sp>
            <p:nvSpPr>
              <p:cNvPr id="24581" name="Oval 12"/>
              <p:cNvSpPr/>
              <p:nvPr/>
            </p:nvSpPr>
            <p:spPr>
              <a:xfrm>
                <a:off x="3333" y="2523"/>
                <a:ext cx="680" cy="54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582" name="Oval 14"/>
              <p:cNvSpPr/>
              <p:nvPr/>
            </p:nvSpPr>
            <p:spPr>
              <a:xfrm>
                <a:off x="3152" y="2432"/>
                <a:ext cx="544" cy="363"/>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583" name="Oval 15"/>
              <p:cNvSpPr/>
              <p:nvPr/>
            </p:nvSpPr>
            <p:spPr>
              <a:xfrm>
                <a:off x="2789" y="2432"/>
                <a:ext cx="499" cy="408"/>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584" name="Oval 16"/>
              <p:cNvSpPr/>
              <p:nvPr/>
            </p:nvSpPr>
            <p:spPr>
              <a:xfrm>
                <a:off x="2880" y="3294"/>
                <a:ext cx="816" cy="590"/>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585" name="Oval 17"/>
              <p:cNvSpPr/>
              <p:nvPr/>
            </p:nvSpPr>
            <p:spPr>
              <a:xfrm>
                <a:off x="4376" y="2614"/>
                <a:ext cx="681" cy="680"/>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586" name="Oval 18"/>
              <p:cNvSpPr/>
              <p:nvPr/>
            </p:nvSpPr>
            <p:spPr>
              <a:xfrm>
                <a:off x="4422" y="3566"/>
                <a:ext cx="884" cy="45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27" name="矩形 26"/>
            <p:cNvSpPr/>
            <p:nvPr/>
          </p:nvSpPr>
          <p:spPr>
            <a:xfrm>
              <a:off x="6303803" y="4570373"/>
              <a:ext cx="628506" cy="4620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rPr>
                <a:t>’</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28" name="矩形 27"/>
            <p:cNvSpPr/>
            <p:nvPr/>
          </p:nvSpPr>
          <p:spPr>
            <a:xfrm>
              <a:off x="7537008" y="1928050"/>
              <a:ext cx="526930" cy="4620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2</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29" name="矩形 28"/>
            <p:cNvSpPr/>
            <p:nvPr/>
          </p:nvSpPr>
          <p:spPr>
            <a:xfrm>
              <a:off x="8190909" y="3589029"/>
              <a:ext cx="525343" cy="4620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3</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30" name="矩形 29"/>
            <p:cNvSpPr/>
            <p:nvPr/>
          </p:nvSpPr>
          <p:spPr>
            <a:xfrm>
              <a:off x="5292796" y="3573150"/>
              <a:ext cx="525343" cy="4620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4</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31" name="矩形 30"/>
            <p:cNvSpPr/>
            <p:nvPr/>
          </p:nvSpPr>
          <p:spPr>
            <a:xfrm>
              <a:off x="5538803" y="1697799"/>
              <a:ext cx="525342" cy="462089"/>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1</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grpSp>
      <p:grpSp>
        <p:nvGrpSpPr>
          <p:cNvPr id="24592" name="组 4"/>
          <p:cNvGrpSpPr/>
          <p:nvPr/>
        </p:nvGrpSpPr>
        <p:grpSpPr>
          <a:xfrm>
            <a:off x="344488" y="1484313"/>
            <a:ext cx="3995737" cy="3355975"/>
            <a:chOff x="344983" y="2204864"/>
            <a:chExt cx="3995737" cy="3355083"/>
          </a:xfrm>
        </p:grpSpPr>
        <p:grpSp>
          <p:nvGrpSpPr>
            <p:cNvPr id="24593" name="组 2"/>
            <p:cNvGrpSpPr/>
            <p:nvPr/>
          </p:nvGrpSpPr>
          <p:grpSpPr>
            <a:xfrm>
              <a:off x="344983" y="2204864"/>
              <a:ext cx="3995737" cy="2827597"/>
              <a:chOff x="3131840" y="2276872"/>
              <a:chExt cx="3995737" cy="2827597"/>
            </a:xfrm>
          </p:grpSpPr>
          <p:grpSp>
            <p:nvGrpSpPr>
              <p:cNvPr id="24594" name="Group 19"/>
              <p:cNvGrpSpPr/>
              <p:nvPr/>
            </p:nvGrpSpPr>
            <p:grpSpPr>
              <a:xfrm>
                <a:off x="3131840" y="2276872"/>
                <a:ext cx="3995737" cy="2520950"/>
                <a:chOff x="2789" y="2432"/>
                <a:chExt cx="2517" cy="1588"/>
              </a:xfrm>
            </p:grpSpPr>
            <p:sp>
              <p:nvSpPr>
                <p:cNvPr id="24595" name="Oval 12"/>
                <p:cNvSpPr/>
                <p:nvPr/>
              </p:nvSpPr>
              <p:spPr>
                <a:xfrm>
                  <a:off x="3333" y="2523"/>
                  <a:ext cx="680" cy="54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4343" name="Oval 13"/>
                <p:cNvSpPr>
                  <a:spLocks noChangeArrowheads="1"/>
                </p:cNvSpPr>
                <p:nvPr/>
              </p:nvSpPr>
              <p:spPr bwMode="auto">
                <a:xfrm>
                  <a:off x="3242" y="2795"/>
                  <a:ext cx="1815" cy="1181"/>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25000" noProof="0" dirty="0" smtClean="0">
                    <a:ln>
                      <a:noFill/>
                    </a:ln>
                    <a:solidFill>
                      <a:schemeClr val="tx1"/>
                    </a:solidFill>
                    <a:effectLst/>
                    <a:uLnTx/>
                    <a:uFillTx/>
                    <a:latin typeface="+mn-lt"/>
                    <a:ea typeface="宋体" panose="02010600030101010101" pitchFamily="2" charset="-122"/>
                    <a:cs typeface="+mn-cs"/>
                  </a:endParaRPr>
                </a:p>
              </p:txBody>
            </p:sp>
            <p:sp>
              <p:nvSpPr>
                <p:cNvPr id="24597" name="Oval 14"/>
                <p:cNvSpPr/>
                <p:nvPr/>
              </p:nvSpPr>
              <p:spPr>
                <a:xfrm>
                  <a:off x="3152" y="2432"/>
                  <a:ext cx="544" cy="363"/>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598" name="Oval 15"/>
                <p:cNvSpPr/>
                <p:nvPr/>
              </p:nvSpPr>
              <p:spPr>
                <a:xfrm>
                  <a:off x="2789" y="2432"/>
                  <a:ext cx="499" cy="408"/>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599" name="Oval 16"/>
                <p:cNvSpPr/>
                <p:nvPr/>
              </p:nvSpPr>
              <p:spPr>
                <a:xfrm>
                  <a:off x="2880" y="3294"/>
                  <a:ext cx="816" cy="590"/>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600" name="Oval 17"/>
                <p:cNvSpPr/>
                <p:nvPr/>
              </p:nvSpPr>
              <p:spPr>
                <a:xfrm>
                  <a:off x="4376" y="2614"/>
                  <a:ext cx="681" cy="680"/>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601" name="Oval 18"/>
                <p:cNvSpPr/>
                <p:nvPr/>
              </p:nvSpPr>
              <p:spPr>
                <a:xfrm>
                  <a:off x="4422" y="3566"/>
                  <a:ext cx="884" cy="45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2" name="矩形 1"/>
              <p:cNvSpPr/>
              <p:nvPr/>
            </p:nvSpPr>
            <p:spPr>
              <a:xfrm>
                <a:off x="4835227" y="4643205"/>
                <a:ext cx="741363" cy="46184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C</a:t>
                </a:r>
                <a:r>
                  <a:rPr kumimoji="0" lang="en-US" altLang="zh-CN" sz="2400" b="1" i="1"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k</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+1</a:t>
                </a:r>
                <a:endParaRPr kumimoji="0" lang="zh-CN" altLang="en-US"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endParaRPr>
              </a:p>
            </p:txBody>
          </p:sp>
        </p:grpSp>
        <p:sp>
          <p:nvSpPr>
            <p:cNvPr id="33" name="矩形 32"/>
            <p:cNvSpPr/>
            <p:nvPr/>
          </p:nvSpPr>
          <p:spPr>
            <a:xfrm>
              <a:off x="2103933" y="5098107"/>
              <a:ext cx="423862" cy="46184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grpSp>
      <p:grpSp>
        <p:nvGrpSpPr>
          <p:cNvPr id="24604" name="组 35"/>
          <p:cNvGrpSpPr/>
          <p:nvPr/>
        </p:nvGrpSpPr>
        <p:grpSpPr>
          <a:xfrm>
            <a:off x="3362325" y="4437063"/>
            <a:ext cx="2663825" cy="2092325"/>
            <a:chOff x="3131841" y="2276872"/>
            <a:chExt cx="3600450" cy="2827597"/>
          </a:xfrm>
        </p:grpSpPr>
        <p:grpSp>
          <p:nvGrpSpPr>
            <p:cNvPr id="24605" name="Group 19"/>
            <p:cNvGrpSpPr/>
            <p:nvPr/>
          </p:nvGrpSpPr>
          <p:grpSpPr>
            <a:xfrm>
              <a:off x="3131841" y="2276872"/>
              <a:ext cx="3600450" cy="2447925"/>
              <a:chOff x="2789" y="2432"/>
              <a:chExt cx="2268" cy="1542"/>
            </a:xfrm>
          </p:grpSpPr>
          <p:sp>
            <p:nvSpPr>
              <p:cNvPr id="24606" name="Oval 12"/>
              <p:cNvSpPr/>
              <p:nvPr/>
            </p:nvSpPr>
            <p:spPr>
              <a:xfrm>
                <a:off x="3333" y="2523"/>
                <a:ext cx="680" cy="54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1" name="Oval 13"/>
              <p:cNvSpPr>
                <a:spLocks noChangeArrowheads="1"/>
              </p:cNvSpPr>
              <p:nvPr/>
            </p:nvSpPr>
            <p:spPr bwMode="auto">
              <a:xfrm>
                <a:off x="3242" y="2796"/>
                <a:ext cx="1815" cy="117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25000" noProof="0" dirty="0" smtClean="0">
                  <a:ln>
                    <a:noFill/>
                  </a:ln>
                  <a:solidFill>
                    <a:schemeClr val="tx1"/>
                  </a:solidFill>
                  <a:effectLst/>
                  <a:uLnTx/>
                  <a:uFillTx/>
                  <a:latin typeface="+mn-lt"/>
                  <a:ea typeface="宋体" panose="02010600030101010101" pitchFamily="2" charset="-122"/>
                  <a:cs typeface="+mn-cs"/>
                </a:endParaRPr>
              </a:p>
            </p:txBody>
          </p:sp>
          <p:sp>
            <p:nvSpPr>
              <p:cNvPr id="24608" name="Oval 14"/>
              <p:cNvSpPr/>
              <p:nvPr/>
            </p:nvSpPr>
            <p:spPr>
              <a:xfrm>
                <a:off x="3152" y="2432"/>
                <a:ext cx="544" cy="363"/>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4609" name="Oval 15"/>
              <p:cNvSpPr/>
              <p:nvPr/>
            </p:nvSpPr>
            <p:spPr>
              <a:xfrm>
                <a:off x="2789" y="2432"/>
                <a:ext cx="499" cy="408"/>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39" name="矩形 38"/>
            <p:cNvSpPr/>
            <p:nvPr/>
          </p:nvSpPr>
          <p:spPr>
            <a:xfrm>
              <a:off x="4835510" y="4643214"/>
              <a:ext cx="740260" cy="46125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C</a:t>
              </a:r>
              <a:r>
                <a:rPr kumimoji="0" lang="en-US" altLang="zh-CN" sz="2400" b="1" i="1"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k</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+1</a:t>
              </a:r>
              <a:endParaRPr kumimoji="0" lang="zh-CN" altLang="en-US"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endParaRPr>
            </a:p>
          </p:txBody>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定理</a:t>
            </a:r>
            <a:r>
              <a:rPr lang="en-US" altLang="zh-CN" b="0"/>
              <a:t>1</a:t>
            </a:r>
            <a:r>
              <a:rPr lang="zh-CN" altLang="en-US" b="0"/>
              <a:t>的证明</a:t>
            </a:r>
            <a:r>
              <a:rPr lang="en-US" altLang="zh-CN" b="0"/>
              <a:t>(3)⇒(1)</a:t>
            </a:r>
            <a:endParaRPr lang="zh-CN" altLang="en-US" b="0"/>
          </a:p>
        </p:txBody>
      </p:sp>
      <p:sp>
        <p:nvSpPr>
          <p:cNvPr id="26626" name="Rectangle 3"/>
          <p:cNvSpPr>
            <a:spLocks noGrp="1"/>
          </p:cNvSpPr>
          <p:nvPr>
            <p:ph idx="1"/>
          </p:nvPr>
        </p:nvSpPr>
        <p:spPr>
          <a:xfrm>
            <a:off x="323850" y="1412875"/>
            <a:ext cx="8496300" cy="1639888"/>
          </a:xfrm>
        </p:spPr>
        <p:txBody>
          <a:bodyPr vert="horz" wrap="square" lIns="91440" tIns="45720" rIns="91440" bIns="45720" anchor="t" anchorCtr="0"/>
          <a:p>
            <a:pPr>
              <a:lnSpc>
                <a:spcPct val="100000"/>
              </a:lnSpc>
              <a:spcBef>
                <a:spcPts val="415"/>
              </a:spcBef>
              <a:buNone/>
            </a:pPr>
            <a:r>
              <a:rPr lang="zh-CN" altLang="en-US"/>
              <a:t>在</a:t>
            </a:r>
            <a:r>
              <a:rPr lang="en-US" altLang="zh-CN"/>
              <a:t>C</a:t>
            </a:r>
            <a:r>
              <a:rPr lang="en-US" altLang="zh-CN" baseline="-25000"/>
              <a:t>k+1</a:t>
            </a:r>
            <a:r>
              <a:rPr lang="zh-CN" altLang="en-US"/>
              <a:t>上任选一顶点作为开始点</a:t>
            </a:r>
            <a:r>
              <a:rPr lang="en-US" altLang="zh-CN"/>
              <a:t>,</a:t>
            </a:r>
            <a:r>
              <a:rPr lang="zh-CN" altLang="en-US"/>
              <a:t>沿</a:t>
            </a:r>
            <a:r>
              <a:rPr lang="en-US" altLang="zh-CN"/>
              <a:t>C</a:t>
            </a:r>
            <a:r>
              <a:rPr lang="en-US" altLang="zh-CN" baseline="-25000"/>
              <a:t>k+1</a:t>
            </a:r>
            <a:r>
              <a:rPr lang="zh-CN" altLang="en-US"/>
              <a:t>行进</a:t>
            </a:r>
            <a:r>
              <a:rPr lang="en-US" altLang="zh-CN"/>
              <a:t>,</a:t>
            </a:r>
            <a:r>
              <a:rPr lang="zh-CN" altLang="en-US"/>
              <a:t>遇到</a:t>
            </a:r>
            <a:r>
              <a:rPr lang="en-US" altLang="zh-CN"/>
              <a:t>C</a:t>
            </a:r>
            <a:r>
              <a:rPr lang="en-US" altLang="zh-CN" baseline="-25000"/>
              <a:t>k+1</a:t>
            </a:r>
            <a:endParaRPr lang="en-US" altLang="zh-CN" baseline="-25000"/>
          </a:p>
          <a:p>
            <a:pPr>
              <a:lnSpc>
                <a:spcPct val="100000"/>
              </a:lnSpc>
              <a:spcBef>
                <a:spcPts val="415"/>
              </a:spcBef>
              <a:buNone/>
            </a:pPr>
            <a:r>
              <a:rPr lang="zh-CN" altLang="en-US"/>
              <a:t>与</a:t>
            </a:r>
            <a:r>
              <a:rPr lang="en-US" altLang="zh-CN"/>
              <a:t>G</a:t>
            </a:r>
            <a:r>
              <a:rPr lang="en-US" altLang="zh-CN" i="1" baseline="-25000"/>
              <a:t>i</a:t>
            </a:r>
            <a:r>
              <a:rPr lang="zh-CN" altLang="en-US"/>
              <a:t>的公共点</a:t>
            </a:r>
            <a:r>
              <a:rPr lang="en-US" altLang="zh-CN"/>
              <a:t>,</a:t>
            </a:r>
            <a:r>
              <a:rPr lang="zh-CN" altLang="en-US"/>
              <a:t>先行完</a:t>
            </a:r>
            <a:r>
              <a:rPr lang="en-US" altLang="zh-CN"/>
              <a:t>G</a:t>
            </a:r>
            <a:r>
              <a:rPr lang="en-US" altLang="zh-CN" i="1" baseline="-25000"/>
              <a:t>i</a:t>
            </a:r>
            <a:r>
              <a:rPr lang="zh-CN" altLang="en-US"/>
              <a:t>的欧拉回路</a:t>
            </a:r>
            <a:r>
              <a:rPr lang="en-US" altLang="zh-CN"/>
              <a:t>,</a:t>
            </a:r>
            <a:r>
              <a:rPr lang="zh-CN" altLang="en-US"/>
              <a:t>再继续沿</a:t>
            </a:r>
            <a:r>
              <a:rPr lang="en-US" altLang="zh-CN"/>
              <a:t>G</a:t>
            </a:r>
            <a:r>
              <a:rPr lang="en-US" altLang="zh-CN" i="1" baseline="-25000"/>
              <a:t>i</a:t>
            </a:r>
            <a:r>
              <a:rPr lang="zh-CN" altLang="en-US"/>
              <a:t>的行</a:t>
            </a:r>
            <a:endParaRPr lang="en-US" altLang="zh-CN"/>
          </a:p>
          <a:p>
            <a:pPr>
              <a:lnSpc>
                <a:spcPct val="100000"/>
              </a:lnSpc>
              <a:spcBef>
                <a:spcPts val="415"/>
              </a:spcBef>
              <a:buNone/>
            </a:pPr>
            <a:r>
              <a:rPr lang="zh-CN" altLang="en-US"/>
              <a:t>进</a:t>
            </a:r>
            <a:r>
              <a:rPr lang="en-US" altLang="zh-CN"/>
              <a:t>,</a:t>
            </a:r>
            <a:r>
              <a:rPr lang="zh-CN" altLang="en-US"/>
              <a:t>直到回到开始点为止</a:t>
            </a:r>
            <a:r>
              <a:rPr lang="en-US" altLang="zh-CN"/>
              <a:t>,</a:t>
            </a:r>
            <a:r>
              <a:rPr lang="zh-CN" altLang="en-US"/>
              <a:t>得到一条欧拉回路</a:t>
            </a:r>
            <a:r>
              <a:rPr lang="en-US" altLang="zh-CN"/>
              <a:t>.</a:t>
            </a:r>
            <a:endParaRPr lang="en-US" altLang="zh-CN"/>
          </a:p>
        </p:txBody>
      </p:sp>
      <p:grpSp>
        <p:nvGrpSpPr>
          <p:cNvPr id="26627" name="组 7"/>
          <p:cNvGrpSpPr/>
          <p:nvPr/>
        </p:nvGrpSpPr>
        <p:grpSpPr>
          <a:xfrm>
            <a:off x="1331913" y="2781300"/>
            <a:ext cx="4302125" cy="3992563"/>
            <a:chOff x="1331640" y="2028158"/>
            <a:chExt cx="4302785" cy="3993130"/>
          </a:xfrm>
        </p:grpSpPr>
        <p:grpSp>
          <p:nvGrpSpPr>
            <p:cNvPr id="26628" name="组 6"/>
            <p:cNvGrpSpPr/>
            <p:nvPr/>
          </p:nvGrpSpPr>
          <p:grpSpPr>
            <a:xfrm>
              <a:off x="1331640" y="2028158"/>
              <a:ext cx="4302785" cy="3993130"/>
              <a:chOff x="1331640" y="2028158"/>
              <a:chExt cx="4302785" cy="3993130"/>
            </a:xfrm>
          </p:grpSpPr>
          <p:grpSp>
            <p:nvGrpSpPr>
              <p:cNvPr id="26629" name="组 3"/>
              <p:cNvGrpSpPr/>
              <p:nvPr/>
            </p:nvGrpSpPr>
            <p:grpSpPr>
              <a:xfrm>
                <a:off x="1331640" y="2028158"/>
                <a:ext cx="4126557" cy="3993130"/>
                <a:chOff x="4589695" y="1697799"/>
                <a:chExt cx="4126557" cy="3993130"/>
              </a:xfrm>
            </p:grpSpPr>
            <p:grpSp>
              <p:nvGrpSpPr>
                <p:cNvPr id="26630" name="Group 19"/>
                <p:cNvGrpSpPr/>
                <p:nvPr/>
              </p:nvGrpSpPr>
              <p:grpSpPr>
                <a:xfrm>
                  <a:off x="4589695" y="2159490"/>
                  <a:ext cx="3995738" cy="2520950"/>
                  <a:chOff x="2789" y="2432"/>
                  <a:chExt cx="2517" cy="1588"/>
                </a:xfrm>
              </p:grpSpPr>
              <p:sp>
                <p:nvSpPr>
                  <p:cNvPr id="26631" name="Oval 12"/>
                  <p:cNvSpPr/>
                  <p:nvPr/>
                </p:nvSpPr>
                <p:spPr>
                  <a:xfrm>
                    <a:off x="3333" y="2523"/>
                    <a:ext cx="680" cy="54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32" name="Oval 14"/>
                  <p:cNvSpPr/>
                  <p:nvPr/>
                </p:nvSpPr>
                <p:spPr>
                  <a:xfrm>
                    <a:off x="3152" y="2432"/>
                    <a:ext cx="544" cy="363"/>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33" name="Oval 15"/>
                  <p:cNvSpPr/>
                  <p:nvPr/>
                </p:nvSpPr>
                <p:spPr>
                  <a:xfrm>
                    <a:off x="2789" y="2432"/>
                    <a:ext cx="499" cy="408"/>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34" name="Oval 16"/>
                  <p:cNvSpPr/>
                  <p:nvPr/>
                </p:nvSpPr>
                <p:spPr>
                  <a:xfrm>
                    <a:off x="2880" y="3294"/>
                    <a:ext cx="816" cy="590"/>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35" name="Oval 17"/>
                  <p:cNvSpPr/>
                  <p:nvPr/>
                </p:nvSpPr>
                <p:spPr>
                  <a:xfrm>
                    <a:off x="4376" y="2614"/>
                    <a:ext cx="681" cy="680"/>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36" name="Oval 18"/>
                  <p:cNvSpPr/>
                  <p:nvPr/>
                </p:nvSpPr>
                <p:spPr>
                  <a:xfrm>
                    <a:off x="4422" y="3566"/>
                    <a:ext cx="884" cy="454"/>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27" name="矩形 26"/>
                <p:cNvSpPr/>
                <p:nvPr/>
              </p:nvSpPr>
              <p:spPr>
                <a:xfrm>
                  <a:off x="6304458" y="5228900"/>
                  <a:ext cx="422340" cy="462029"/>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宋体" panose="02010600030101010101" pitchFamily="2" charset="-122"/>
                      <a:cs typeface="+mn-cs"/>
                    </a:rPr>
                    <a:t>G</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28" name="矩形 27"/>
                <p:cNvSpPr/>
                <p:nvPr/>
              </p:nvSpPr>
              <p:spPr>
                <a:xfrm>
                  <a:off x="7538134" y="1928020"/>
                  <a:ext cx="525544" cy="46202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2</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29" name="矩形 28"/>
                <p:cNvSpPr/>
                <p:nvPr/>
              </p:nvSpPr>
              <p:spPr>
                <a:xfrm>
                  <a:off x="8190697" y="3590368"/>
                  <a:ext cx="525543" cy="46044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3</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30" name="矩形 29"/>
                <p:cNvSpPr/>
                <p:nvPr/>
              </p:nvSpPr>
              <p:spPr>
                <a:xfrm>
                  <a:off x="5291478" y="3572903"/>
                  <a:ext cx="527131" cy="46202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4</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31" name="矩形 30"/>
                <p:cNvSpPr/>
                <p:nvPr/>
              </p:nvSpPr>
              <p:spPr>
                <a:xfrm>
                  <a:off x="5539166" y="1697799"/>
                  <a:ext cx="525543" cy="462029"/>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1</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grpSp>
          <p:sp>
            <p:nvSpPr>
              <p:cNvPr id="37" name="Oval 13"/>
              <p:cNvSpPr>
                <a:spLocks noChangeArrowheads="1"/>
              </p:cNvSpPr>
              <p:nvPr/>
            </p:nvSpPr>
            <p:spPr bwMode="auto">
              <a:xfrm>
                <a:off x="1942921" y="3130039"/>
                <a:ext cx="2881755" cy="1871929"/>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25000" noProof="0" dirty="0" smtClean="0">
                  <a:ln>
                    <a:noFill/>
                  </a:ln>
                  <a:solidFill>
                    <a:schemeClr val="tx1"/>
                  </a:solidFill>
                  <a:effectLst/>
                  <a:uLnTx/>
                  <a:uFillTx/>
                  <a:latin typeface="+mn-lt"/>
                  <a:ea typeface="宋体" panose="02010600030101010101" pitchFamily="2" charset="-122"/>
                  <a:cs typeface="+mn-cs"/>
                </a:endParaRPr>
              </a:p>
            </p:txBody>
          </p:sp>
          <p:sp>
            <p:nvSpPr>
              <p:cNvPr id="44" name="矩形 43"/>
              <p:cNvSpPr/>
              <p:nvPr/>
            </p:nvSpPr>
            <p:spPr>
              <a:xfrm>
                <a:off x="3121026" y="3098285"/>
                <a:ext cx="825627" cy="462029"/>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v</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k+1,1</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26644" name="椭圆 5"/>
              <p:cNvSpPr/>
              <p:nvPr/>
            </p:nvSpPr>
            <p:spPr>
              <a:xfrm>
                <a:off x="3186153" y="3052436"/>
                <a:ext cx="179388" cy="179388"/>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26645" name="椭圆 44"/>
              <p:cNvSpPr/>
              <p:nvPr/>
            </p:nvSpPr>
            <p:spPr>
              <a:xfrm>
                <a:off x="4662949" y="3599256"/>
                <a:ext cx="179388" cy="179388"/>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6" name="矩形 45"/>
              <p:cNvSpPr/>
              <p:nvPr/>
            </p:nvSpPr>
            <p:spPr>
              <a:xfrm>
                <a:off x="4808798" y="3388839"/>
                <a:ext cx="825627" cy="46202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v</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k+1,2</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26647" name="椭圆 46"/>
              <p:cNvSpPr/>
              <p:nvPr/>
            </p:nvSpPr>
            <p:spPr>
              <a:xfrm>
                <a:off x="4014877" y="4823392"/>
                <a:ext cx="179388" cy="179388"/>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8" name="矩形 47"/>
              <p:cNvSpPr/>
              <p:nvPr/>
            </p:nvSpPr>
            <p:spPr>
              <a:xfrm>
                <a:off x="3978408" y="4828906"/>
                <a:ext cx="825627" cy="462029"/>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v</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k+1,3</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26649" name="椭圆 48"/>
              <p:cNvSpPr/>
              <p:nvPr/>
            </p:nvSpPr>
            <p:spPr>
              <a:xfrm>
                <a:off x="2302478" y="4655999"/>
                <a:ext cx="179388" cy="179388"/>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0" name="矩形 49"/>
              <p:cNvSpPr/>
              <p:nvPr/>
            </p:nvSpPr>
            <p:spPr>
              <a:xfrm>
                <a:off x="1985790" y="4705063"/>
                <a:ext cx="825627" cy="462029"/>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v</a:t>
                </a:r>
                <a:r>
                  <a:rPr kumimoji="0" lang="en-US" altLang="zh-CN" sz="2400" b="1" i="0"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k+1,4</a:t>
                </a:r>
                <a:endParaRPr kumimoji="0" lang="zh-CN" altLang="en-US" sz="24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grpSp>
        <p:sp>
          <p:nvSpPr>
            <p:cNvPr id="26651" name="椭圆 50"/>
            <p:cNvSpPr/>
            <p:nvPr/>
          </p:nvSpPr>
          <p:spPr>
            <a:xfrm>
              <a:off x="3419872" y="4905796"/>
              <a:ext cx="179388" cy="179388"/>
            </a:xfrm>
            <a:prstGeom prst="ellipse">
              <a:avLst/>
            </a:prstGeom>
            <a:solidFill>
              <a:srgbClr val="0066FF"/>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26652" name="矩形 51"/>
            <p:cNvSpPr/>
            <p:nvPr/>
          </p:nvSpPr>
          <p:spPr>
            <a:xfrm>
              <a:off x="3132141" y="5055951"/>
              <a:ext cx="800223" cy="462028"/>
            </a:xfrm>
            <a:prstGeom prst="rect">
              <a:avLst/>
            </a:prstGeom>
            <a:noFill/>
            <a:ln w="9525">
              <a:noFill/>
            </a:ln>
          </p:spPr>
          <p:txBody>
            <a:bodyPr wrap="none" anchor="t" anchorCtr="0">
              <a:spAutoFit/>
            </a:bodyPr>
            <a:p>
              <a:r>
                <a:rPr lang="zh-CN" altLang="en-US" sz="2400">
                  <a:latin typeface="Times New Roman" panose="02020603050405020304" pitchFamily="18" charset="0"/>
                  <a:ea typeface="宋体" panose="02010600030101010101" pitchFamily="2" charset="-122"/>
                </a:rPr>
                <a:t>开始</a:t>
              </a:r>
              <a:endParaRPr lang="zh-CN" altLang="en-US" sz="2400">
                <a:latin typeface="Tahoma" panose="020B0604030504040204" pitchFamily="34" charset="0"/>
                <a:ea typeface="宋体" panose="02010600030101010101" pitchFamily="2" charset="-122"/>
              </a:endParaRPr>
            </a:p>
          </p:txBody>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无向半欧拉图的充分必要条件</a:t>
            </a:r>
            <a:endParaRPr lang="zh-CN" altLang="en-US" b="0"/>
          </a:p>
        </p:txBody>
      </p:sp>
      <p:sp>
        <p:nvSpPr>
          <p:cNvPr id="29698" name="Rectangle 3"/>
          <p:cNvSpPr>
            <a:spLocks noGrp="1"/>
          </p:cNvSpPr>
          <p:nvPr>
            <p:ph idx="1"/>
          </p:nvPr>
        </p:nvSpPr>
        <p:spPr/>
        <p:txBody>
          <a:bodyPr vert="horz" wrap="square" lIns="91440" tIns="45720" rIns="91440" bIns="45720" anchor="t" anchorCtr="0"/>
          <a:p>
            <a:r>
              <a:rPr lang="zh-CN" altLang="en-US">
                <a:solidFill>
                  <a:schemeClr val="hlink"/>
                </a:solidFill>
              </a:rPr>
              <a:t>定理</a:t>
            </a:r>
            <a:r>
              <a:rPr lang="en-US" altLang="zh-CN">
                <a:solidFill>
                  <a:schemeClr val="hlink"/>
                </a:solidFill>
              </a:rPr>
              <a:t>8.2:</a:t>
            </a:r>
            <a:r>
              <a:rPr lang="en-US" altLang="zh-CN"/>
              <a:t> </a:t>
            </a:r>
            <a:r>
              <a:rPr lang="zh-CN" altLang="en-US"/>
              <a:t>设</a:t>
            </a:r>
            <a:r>
              <a:rPr lang="en-US" altLang="zh-CN"/>
              <a:t>G</a:t>
            </a:r>
            <a:r>
              <a:rPr lang="zh-CN" altLang="en-US"/>
              <a:t>是无向连通图</a:t>
            </a:r>
            <a:r>
              <a:rPr lang="en-US" altLang="zh-CN"/>
              <a:t>,</a:t>
            </a:r>
            <a:r>
              <a:rPr lang="zh-CN" altLang="en-US"/>
              <a:t>则</a:t>
            </a:r>
            <a:endParaRPr lang="zh-CN" altLang="en-US"/>
          </a:p>
          <a:p>
            <a:pPr>
              <a:buNone/>
            </a:pPr>
            <a:r>
              <a:rPr lang="en-US" altLang="zh-CN"/>
              <a:t>     (1) G</a:t>
            </a:r>
            <a:r>
              <a:rPr lang="zh-CN" altLang="en-US"/>
              <a:t>是半欧拉图</a:t>
            </a:r>
            <a:endParaRPr lang="zh-CN" altLang="en-US"/>
          </a:p>
          <a:p>
            <a:pPr>
              <a:buNone/>
            </a:pPr>
            <a:r>
              <a:rPr lang="zh-CN" altLang="en-US"/>
              <a:t>⇔ </a:t>
            </a:r>
            <a:r>
              <a:rPr lang="en-US" altLang="zh-CN"/>
              <a:t>(2) G</a:t>
            </a:r>
            <a:r>
              <a:rPr lang="zh-CN" altLang="en-US"/>
              <a:t>中恰有</a:t>
            </a:r>
            <a:r>
              <a:rPr lang="en-US" altLang="zh-CN"/>
              <a:t>2</a:t>
            </a:r>
            <a:r>
              <a:rPr lang="zh-CN" altLang="en-US"/>
              <a:t>个奇度顶点</a:t>
            </a:r>
            <a:endParaRPr lang="en-US" altLang="zh-CN"/>
          </a:p>
          <a:p>
            <a:pPr>
              <a:buNone/>
            </a:pPr>
            <a:r>
              <a:rPr lang="zh-CN" altLang="en-US">
                <a:solidFill>
                  <a:schemeClr val="hlink"/>
                </a:solidFill>
              </a:rPr>
              <a:t>证明 </a:t>
            </a:r>
            <a:r>
              <a:rPr lang="en-US" altLang="zh-CN"/>
              <a:t> </a:t>
            </a:r>
            <a:r>
              <a:rPr lang="zh-CN" altLang="en-US"/>
              <a:t>先证</a:t>
            </a:r>
            <a:r>
              <a:rPr lang="en-US" altLang="zh-CN"/>
              <a:t>(1)⇒(2). </a:t>
            </a:r>
            <a:r>
              <a:rPr lang="zh-CN" altLang="en-US"/>
              <a:t>欧拉通路的起点和终点是奇数度</a:t>
            </a:r>
            <a:r>
              <a:rPr lang="en-US" altLang="zh-CN"/>
              <a:t>,</a:t>
            </a:r>
            <a:endParaRPr lang="en-US" altLang="zh-CN"/>
          </a:p>
          <a:p>
            <a:pPr>
              <a:buNone/>
            </a:pPr>
            <a:r>
              <a:rPr lang="zh-CN" altLang="en-US"/>
              <a:t>其余顶点都是偶数度</a:t>
            </a:r>
            <a:r>
              <a:rPr lang="en-US" altLang="zh-CN"/>
              <a:t>.</a:t>
            </a:r>
            <a:endParaRPr lang="en-US" altLang="zh-CN"/>
          </a:p>
          <a:p>
            <a:pPr>
              <a:buNone/>
            </a:pPr>
            <a:r>
              <a:rPr lang="zh-CN" altLang="en-US"/>
              <a:t>再证</a:t>
            </a:r>
            <a:r>
              <a:rPr lang="en-US" altLang="zh-CN"/>
              <a:t>(2)⇒(1). </a:t>
            </a:r>
            <a:r>
              <a:rPr lang="zh-CN" altLang="en-US"/>
              <a:t>在两个奇数度顶点之间加</a:t>
            </a:r>
            <a:r>
              <a:rPr lang="en-US" altLang="zh-CN"/>
              <a:t>1</a:t>
            </a:r>
            <a:r>
              <a:rPr lang="zh-CN" altLang="en-US"/>
              <a:t>条新边</a:t>
            </a:r>
            <a:r>
              <a:rPr lang="en-US" altLang="zh-CN"/>
              <a:t>,</a:t>
            </a:r>
            <a:r>
              <a:rPr lang="zh-CN" altLang="en-US"/>
              <a:t>所有</a:t>
            </a:r>
            <a:endParaRPr lang="en-US" altLang="zh-CN"/>
          </a:p>
          <a:p>
            <a:pPr>
              <a:buNone/>
            </a:pPr>
            <a:r>
              <a:rPr lang="zh-CN" altLang="en-US"/>
              <a:t>顶点都是偶数度</a:t>
            </a:r>
            <a:r>
              <a:rPr lang="en-US" altLang="zh-CN"/>
              <a:t>,</a:t>
            </a:r>
            <a:r>
              <a:rPr lang="zh-CN" altLang="en-US"/>
              <a:t>得到欧拉回路</a:t>
            </a:r>
            <a:r>
              <a:rPr lang="en-US" altLang="zh-CN"/>
              <a:t>.</a:t>
            </a:r>
            <a:r>
              <a:rPr lang="zh-CN" altLang="en-US"/>
              <a:t>从欧拉回路上删除所</a:t>
            </a:r>
            <a:endParaRPr lang="en-US" altLang="zh-CN"/>
          </a:p>
          <a:p>
            <a:pPr>
              <a:buNone/>
            </a:pPr>
            <a:r>
              <a:rPr lang="zh-CN" altLang="en-US"/>
              <a:t>加边后</a:t>
            </a:r>
            <a:r>
              <a:rPr lang="en-US" altLang="zh-CN"/>
              <a:t>,</a:t>
            </a:r>
            <a:r>
              <a:rPr lang="zh-CN" altLang="en-US"/>
              <a:t>得到欧拉通路</a:t>
            </a:r>
            <a:r>
              <a:rPr lang="en-US" altLang="zh-CN"/>
              <a:t>. </a:t>
            </a:r>
            <a:endParaRPr lang="zh-CN" altLang="en-US">
              <a:solidFill>
                <a:srgbClr val="FF00FF"/>
              </a:solidFill>
            </a:endParaRPr>
          </a:p>
        </p:txBody>
      </p:sp>
      <p:grpSp>
        <p:nvGrpSpPr>
          <p:cNvPr id="28675" name="Group 25"/>
          <p:cNvGrpSpPr/>
          <p:nvPr/>
        </p:nvGrpSpPr>
        <p:grpSpPr>
          <a:xfrm>
            <a:off x="5364163" y="1628775"/>
            <a:ext cx="1584325" cy="1223963"/>
            <a:chOff x="3152" y="1026"/>
            <a:chExt cx="998" cy="771"/>
          </a:xfrm>
        </p:grpSpPr>
        <p:grpSp>
          <p:nvGrpSpPr>
            <p:cNvPr id="28676" name="Group 4"/>
            <p:cNvGrpSpPr/>
            <p:nvPr/>
          </p:nvGrpSpPr>
          <p:grpSpPr>
            <a:xfrm>
              <a:off x="3152" y="1026"/>
              <a:ext cx="998" cy="771"/>
              <a:chOff x="2381" y="3249"/>
              <a:chExt cx="998" cy="771"/>
            </a:xfrm>
          </p:grpSpPr>
          <p:sp>
            <p:nvSpPr>
              <p:cNvPr id="28677" name="Oval 5"/>
              <p:cNvSpPr/>
              <p:nvPr/>
            </p:nvSpPr>
            <p:spPr>
              <a:xfrm>
                <a:off x="2789" y="356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nvGrpSpPr>
              <p:cNvPr id="28678" name="Group 6"/>
              <p:cNvGrpSpPr/>
              <p:nvPr/>
            </p:nvGrpSpPr>
            <p:grpSpPr>
              <a:xfrm>
                <a:off x="2381" y="3249"/>
                <a:ext cx="998" cy="771"/>
                <a:chOff x="2381" y="3249"/>
                <a:chExt cx="998" cy="771"/>
              </a:xfrm>
            </p:grpSpPr>
            <p:sp>
              <p:nvSpPr>
                <p:cNvPr id="28679" name="Line 7"/>
                <p:cNvSpPr/>
                <p:nvPr/>
              </p:nvSpPr>
              <p:spPr>
                <a:xfrm>
                  <a:off x="2562" y="3339"/>
                  <a:ext cx="273" cy="273"/>
                </a:xfrm>
                <a:prstGeom prst="line">
                  <a:avLst/>
                </a:prstGeom>
                <a:ln w="28575" cap="flat" cmpd="sng">
                  <a:solidFill>
                    <a:schemeClr val="folHlink"/>
                  </a:solidFill>
                  <a:prstDash val="solid"/>
                  <a:round/>
                  <a:headEnd type="none" w="med" len="med"/>
                  <a:tailEnd type="none" w="med" len="med"/>
                </a:ln>
              </p:spPr>
            </p:sp>
            <p:sp>
              <p:nvSpPr>
                <p:cNvPr id="28680" name="Line 8"/>
                <p:cNvSpPr/>
                <p:nvPr/>
              </p:nvSpPr>
              <p:spPr>
                <a:xfrm>
                  <a:off x="2925" y="3657"/>
                  <a:ext cx="454" cy="0"/>
                </a:xfrm>
                <a:prstGeom prst="line">
                  <a:avLst/>
                </a:prstGeom>
                <a:ln w="28575" cap="flat" cmpd="sng">
                  <a:solidFill>
                    <a:schemeClr val="folHlink"/>
                  </a:solidFill>
                  <a:prstDash val="solid"/>
                  <a:round/>
                  <a:headEnd type="none" w="med" len="med"/>
                  <a:tailEnd type="none" w="med" len="med"/>
                </a:ln>
              </p:spPr>
            </p:sp>
            <p:sp>
              <p:nvSpPr>
                <p:cNvPr id="28681" name="Line 9"/>
                <p:cNvSpPr/>
                <p:nvPr/>
              </p:nvSpPr>
              <p:spPr>
                <a:xfrm flipV="1">
                  <a:off x="2426" y="3657"/>
                  <a:ext cx="409" cy="272"/>
                </a:xfrm>
                <a:prstGeom prst="line">
                  <a:avLst/>
                </a:prstGeom>
                <a:ln w="28575" cap="flat" cmpd="sng">
                  <a:solidFill>
                    <a:schemeClr val="hlink"/>
                  </a:solidFill>
                  <a:prstDash val="solid"/>
                  <a:round/>
                  <a:headEnd type="none" w="med" len="med"/>
                  <a:tailEnd type="none" w="med" len="med"/>
                </a:ln>
              </p:spPr>
            </p:sp>
            <p:sp>
              <p:nvSpPr>
                <p:cNvPr id="28682" name="Line 10"/>
                <p:cNvSpPr/>
                <p:nvPr/>
              </p:nvSpPr>
              <p:spPr>
                <a:xfrm flipV="1">
                  <a:off x="2880" y="3249"/>
                  <a:ext cx="91" cy="317"/>
                </a:xfrm>
                <a:prstGeom prst="line">
                  <a:avLst/>
                </a:prstGeom>
                <a:ln w="28575" cap="flat" cmpd="sng">
                  <a:solidFill>
                    <a:srgbClr val="FF00FF"/>
                  </a:solidFill>
                  <a:prstDash val="solid"/>
                  <a:round/>
                  <a:headEnd type="none" w="med" len="med"/>
                  <a:tailEnd type="none" w="med" len="med"/>
                </a:ln>
              </p:spPr>
            </p:sp>
            <p:sp>
              <p:nvSpPr>
                <p:cNvPr id="28683" name="Line 11"/>
                <p:cNvSpPr/>
                <p:nvPr/>
              </p:nvSpPr>
              <p:spPr>
                <a:xfrm>
                  <a:off x="2381" y="3612"/>
                  <a:ext cx="454" cy="0"/>
                </a:xfrm>
                <a:prstGeom prst="line">
                  <a:avLst/>
                </a:prstGeom>
                <a:ln w="28575" cap="flat" cmpd="sng">
                  <a:solidFill>
                    <a:srgbClr val="FF00FF"/>
                  </a:solidFill>
                  <a:prstDash val="solid"/>
                  <a:round/>
                  <a:headEnd type="none" w="med" len="med"/>
                  <a:tailEnd type="none" w="med" len="med"/>
                </a:ln>
              </p:spPr>
            </p:sp>
            <p:sp>
              <p:nvSpPr>
                <p:cNvPr id="28684" name="Line 12"/>
                <p:cNvSpPr/>
                <p:nvPr/>
              </p:nvSpPr>
              <p:spPr>
                <a:xfrm>
                  <a:off x="2880" y="3702"/>
                  <a:ext cx="136" cy="318"/>
                </a:xfrm>
                <a:prstGeom prst="line">
                  <a:avLst/>
                </a:prstGeom>
                <a:ln w="28575" cap="flat" cmpd="sng">
                  <a:solidFill>
                    <a:schemeClr val="hlink"/>
                  </a:solidFill>
                  <a:prstDash val="solid"/>
                  <a:round/>
                  <a:headEnd type="none" w="med" len="med"/>
                  <a:tailEnd type="none" w="med" len="med"/>
                </a:ln>
              </p:spPr>
            </p:sp>
          </p:grpSp>
        </p:grpSp>
        <p:sp>
          <p:nvSpPr>
            <p:cNvPr id="28685" name="Line 13"/>
            <p:cNvSpPr/>
            <p:nvPr/>
          </p:nvSpPr>
          <p:spPr>
            <a:xfrm flipV="1">
              <a:off x="3696" y="1162"/>
              <a:ext cx="454" cy="227"/>
            </a:xfrm>
            <a:prstGeom prst="line">
              <a:avLst/>
            </a:prstGeom>
            <a:ln w="28575" cap="flat" cmpd="sng">
              <a:solidFill>
                <a:schemeClr val="accent2"/>
              </a:solidFill>
              <a:prstDash val="solid"/>
              <a:round/>
              <a:headEnd type="none" w="med" len="med"/>
              <a:tailEnd type="triangle" w="med" len="med"/>
            </a:ln>
          </p:spPr>
        </p:sp>
      </p:grpSp>
      <p:grpSp>
        <p:nvGrpSpPr>
          <p:cNvPr id="28686" name="Group 24"/>
          <p:cNvGrpSpPr/>
          <p:nvPr/>
        </p:nvGrpSpPr>
        <p:grpSpPr>
          <a:xfrm>
            <a:off x="7308850" y="1484313"/>
            <a:ext cx="1584325" cy="1441450"/>
            <a:chOff x="4468" y="1071"/>
            <a:chExt cx="998" cy="908"/>
          </a:xfrm>
        </p:grpSpPr>
        <p:grpSp>
          <p:nvGrpSpPr>
            <p:cNvPr id="28687" name="Group 14"/>
            <p:cNvGrpSpPr/>
            <p:nvPr/>
          </p:nvGrpSpPr>
          <p:grpSpPr>
            <a:xfrm>
              <a:off x="4468" y="1071"/>
              <a:ext cx="998" cy="771"/>
              <a:chOff x="2381" y="3249"/>
              <a:chExt cx="998" cy="771"/>
            </a:xfrm>
          </p:grpSpPr>
          <p:sp>
            <p:nvSpPr>
              <p:cNvPr id="28688" name="Oval 15"/>
              <p:cNvSpPr/>
              <p:nvPr/>
            </p:nvSpPr>
            <p:spPr>
              <a:xfrm>
                <a:off x="2789" y="356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nvGrpSpPr>
              <p:cNvPr id="28689" name="Group 16"/>
              <p:cNvGrpSpPr/>
              <p:nvPr/>
            </p:nvGrpSpPr>
            <p:grpSpPr>
              <a:xfrm>
                <a:off x="2381" y="3249"/>
                <a:ext cx="998" cy="771"/>
                <a:chOff x="2381" y="3249"/>
                <a:chExt cx="998" cy="771"/>
              </a:xfrm>
            </p:grpSpPr>
            <p:sp>
              <p:nvSpPr>
                <p:cNvPr id="28690" name="Line 17"/>
                <p:cNvSpPr/>
                <p:nvPr/>
              </p:nvSpPr>
              <p:spPr>
                <a:xfrm>
                  <a:off x="2562" y="3339"/>
                  <a:ext cx="273" cy="273"/>
                </a:xfrm>
                <a:prstGeom prst="line">
                  <a:avLst/>
                </a:prstGeom>
                <a:ln w="28575" cap="flat" cmpd="sng">
                  <a:solidFill>
                    <a:schemeClr val="folHlink"/>
                  </a:solidFill>
                  <a:prstDash val="solid"/>
                  <a:round/>
                  <a:headEnd type="none" w="med" len="med"/>
                  <a:tailEnd type="none" w="med" len="med"/>
                </a:ln>
              </p:spPr>
            </p:sp>
            <p:sp>
              <p:nvSpPr>
                <p:cNvPr id="28691" name="Line 18"/>
                <p:cNvSpPr/>
                <p:nvPr/>
              </p:nvSpPr>
              <p:spPr>
                <a:xfrm>
                  <a:off x="2925" y="3657"/>
                  <a:ext cx="454" cy="0"/>
                </a:xfrm>
                <a:prstGeom prst="line">
                  <a:avLst/>
                </a:prstGeom>
                <a:ln w="28575" cap="flat" cmpd="sng">
                  <a:solidFill>
                    <a:schemeClr val="folHlink"/>
                  </a:solidFill>
                  <a:prstDash val="solid"/>
                  <a:round/>
                  <a:headEnd type="none" w="med" len="med"/>
                  <a:tailEnd type="none" w="med" len="med"/>
                </a:ln>
              </p:spPr>
            </p:sp>
            <p:sp>
              <p:nvSpPr>
                <p:cNvPr id="28692" name="Line 19"/>
                <p:cNvSpPr/>
                <p:nvPr/>
              </p:nvSpPr>
              <p:spPr>
                <a:xfrm flipV="1">
                  <a:off x="2426" y="3657"/>
                  <a:ext cx="409" cy="272"/>
                </a:xfrm>
                <a:prstGeom prst="line">
                  <a:avLst/>
                </a:prstGeom>
                <a:ln w="28575" cap="flat" cmpd="sng">
                  <a:solidFill>
                    <a:schemeClr val="hlink"/>
                  </a:solidFill>
                  <a:prstDash val="solid"/>
                  <a:round/>
                  <a:headEnd type="none" w="med" len="med"/>
                  <a:tailEnd type="none" w="med" len="med"/>
                </a:ln>
              </p:spPr>
            </p:sp>
            <p:sp>
              <p:nvSpPr>
                <p:cNvPr id="28693" name="Line 20"/>
                <p:cNvSpPr/>
                <p:nvPr/>
              </p:nvSpPr>
              <p:spPr>
                <a:xfrm flipV="1">
                  <a:off x="2880" y="3249"/>
                  <a:ext cx="91" cy="317"/>
                </a:xfrm>
                <a:prstGeom prst="line">
                  <a:avLst/>
                </a:prstGeom>
                <a:ln w="28575" cap="flat" cmpd="sng">
                  <a:solidFill>
                    <a:srgbClr val="FF00FF"/>
                  </a:solidFill>
                  <a:prstDash val="solid"/>
                  <a:round/>
                  <a:headEnd type="none" w="med" len="med"/>
                  <a:tailEnd type="none" w="med" len="med"/>
                </a:ln>
              </p:spPr>
            </p:sp>
            <p:sp>
              <p:nvSpPr>
                <p:cNvPr id="28694" name="Line 21"/>
                <p:cNvSpPr/>
                <p:nvPr/>
              </p:nvSpPr>
              <p:spPr>
                <a:xfrm>
                  <a:off x="2381" y="3612"/>
                  <a:ext cx="454" cy="0"/>
                </a:xfrm>
                <a:prstGeom prst="line">
                  <a:avLst/>
                </a:prstGeom>
                <a:ln w="28575" cap="flat" cmpd="sng">
                  <a:solidFill>
                    <a:srgbClr val="FF00FF"/>
                  </a:solidFill>
                  <a:prstDash val="solid"/>
                  <a:round/>
                  <a:headEnd type="none" w="med" len="med"/>
                  <a:tailEnd type="none" w="med" len="med"/>
                </a:ln>
              </p:spPr>
            </p:sp>
            <p:sp>
              <p:nvSpPr>
                <p:cNvPr id="28695" name="Line 22"/>
                <p:cNvSpPr/>
                <p:nvPr/>
              </p:nvSpPr>
              <p:spPr>
                <a:xfrm>
                  <a:off x="2880" y="3702"/>
                  <a:ext cx="136" cy="318"/>
                </a:xfrm>
                <a:prstGeom prst="line">
                  <a:avLst/>
                </a:prstGeom>
                <a:ln w="28575" cap="flat" cmpd="sng">
                  <a:solidFill>
                    <a:schemeClr val="hlink"/>
                  </a:solidFill>
                  <a:prstDash val="solid"/>
                  <a:round/>
                  <a:headEnd type="none" w="med" len="med"/>
                  <a:tailEnd type="none" w="med" len="med"/>
                </a:ln>
              </p:spPr>
            </p:sp>
          </p:grpSp>
        </p:grpSp>
        <p:sp>
          <p:nvSpPr>
            <p:cNvPr id="28696" name="Line 23"/>
            <p:cNvSpPr/>
            <p:nvPr/>
          </p:nvSpPr>
          <p:spPr>
            <a:xfrm flipH="1">
              <a:off x="4740" y="1525"/>
              <a:ext cx="181" cy="454"/>
            </a:xfrm>
            <a:prstGeom prst="line">
              <a:avLst/>
            </a:prstGeom>
            <a:ln w="28575" cap="flat" cmpd="sng">
              <a:solidFill>
                <a:schemeClr val="accent2"/>
              </a:solidFill>
              <a:prstDash val="solid"/>
              <a:round/>
              <a:headEnd type="triangle" w="med" len="med"/>
              <a:tailEnd type="none" w="med" len="med"/>
            </a:ln>
          </p:spPr>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xEl>
                                              <p:charRg st="0" end="1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8">
                                            <p:txEl>
                                              <p:charRg st="18" end="3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8">
                                            <p:txEl>
                                              <p:charRg st="34" end="5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698">
                                            <p:txEl>
                                              <p:charRg st="51" end="8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698">
                                            <p:txEl>
                                              <p:charRg st="82" end="9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698">
                                            <p:txEl>
                                              <p:charRg st="93" end="12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698">
                                            <p:txEl>
                                              <p:charRg st="123" end="14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698">
                                            <p:txEl>
                                              <p:charRg st="148" end="16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有向欧拉图的充分必要条件</a:t>
            </a:r>
            <a:endParaRPr lang="zh-CN" altLang="en-US" b="0"/>
          </a:p>
        </p:txBody>
      </p:sp>
      <p:sp>
        <p:nvSpPr>
          <p:cNvPr id="30722" name="Rectangle 3"/>
          <p:cNvSpPr>
            <a:spLocks noGrp="1"/>
          </p:cNvSpPr>
          <p:nvPr>
            <p:ph idx="1"/>
          </p:nvPr>
        </p:nvSpPr>
        <p:spPr/>
        <p:txBody>
          <a:bodyPr vert="horz" wrap="square" lIns="91440" tIns="45720" rIns="91440" bIns="45720" anchor="t" anchorCtr="0"/>
          <a:p>
            <a:r>
              <a:rPr lang="zh-CN" altLang="en-US">
                <a:solidFill>
                  <a:schemeClr val="hlink"/>
                </a:solidFill>
              </a:rPr>
              <a:t>定理</a:t>
            </a:r>
            <a:r>
              <a:rPr lang="en-US" altLang="zh-CN">
                <a:solidFill>
                  <a:schemeClr val="hlink"/>
                </a:solidFill>
              </a:rPr>
              <a:t>8.3:</a:t>
            </a:r>
            <a:r>
              <a:rPr lang="en-US" altLang="zh-CN"/>
              <a:t> </a:t>
            </a:r>
            <a:r>
              <a:rPr lang="zh-CN" altLang="en-US"/>
              <a:t>设</a:t>
            </a:r>
            <a:r>
              <a:rPr lang="en-US" altLang="zh-CN" i="1"/>
              <a:t>D</a:t>
            </a:r>
            <a:r>
              <a:rPr lang="zh-CN" altLang="en-US"/>
              <a:t>是有向连通图</a:t>
            </a:r>
            <a:r>
              <a:rPr lang="en-US" altLang="zh-CN"/>
              <a:t>,</a:t>
            </a:r>
            <a:r>
              <a:rPr lang="zh-CN" altLang="en-US"/>
              <a:t>则</a:t>
            </a:r>
            <a:endParaRPr lang="zh-CN" altLang="en-US"/>
          </a:p>
          <a:p>
            <a:pPr>
              <a:buNone/>
            </a:pPr>
            <a:r>
              <a:rPr lang="en-US" altLang="zh-CN"/>
              <a:t>     (1) </a:t>
            </a:r>
            <a:r>
              <a:rPr lang="en-US" altLang="zh-CN" i="1"/>
              <a:t>D</a:t>
            </a:r>
            <a:r>
              <a:rPr lang="zh-CN" altLang="en-US"/>
              <a:t>是欧拉图</a:t>
            </a:r>
            <a:endParaRPr lang="zh-CN" altLang="en-US"/>
          </a:p>
          <a:p>
            <a:pPr>
              <a:buNone/>
            </a:pPr>
            <a:r>
              <a:rPr lang="zh-CN" altLang="en-US"/>
              <a:t>⇔ </a:t>
            </a:r>
            <a:r>
              <a:rPr lang="en-US" altLang="zh-CN"/>
              <a:t>(2) ∀</a:t>
            </a:r>
            <a:r>
              <a:rPr lang="en-US" altLang="zh-CN" i="1"/>
              <a:t>v</a:t>
            </a:r>
            <a:r>
              <a:rPr lang="en-US" altLang="zh-CN"/>
              <a:t>∈</a:t>
            </a:r>
            <a:r>
              <a:rPr lang="en-US" altLang="zh-CN" i="1"/>
              <a:t>V</a:t>
            </a:r>
            <a:r>
              <a:rPr lang="en-US" altLang="zh-CN"/>
              <a:t>(</a:t>
            </a:r>
            <a:r>
              <a:rPr lang="en-US" altLang="zh-CN" i="1"/>
              <a:t>D</a:t>
            </a:r>
            <a:r>
              <a:rPr lang="en-US" altLang="zh-CN"/>
              <a:t>), </a:t>
            </a:r>
            <a:r>
              <a:rPr lang="en-US" altLang="zh-CN" i="1"/>
              <a:t>d</a:t>
            </a:r>
            <a:r>
              <a:rPr lang="en-US" altLang="zh-CN" baseline="30000"/>
              <a:t>+</a:t>
            </a:r>
            <a:r>
              <a:rPr lang="en-US" altLang="zh-CN"/>
              <a:t>(</a:t>
            </a:r>
            <a:r>
              <a:rPr lang="en-US" altLang="zh-CN" i="1"/>
              <a:t>v</a:t>
            </a:r>
            <a:r>
              <a:rPr lang="en-US" altLang="zh-CN"/>
              <a:t>)=</a:t>
            </a:r>
            <a:r>
              <a:rPr lang="en-US" altLang="zh-CN" i="1"/>
              <a:t>d</a:t>
            </a:r>
            <a:r>
              <a:rPr lang="en-US" altLang="zh-CN" baseline="30000"/>
              <a:t>-</a:t>
            </a:r>
            <a:r>
              <a:rPr lang="en-US" altLang="zh-CN"/>
              <a:t>(</a:t>
            </a:r>
            <a:r>
              <a:rPr lang="en-US" altLang="zh-CN" i="1"/>
              <a:t>v</a:t>
            </a:r>
            <a:r>
              <a:rPr lang="en-US" altLang="zh-CN"/>
              <a:t>)</a:t>
            </a:r>
            <a:endParaRPr lang="en-US" altLang="zh-CN"/>
          </a:p>
          <a:p>
            <a:pPr>
              <a:buNone/>
            </a:pPr>
            <a:r>
              <a:rPr lang="en-US" altLang="zh-CN"/>
              <a:t>⇔ (3) </a:t>
            </a:r>
            <a:r>
              <a:rPr lang="en-US" altLang="zh-CN" i="1"/>
              <a:t>D</a:t>
            </a:r>
            <a:r>
              <a:rPr lang="zh-CN" altLang="en-US"/>
              <a:t>是若干个边不交的有向圈的并</a:t>
            </a:r>
            <a:endParaRPr lang="en-US" altLang="zh-CN"/>
          </a:p>
          <a:p>
            <a:pPr>
              <a:buNone/>
            </a:pPr>
            <a:r>
              <a:rPr lang="zh-CN" altLang="en-US">
                <a:solidFill>
                  <a:schemeClr val="hlink"/>
                </a:solidFill>
              </a:rPr>
              <a:t>证明</a:t>
            </a:r>
            <a:r>
              <a:rPr lang="en-US" altLang="zh-CN">
                <a:solidFill>
                  <a:schemeClr val="hlink"/>
                </a:solidFill>
              </a:rPr>
              <a:t>  </a:t>
            </a:r>
            <a:r>
              <a:rPr lang="en-US" altLang="zh-CN"/>
              <a:t>(1)⇒(2)⇒(3)⇒(1).</a:t>
            </a:r>
            <a:endParaRPr lang="en-US" altLang="zh-CN"/>
          </a:p>
          <a:p>
            <a:pPr>
              <a:buNone/>
            </a:pPr>
            <a:r>
              <a:rPr lang="zh-CN" altLang="en-US">
                <a:solidFill>
                  <a:srgbClr val="FF00FF"/>
                </a:solidFill>
              </a:rPr>
              <a:t>证</a:t>
            </a:r>
            <a:r>
              <a:rPr lang="en-US" altLang="zh-CN">
                <a:solidFill>
                  <a:srgbClr val="FF00FF"/>
                </a:solidFill>
              </a:rPr>
              <a:t>(1)⇒(2).</a:t>
            </a:r>
            <a:r>
              <a:rPr lang="en-US" altLang="zh-CN"/>
              <a:t> </a:t>
            </a:r>
            <a:r>
              <a:rPr lang="zh-CN" altLang="en-US"/>
              <a:t>若欧拉回路总共</a:t>
            </a:r>
            <a:r>
              <a:rPr lang="en-US" altLang="zh-CN" i="1"/>
              <a:t>k</a:t>
            </a:r>
            <a:r>
              <a:rPr lang="zh-CN" altLang="en-US"/>
              <a:t>次经过顶点</a:t>
            </a:r>
            <a:r>
              <a:rPr lang="en-US" altLang="zh-CN" i="1"/>
              <a:t>v</a:t>
            </a:r>
            <a:r>
              <a:rPr lang="en-US" altLang="zh-CN"/>
              <a:t>,</a:t>
            </a:r>
            <a:r>
              <a:rPr lang="zh-CN" altLang="en-US"/>
              <a:t>则</a:t>
            </a:r>
            <a:endParaRPr lang="zh-CN" altLang="en-US"/>
          </a:p>
          <a:p>
            <a:pPr>
              <a:buNone/>
            </a:pPr>
            <a:r>
              <a:rPr lang="en-US" altLang="zh-CN" i="1"/>
              <a:t>                       d</a:t>
            </a:r>
            <a:r>
              <a:rPr lang="en-US" altLang="zh-CN" baseline="30000"/>
              <a:t>+</a:t>
            </a:r>
            <a:r>
              <a:rPr lang="en-US" altLang="zh-CN"/>
              <a:t>(</a:t>
            </a:r>
            <a:r>
              <a:rPr lang="en-US" altLang="zh-CN" i="1"/>
              <a:t>v</a:t>
            </a:r>
            <a:r>
              <a:rPr lang="en-US" altLang="zh-CN"/>
              <a:t>)=</a:t>
            </a:r>
            <a:r>
              <a:rPr lang="en-US" altLang="zh-CN" i="1"/>
              <a:t>d</a:t>
            </a:r>
            <a:r>
              <a:rPr lang="en-US" altLang="zh-CN" baseline="30000"/>
              <a:t>-</a:t>
            </a:r>
            <a:r>
              <a:rPr lang="en-US" altLang="zh-CN"/>
              <a:t>(</a:t>
            </a:r>
            <a:r>
              <a:rPr lang="en-US" altLang="zh-CN" i="1"/>
              <a:t>v</a:t>
            </a:r>
            <a:r>
              <a:rPr lang="en-US" altLang="zh-CN"/>
              <a:t>)=</a:t>
            </a:r>
            <a:r>
              <a:rPr lang="en-US" altLang="zh-CN" i="1"/>
              <a:t>k</a:t>
            </a:r>
            <a:r>
              <a:rPr lang="en-US" altLang="zh-CN"/>
              <a:t>.</a:t>
            </a:r>
            <a:endParaRPr lang="en-US" altLang="zh-CN"/>
          </a:p>
          <a:p>
            <a:r>
              <a:rPr lang="zh-CN" altLang="en-US"/>
              <a:t>其余与定理</a:t>
            </a:r>
            <a:r>
              <a:rPr lang="en-US" altLang="zh-CN"/>
              <a:t>1</a:t>
            </a:r>
            <a:r>
              <a:rPr lang="zh-CN" altLang="en-US"/>
              <a:t>类似</a:t>
            </a:r>
            <a:r>
              <a:rPr lang="en-US" altLang="zh-CN"/>
              <a:t>. </a:t>
            </a:r>
            <a:endParaRPr lang="zh-CN" altLang="en-US"/>
          </a:p>
        </p:txBody>
      </p:sp>
      <p:grpSp>
        <p:nvGrpSpPr>
          <p:cNvPr id="29699" name="Group 4"/>
          <p:cNvGrpSpPr/>
          <p:nvPr/>
        </p:nvGrpSpPr>
        <p:grpSpPr>
          <a:xfrm>
            <a:off x="5651500" y="5157788"/>
            <a:ext cx="1584325" cy="1223962"/>
            <a:chOff x="2381" y="3249"/>
            <a:chExt cx="998" cy="771"/>
          </a:xfrm>
        </p:grpSpPr>
        <p:sp>
          <p:nvSpPr>
            <p:cNvPr id="29700" name="Oval 5"/>
            <p:cNvSpPr/>
            <p:nvPr/>
          </p:nvSpPr>
          <p:spPr>
            <a:xfrm>
              <a:off x="2789" y="356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nvGrpSpPr>
            <p:cNvPr id="29701" name="Group 6"/>
            <p:cNvGrpSpPr/>
            <p:nvPr/>
          </p:nvGrpSpPr>
          <p:grpSpPr>
            <a:xfrm>
              <a:off x="2381" y="3249"/>
              <a:ext cx="998" cy="771"/>
              <a:chOff x="2381" y="3249"/>
              <a:chExt cx="998" cy="771"/>
            </a:xfrm>
          </p:grpSpPr>
          <p:sp>
            <p:nvSpPr>
              <p:cNvPr id="29702" name="Line 7"/>
              <p:cNvSpPr/>
              <p:nvPr/>
            </p:nvSpPr>
            <p:spPr>
              <a:xfrm>
                <a:off x="2562" y="3339"/>
                <a:ext cx="273" cy="273"/>
              </a:xfrm>
              <a:prstGeom prst="line">
                <a:avLst/>
              </a:prstGeom>
              <a:ln w="28575" cap="flat" cmpd="sng">
                <a:solidFill>
                  <a:schemeClr val="folHlink"/>
                </a:solidFill>
                <a:prstDash val="solid"/>
                <a:round/>
                <a:headEnd type="none" w="med" len="med"/>
                <a:tailEnd type="triangle" w="lg" len="lg"/>
              </a:ln>
            </p:spPr>
          </p:sp>
          <p:sp>
            <p:nvSpPr>
              <p:cNvPr id="29703" name="Line 8"/>
              <p:cNvSpPr/>
              <p:nvPr/>
            </p:nvSpPr>
            <p:spPr>
              <a:xfrm>
                <a:off x="2925" y="3657"/>
                <a:ext cx="454" cy="0"/>
              </a:xfrm>
              <a:prstGeom prst="line">
                <a:avLst/>
              </a:prstGeom>
              <a:ln w="28575" cap="flat" cmpd="sng">
                <a:solidFill>
                  <a:schemeClr val="folHlink"/>
                </a:solidFill>
                <a:prstDash val="solid"/>
                <a:round/>
                <a:headEnd type="none" w="med" len="med"/>
                <a:tailEnd type="triangle" w="lg" len="lg"/>
              </a:ln>
            </p:spPr>
          </p:sp>
          <p:sp>
            <p:nvSpPr>
              <p:cNvPr id="29704" name="Line 9"/>
              <p:cNvSpPr/>
              <p:nvPr/>
            </p:nvSpPr>
            <p:spPr>
              <a:xfrm flipV="1">
                <a:off x="2426" y="3657"/>
                <a:ext cx="409" cy="272"/>
              </a:xfrm>
              <a:prstGeom prst="line">
                <a:avLst/>
              </a:prstGeom>
              <a:ln w="28575" cap="flat" cmpd="sng">
                <a:solidFill>
                  <a:schemeClr val="hlink"/>
                </a:solidFill>
                <a:prstDash val="solid"/>
                <a:round/>
                <a:headEnd type="none" w="med" len="med"/>
                <a:tailEnd type="triangle" w="lg" len="lg"/>
              </a:ln>
            </p:spPr>
          </p:sp>
          <p:sp>
            <p:nvSpPr>
              <p:cNvPr id="29705" name="Line 10"/>
              <p:cNvSpPr/>
              <p:nvPr/>
            </p:nvSpPr>
            <p:spPr>
              <a:xfrm flipV="1">
                <a:off x="2880" y="3249"/>
                <a:ext cx="91" cy="317"/>
              </a:xfrm>
              <a:prstGeom prst="line">
                <a:avLst/>
              </a:prstGeom>
              <a:ln w="28575" cap="flat" cmpd="sng">
                <a:solidFill>
                  <a:srgbClr val="FF00FF"/>
                </a:solidFill>
                <a:prstDash val="solid"/>
                <a:round/>
                <a:headEnd type="none" w="med" len="med"/>
                <a:tailEnd type="triangle" w="lg" len="lg"/>
              </a:ln>
            </p:spPr>
          </p:sp>
          <p:sp>
            <p:nvSpPr>
              <p:cNvPr id="29706" name="Line 11"/>
              <p:cNvSpPr/>
              <p:nvPr/>
            </p:nvSpPr>
            <p:spPr>
              <a:xfrm>
                <a:off x="2381" y="3612"/>
                <a:ext cx="454" cy="0"/>
              </a:xfrm>
              <a:prstGeom prst="line">
                <a:avLst/>
              </a:prstGeom>
              <a:ln w="28575" cap="flat" cmpd="sng">
                <a:solidFill>
                  <a:srgbClr val="FF00FF"/>
                </a:solidFill>
                <a:prstDash val="solid"/>
                <a:round/>
                <a:headEnd type="none" w="med" len="med"/>
                <a:tailEnd type="triangle" w="lg" len="lg"/>
              </a:ln>
            </p:spPr>
          </p:sp>
          <p:sp>
            <p:nvSpPr>
              <p:cNvPr id="29707" name="Line 12"/>
              <p:cNvSpPr/>
              <p:nvPr/>
            </p:nvSpPr>
            <p:spPr>
              <a:xfrm>
                <a:off x="2880" y="3702"/>
                <a:ext cx="136" cy="318"/>
              </a:xfrm>
              <a:prstGeom prst="line">
                <a:avLst/>
              </a:prstGeom>
              <a:ln w="28575" cap="flat" cmpd="sng">
                <a:solidFill>
                  <a:schemeClr val="hlink"/>
                </a:solidFill>
                <a:prstDash val="solid"/>
                <a:round/>
                <a:headEnd type="none" w="med" len="med"/>
                <a:tailEnd type="triangle" w="lg" len="lg"/>
              </a:ln>
            </p:spPr>
          </p:sp>
        </p:gr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charRg st="0" end="1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2">
                                            <p:txEl>
                                              <p:charRg st="18" end="3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22">
                                            <p:txEl>
                                              <p:charRg st="34" end="6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charRg st="61" end="8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22">
                                            <p:txEl>
                                              <p:charRg st="82" end="10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2">
                                            <p:txEl>
                                              <p:charRg st="103" end="13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2">
                                            <p:txEl>
                                              <p:charRg st="130" end="16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22">
                                            <p:txEl>
                                              <p:charRg st="168" end="17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有向半欧拉图的充分必要条件</a:t>
            </a:r>
            <a:endParaRPr lang="zh-CN" altLang="en-US" b="0"/>
          </a:p>
        </p:txBody>
      </p:sp>
      <p:sp>
        <p:nvSpPr>
          <p:cNvPr id="31746" name="Rectangle 3"/>
          <p:cNvSpPr>
            <a:spLocks noGrp="1"/>
          </p:cNvSpPr>
          <p:nvPr>
            <p:ph idx="1"/>
          </p:nvPr>
        </p:nvSpPr>
        <p:spPr/>
        <p:txBody>
          <a:bodyPr vert="horz" wrap="square" lIns="91440" tIns="45720" rIns="91440" bIns="45720" anchor="t" anchorCtr="0"/>
          <a:p>
            <a:r>
              <a:rPr lang="zh-CN" altLang="en-US">
                <a:solidFill>
                  <a:schemeClr val="hlink"/>
                </a:solidFill>
              </a:rPr>
              <a:t>定理</a:t>
            </a:r>
            <a:r>
              <a:rPr lang="en-US" altLang="zh-CN">
                <a:solidFill>
                  <a:schemeClr val="hlink"/>
                </a:solidFill>
              </a:rPr>
              <a:t>8.4:</a:t>
            </a:r>
            <a:r>
              <a:rPr lang="en-US" altLang="zh-CN"/>
              <a:t> </a:t>
            </a:r>
            <a:r>
              <a:rPr lang="zh-CN" altLang="en-US"/>
              <a:t>设</a:t>
            </a:r>
            <a:r>
              <a:rPr lang="en-US" altLang="zh-CN" i="1"/>
              <a:t>D</a:t>
            </a:r>
            <a:r>
              <a:rPr lang="zh-CN" altLang="en-US"/>
              <a:t>是有向连通图</a:t>
            </a:r>
            <a:r>
              <a:rPr lang="en-US" altLang="zh-CN"/>
              <a:t>,</a:t>
            </a:r>
            <a:r>
              <a:rPr lang="zh-CN" altLang="en-US"/>
              <a:t>则</a:t>
            </a:r>
            <a:endParaRPr lang="zh-CN" altLang="en-US"/>
          </a:p>
          <a:p>
            <a:pPr>
              <a:buNone/>
            </a:pPr>
            <a:r>
              <a:rPr lang="en-US" altLang="zh-CN"/>
              <a:t>     (1) </a:t>
            </a:r>
            <a:r>
              <a:rPr lang="en-US" altLang="zh-CN" i="1"/>
              <a:t>D</a:t>
            </a:r>
            <a:r>
              <a:rPr lang="zh-CN" altLang="en-US"/>
              <a:t>是半欧拉图</a:t>
            </a:r>
            <a:endParaRPr lang="zh-CN" altLang="en-US"/>
          </a:p>
          <a:p>
            <a:pPr>
              <a:buNone/>
            </a:pPr>
            <a:r>
              <a:rPr lang="zh-CN" altLang="en-US"/>
              <a:t>⇔ </a:t>
            </a:r>
            <a:r>
              <a:rPr lang="en-US" altLang="zh-CN"/>
              <a:t>(2) </a:t>
            </a:r>
            <a:r>
              <a:rPr lang="en-US" altLang="zh-CN" i="1"/>
              <a:t>D</a:t>
            </a:r>
            <a:r>
              <a:rPr lang="zh-CN" altLang="en-US"/>
              <a:t>中恰有</a:t>
            </a:r>
            <a:r>
              <a:rPr lang="en-US" altLang="zh-CN"/>
              <a:t>2</a:t>
            </a:r>
            <a:r>
              <a:rPr lang="zh-CN" altLang="en-US"/>
              <a:t>个奇度顶点</a:t>
            </a:r>
            <a:r>
              <a:rPr lang="en-US" altLang="zh-CN"/>
              <a:t>, </a:t>
            </a:r>
            <a:r>
              <a:rPr lang="zh-CN" altLang="en-US"/>
              <a:t>其中</a:t>
            </a:r>
            <a:r>
              <a:rPr lang="en-US" altLang="zh-CN"/>
              <a:t>1</a:t>
            </a:r>
            <a:r>
              <a:rPr lang="zh-CN" altLang="en-US"/>
              <a:t>个入度比出度大</a:t>
            </a:r>
            <a:r>
              <a:rPr lang="en-US" altLang="zh-CN"/>
              <a:t>1,</a:t>
            </a:r>
            <a:r>
              <a:rPr lang="zh-CN" altLang="en-US"/>
              <a:t>另</a:t>
            </a:r>
            <a:r>
              <a:rPr lang="en-US" altLang="zh-CN"/>
              <a:t>1</a:t>
            </a:r>
            <a:r>
              <a:rPr lang="zh-CN" altLang="en-US"/>
              <a:t>个出度比入度大</a:t>
            </a:r>
            <a:r>
              <a:rPr lang="en-US" altLang="zh-CN"/>
              <a:t>1, </a:t>
            </a:r>
            <a:r>
              <a:rPr lang="zh-CN" altLang="en-US"/>
              <a:t>其余顶点入度等于出度</a:t>
            </a:r>
            <a:r>
              <a:rPr lang="en-US" altLang="zh-CN"/>
              <a:t>. </a:t>
            </a:r>
            <a:endParaRPr lang="zh-CN" altLang="en-US"/>
          </a:p>
        </p:txBody>
      </p:sp>
      <p:grpSp>
        <p:nvGrpSpPr>
          <p:cNvPr id="30723" name="Group 4"/>
          <p:cNvGrpSpPr/>
          <p:nvPr/>
        </p:nvGrpSpPr>
        <p:grpSpPr>
          <a:xfrm>
            <a:off x="3779838" y="4292600"/>
            <a:ext cx="1584325" cy="1223963"/>
            <a:chOff x="2381" y="3249"/>
            <a:chExt cx="998" cy="771"/>
          </a:xfrm>
        </p:grpSpPr>
        <p:sp>
          <p:nvSpPr>
            <p:cNvPr id="30724" name="Oval 5"/>
            <p:cNvSpPr/>
            <p:nvPr/>
          </p:nvSpPr>
          <p:spPr>
            <a:xfrm>
              <a:off x="2789" y="356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nvGrpSpPr>
            <p:cNvPr id="30725" name="Group 6"/>
            <p:cNvGrpSpPr/>
            <p:nvPr/>
          </p:nvGrpSpPr>
          <p:grpSpPr>
            <a:xfrm>
              <a:off x="2381" y="3249"/>
              <a:ext cx="998" cy="771"/>
              <a:chOff x="2381" y="3249"/>
              <a:chExt cx="998" cy="771"/>
            </a:xfrm>
          </p:grpSpPr>
          <p:sp>
            <p:nvSpPr>
              <p:cNvPr id="30726" name="Line 7"/>
              <p:cNvSpPr/>
              <p:nvPr/>
            </p:nvSpPr>
            <p:spPr>
              <a:xfrm>
                <a:off x="2562" y="3339"/>
                <a:ext cx="273" cy="273"/>
              </a:xfrm>
              <a:prstGeom prst="line">
                <a:avLst/>
              </a:prstGeom>
              <a:ln w="28575" cap="flat" cmpd="sng">
                <a:solidFill>
                  <a:schemeClr val="folHlink"/>
                </a:solidFill>
                <a:prstDash val="solid"/>
                <a:round/>
                <a:headEnd type="none" w="med" len="med"/>
                <a:tailEnd type="triangle" w="lg" len="lg"/>
              </a:ln>
            </p:spPr>
          </p:sp>
          <p:sp>
            <p:nvSpPr>
              <p:cNvPr id="30727" name="Line 8"/>
              <p:cNvSpPr/>
              <p:nvPr/>
            </p:nvSpPr>
            <p:spPr>
              <a:xfrm>
                <a:off x="2925" y="3657"/>
                <a:ext cx="454" cy="0"/>
              </a:xfrm>
              <a:prstGeom prst="line">
                <a:avLst/>
              </a:prstGeom>
              <a:ln w="28575" cap="flat" cmpd="sng">
                <a:solidFill>
                  <a:schemeClr val="folHlink"/>
                </a:solidFill>
                <a:prstDash val="solid"/>
                <a:round/>
                <a:headEnd type="none" w="med" len="med"/>
                <a:tailEnd type="triangle" w="lg" len="lg"/>
              </a:ln>
            </p:spPr>
          </p:sp>
          <p:sp>
            <p:nvSpPr>
              <p:cNvPr id="30728" name="Line 9"/>
              <p:cNvSpPr/>
              <p:nvPr/>
            </p:nvSpPr>
            <p:spPr>
              <a:xfrm flipV="1">
                <a:off x="2426" y="3657"/>
                <a:ext cx="409" cy="272"/>
              </a:xfrm>
              <a:prstGeom prst="line">
                <a:avLst/>
              </a:prstGeom>
              <a:ln w="28575" cap="flat" cmpd="sng">
                <a:solidFill>
                  <a:schemeClr val="hlink"/>
                </a:solidFill>
                <a:prstDash val="solid"/>
                <a:round/>
                <a:headEnd type="none" w="med" len="med"/>
                <a:tailEnd type="triangle" w="lg" len="lg"/>
              </a:ln>
            </p:spPr>
          </p:sp>
          <p:sp>
            <p:nvSpPr>
              <p:cNvPr id="30729" name="Line 10"/>
              <p:cNvSpPr/>
              <p:nvPr/>
            </p:nvSpPr>
            <p:spPr>
              <a:xfrm flipV="1">
                <a:off x="2880" y="3249"/>
                <a:ext cx="91" cy="317"/>
              </a:xfrm>
              <a:prstGeom prst="line">
                <a:avLst/>
              </a:prstGeom>
              <a:ln w="28575" cap="flat" cmpd="sng">
                <a:solidFill>
                  <a:srgbClr val="FF00FF"/>
                </a:solidFill>
                <a:prstDash val="solid"/>
                <a:round/>
                <a:headEnd type="none" w="med" len="med"/>
                <a:tailEnd type="triangle" w="lg" len="lg"/>
              </a:ln>
            </p:spPr>
          </p:sp>
          <p:sp>
            <p:nvSpPr>
              <p:cNvPr id="30730" name="Line 11"/>
              <p:cNvSpPr/>
              <p:nvPr/>
            </p:nvSpPr>
            <p:spPr>
              <a:xfrm>
                <a:off x="2381" y="3612"/>
                <a:ext cx="454" cy="0"/>
              </a:xfrm>
              <a:prstGeom prst="line">
                <a:avLst/>
              </a:prstGeom>
              <a:ln w="28575" cap="flat" cmpd="sng">
                <a:solidFill>
                  <a:srgbClr val="FF00FF"/>
                </a:solidFill>
                <a:prstDash val="solid"/>
                <a:round/>
                <a:headEnd type="none" w="med" len="med"/>
                <a:tailEnd type="triangle" w="lg" len="lg"/>
              </a:ln>
            </p:spPr>
          </p:sp>
          <p:sp>
            <p:nvSpPr>
              <p:cNvPr id="30731" name="Line 12"/>
              <p:cNvSpPr/>
              <p:nvPr/>
            </p:nvSpPr>
            <p:spPr>
              <a:xfrm>
                <a:off x="2880" y="3702"/>
                <a:ext cx="136" cy="318"/>
              </a:xfrm>
              <a:prstGeom prst="line">
                <a:avLst/>
              </a:prstGeom>
              <a:ln w="28575" cap="flat" cmpd="sng">
                <a:solidFill>
                  <a:schemeClr val="hlink"/>
                </a:solidFill>
                <a:prstDash val="solid"/>
                <a:round/>
                <a:headEnd type="none" w="med" len="med"/>
                <a:tailEnd type="triangle" w="lg" len="lg"/>
              </a:ln>
            </p:spPr>
          </p:sp>
        </p:grpSp>
      </p:grpSp>
      <p:grpSp>
        <p:nvGrpSpPr>
          <p:cNvPr id="30732" name="Group 13"/>
          <p:cNvGrpSpPr/>
          <p:nvPr/>
        </p:nvGrpSpPr>
        <p:grpSpPr>
          <a:xfrm>
            <a:off x="1331913" y="4365625"/>
            <a:ext cx="1584325" cy="1223963"/>
            <a:chOff x="3152" y="1026"/>
            <a:chExt cx="998" cy="771"/>
          </a:xfrm>
        </p:grpSpPr>
        <p:grpSp>
          <p:nvGrpSpPr>
            <p:cNvPr id="30733" name="Group 14"/>
            <p:cNvGrpSpPr/>
            <p:nvPr/>
          </p:nvGrpSpPr>
          <p:grpSpPr>
            <a:xfrm>
              <a:off x="3152" y="1026"/>
              <a:ext cx="998" cy="771"/>
              <a:chOff x="2381" y="3249"/>
              <a:chExt cx="998" cy="771"/>
            </a:xfrm>
          </p:grpSpPr>
          <p:sp>
            <p:nvSpPr>
              <p:cNvPr id="30734" name="Oval 15"/>
              <p:cNvSpPr/>
              <p:nvPr/>
            </p:nvSpPr>
            <p:spPr>
              <a:xfrm>
                <a:off x="2789" y="356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nvGrpSpPr>
              <p:cNvPr id="30735" name="Group 16"/>
              <p:cNvGrpSpPr/>
              <p:nvPr/>
            </p:nvGrpSpPr>
            <p:grpSpPr>
              <a:xfrm>
                <a:off x="2381" y="3249"/>
                <a:ext cx="998" cy="771"/>
                <a:chOff x="2381" y="3249"/>
                <a:chExt cx="998" cy="771"/>
              </a:xfrm>
            </p:grpSpPr>
            <p:sp>
              <p:nvSpPr>
                <p:cNvPr id="30736" name="Line 17"/>
                <p:cNvSpPr/>
                <p:nvPr/>
              </p:nvSpPr>
              <p:spPr>
                <a:xfrm>
                  <a:off x="2562" y="3339"/>
                  <a:ext cx="273" cy="273"/>
                </a:xfrm>
                <a:prstGeom prst="line">
                  <a:avLst/>
                </a:prstGeom>
                <a:ln w="28575" cap="flat" cmpd="sng">
                  <a:solidFill>
                    <a:schemeClr val="folHlink"/>
                  </a:solidFill>
                  <a:prstDash val="solid"/>
                  <a:round/>
                  <a:headEnd type="none" w="med" len="med"/>
                  <a:tailEnd type="none" w="med" len="med"/>
                </a:ln>
              </p:spPr>
            </p:sp>
            <p:sp>
              <p:nvSpPr>
                <p:cNvPr id="30737" name="Line 18"/>
                <p:cNvSpPr/>
                <p:nvPr/>
              </p:nvSpPr>
              <p:spPr>
                <a:xfrm>
                  <a:off x="2925" y="3657"/>
                  <a:ext cx="454" cy="0"/>
                </a:xfrm>
                <a:prstGeom prst="line">
                  <a:avLst/>
                </a:prstGeom>
                <a:ln w="28575" cap="flat" cmpd="sng">
                  <a:solidFill>
                    <a:schemeClr val="folHlink"/>
                  </a:solidFill>
                  <a:prstDash val="solid"/>
                  <a:round/>
                  <a:headEnd type="none" w="med" len="med"/>
                  <a:tailEnd type="none" w="med" len="med"/>
                </a:ln>
              </p:spPr>
            </p:sp>
            <p:sp>
              <p:nvSpPr>
                <p:cNvPr id="30738" name="Line 19"/>
                <p:cNvSpPr/>
                <p:nvPr/>
              </p:nvSpPr>
              <p:spPr>
                <a:xfrm flipV="1">
                  <a:off x="2426" y="3657"/>
                  <a:ext cx="409" cy="272"/>
                </a:xfrm>
                <a:prstGeom prst="line">
                  <a:avLst/>
                </a:prstGeom>
                <a:ln w="28575" cap="flat" cmpd="sng">
                  <a:solidFill>
                    <a:schemeClr val="hlink"/>
                  </a:solidFill>
                  <a:prstDash val="solid"/>
                  <a:round/>
                  <a:headEnd type="none" w="med" len="med"/>
                  <a:tailEnd type="none" w="med" len="med"/>
                </a:ln>
              </p:spPr>
            </p:sp>
            <p:sp>
              <p:nvSpPr>
                <p:cNvPr id="30739" name="Line 20"/>
                <p:cNvSpPr/>
                <p:nvPr/>
              </p:nvSpPr>
              <p:spPr>
                <a:xfrm flipV="1">
                  <a:off x="2880" y="3249"/>
                  <a:ext cx="91" cy="317"/>
                </a:xfrm>
                <a:prstGeom prst="line">
                  <a:avLst/>
                </a:prstGeom>
                <a:ln w="28575" cap="flat" cmpd="sng">
                  <a:solidFill>
                    <a:srgbClr val="FF00FF"/>
                  </a:solidFill>
                  <a:prstDash val="solid"/>
                  <a:round/>
                  <a:headEnd type="none" w="med" len="med"/>
                  <a:tailEnd type="none" w="med" len="med"/>
                </a:ln>
              </p:spPr>
            </p:sp>
            <p:sp>
              <p:nvSpPr>
                <p:cNvPr id="30740" name="Line 21"/>
                <p:cNvSpPr/>
                <p:nvPr/>
              </p:nvSpPr>
              <p:spPr>
                <a:xfrm>
                  <a:off x="2381" y="3612"/>
                  <a:ext cx="454" cy="0"/>
                </a:xfrm>
                <a:prstGeom prst="line">
                  <a:avLst/>
                </a:prstGeom>
                <a:ln w="28575" cap="flat" cmpd="sng">
                  <a:solidFill>
                    <a:srgbClr val="FF00FF"/>
                  </a:solidFill>
                  <a:prstDash val="solid"/>
                  <a:round/>
                  <a:headEnd type="none" w="med" len="med"/>
                  <a:tailEnd type="none" w="med" len="med"/>
                </a:ln>
              </p:spPr>
            </p:sp>
            <p:sp>
              <p:nvSpPr>
                <p:cNvPr id="30741" name="Line 22"/>
                <p:cNvSpPr/>
                <p:nvPr/>
              </p:nvSpPr>
              <p:spPr>
                <a:xfrm>
                  <a:off x="2880" y="3702"/>
                  <a:ext cx="136" cy="318"/>
                </a:xfrm>
                <a:prstGeom prst="line">
                  <a:avLst/>
                </a:prstGeom>
                <a:ln w="28575" cap="flat" cmpd="sng">
                  <a:solidFill>
                    <a:schemeClr val="hlink"/>
                  </a:solidFill>
                  <a:prstDash val="solid"/>
                  <a:round/>
                  <a:headEnd type="none" w="med" len="med"/>
                  <a:tailEnd type="none" w="med" len="med"/>
                </a:ln>
              </p:spPr>
            </p:sp>
          </p:grpSp>
        </p:grpSp>
        <p:sp>
          <p:nvSpPr>
            <p:cNvPr id="30742" name="Line 23"/>
            <p:cNvSpPr/>
            <p:nvPr/>
          </p:nvSpPr>
          <p:spPr>
            <a:xfrm flipV="1">
              <a:off x="3696" y="1162"/>
              <a:ext cx="454" cy="227"/>
            </a:xfrm>
            <a:prstGeom prst="line">
              <a:avLst/>
            </a:prstGeom>
            <a:ln w="28575" cap="flat" cmpd="sng">
              <a:solidFill>
                <a:schemeClr val="accent2"/>
              </a:solidFill>
              <a:prstDash val="solid"/>
              <a:round/>
              <a:headEnd type="none" w="med" len="med"/>
              <a:tailEnd type="triangle" w="lg" len="lg"/>
            </a:ln>
          </p:spPr>
        </p:sp>
      </p:grpSp>
      <p:grpSp>
        <p:nvGrpSpPr>
          <p:cNvPr id="30743" name="Group 35"/>
          <p:cNvGrpSpPr/>
          <p:nvPr/>
        </p:nvGrpSpPr>
        <p:grpSpPr>
          <a:xfrm>
            <a:off x="6227763" y="4292600"/>
            <a:ext cx="1584325" cy="1223963"/>
            <a:chOff x="3923" y="2704"/>
            <a:chExt cx="998" cy="771"/>
          </a:xfrm>
        </p:grpSpPr>
        <p:grpSp>
          <p:nvGrpSpPr>
            <p:cNvPr id="30744" name="Group 25"/>
            <p:cNvGrpSpPr/>
            <p:nvPr/>
          </p:nvGrpSpPr>
          <p:grpSpPr>
            <a:xfrm>
              <a:off x="3923" y="2704"/>
              <a:ext cx="998" cy="771"/>
              <a:chOff x="2381" y="3249"/>
              <a:chExt cx="998" cy="771"/>
            </a:xfrm>
          </p:grpSpPr>
          <p:sp>
            <p:nvSpPr>
              <p:cNvPr id="30745" name="Oval 26"/>
              <p:cNvSpPr/>
              <p:nvPr/>
            </p:nvSpPr>
            <p:spPr>
              <a:xfrm>
                <a:off x="2789" y="356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nvGrpSpPr>
              <p:cNvPr id="30746" name="Group 27"/>
              <p:cNvGrpSpPr/>
              <p:nvPr/>
            </p:nvGrpSpPr>
            <p:grpSpPr>
              <a:xfrm>
                <a:off x="2381" y="3249"/>
                <a:ext cx="998" cy="771"/>
                <a:chOff x="2381" y="3249"/>
                <a:chExt cx="998" cy="771"/>
              </a:xfrm>
            </p:grpSpPr>
            <p:sp>
              <p:nvSpPr>
                <p:cNvPr id="30747" name="Line 28"/>
                <p:cNvSpPr/>
                <p:nvPr/>
              </p:nvSpPr>
              <p:spPr>
                <a:xfrm>
                  <a:off x="2562" y="3339"/>
                  <a:ext cx="273" cy="273"/>
                </a:xfrm>
                <a:prstGeom prst="line">
                  <a:avLst/>
                </a:prstGeom>
                <a:ln w="28575" cap="flat" cmpd="sng">
                  <a:solidFill>
                    <a:schemeClr val="folHlink"/>
                  </a:solidFill>
                  <a:prstDash val="solid"/>
                  <a:round/>
                  <a:headEnd type="none" w="med" len="med"/>
                  <a:tailEnd type="none" w="med" len="med"/>
                </a:ln>
              </p:spPr>
            </p:sp>
            <p:sp>
              <p:nvSpPr>
                <p:cNvPr id="30748" name="Line 29"/>
                <p:cNvSpPr/>
                <p:nvPr/>
              </p:nvSpPr>
              <p:spPr>
                <a:xfrm>
                  <a:off x="2925" y="3657"/>
                  <a:ext cx="454" cy="0"/>
                </a:xfrm>
                <a:prstGeom prst="line">
                  <a:avLst/>
                </a:prstGeom>
                <a:ln w="28575" cap="flat" cmpd="sng">
                  <a:solidFill>
                    <a:schemeClr val="folHlink"/>
                  </a:solidFill>
                  <a:prstDash val="solid"/>
                  <a:round/>
                  <a:headEnd type="none" w="med" len="med"/>
                  <a:tailEnd type="none" w="med" len="med"/>
                </a:ln>
              </p:spPr>
            </p:sp>
            <p:sp>
              <p:nvSpPr>
                <p:cNvPr id="30749" name="Line 30"/>
                <p:cNvSpPr/>
                <p:nvPr/>
              </p:nvSpPr>
              <p:spPr>
                <a:xfrm flipV="1">
                  <a:off x="2426" y="3657"/>
                  <a:ext cx="409" cy="272"/>
                </a:xfrm>
                <a:prstGeom prst="line">
                  <a:avLst/>
                </a:prstGeom>
                <a:ln w="28575" cap="flat" cmpd="sng">
                  <a:solidFill>
                    <a:schemeClr val="hlink"/>
                  </a:solidFill>
                  <a:prstDash val="solid"/>
                  <a:round/>
                  <a:headEnd type="none" w="med" len="med"/>
                  <a:tailEnd type="none" w="med" len="med"/>
                </a:ln>
              </p:spPr>
            </p:sp>
            <p:sp>
              <p:nvSpPr>
                <p:cNvPr id="30750" name="Line 31"/>
                <p:cNvSpPr/>
                <p:nvPr/>
              </p:nvSpPr>
              <p:spPr>
                <a:xfrm flipV="1">
                  <a:off x="2880" y="3249"/>
                  <a:ext cx="91" cy="317"/>
                </a:xfrm>
                <a:prstGeom prst="line">
                  <a:avLst/>
                </a:prstGeom>
                <a:ln w="28575" cap="flat" cmpd="sng">
                  <a:solidFill>
                    <a:srgbClr val="FF00FF"/>
                  </a:solidFill>
                  <a:prstDash val="solid"/>
                  <a:round/>
                  <a:headEnd type="none" w="med" len="med"/>
                  <a:tailEnd type="none" w="med" len="med"/>
                </a:ln>
              </p:spPr>
            </p:sp>
            <p:sp>
              <p:nvSpPr>
                <p:cNvPr id="30751" name="Line 32"/>
                <p:cNvSpPr/>
                <p:nvPr/>
              </p:nvSpPr>
              <p:spPr>
                <a:xfrm>
                  <a:off x="2381" y="3612"/>
                  <a:ext cx="454" cy="0"/>
                </a:xfrm>
                <a:prstGeom prst="line">
                  <a:avLst/>
                </a:prstGeom>
                <a:ln w="28575" cap="flat" cmpd="sng">
                  <a:solidFill>
                    <a:srgbClr val="FF00FF"/>
                  </a:solidFill>
                  <a:prstDash val="solid"/>
                  <a:round/>
                  <a:headEnd type="none" w="med" len="med"/>
                  <a:tailEnd type="none" w="med" len="med"/>
                </a:ln>
              </p:spPr>
            </p:sp>
            <p:sp>
              <p:nvSpPr>
                <p:cNvPr id="30752" name="Line 33"/>
                <p:cNvSpPr/>
                <p:nvPr/>
              </p:nvSpPr>
              <p:spPr>
                <a:xfrm>
                  <a:off x="2880" y="3702"/>
                  <a:ext cx="136" cy="318"/>
                </a:xfrm>
                <a:prstGeom prst="line">
                  <a:avLst/>
                </a:prstGeom>
                <a:ln w="28575" cap="flat" cmpd="sng">
                  <a:solidFill>
                    <a:schemeClr val="hlink"/>
                  </a:solidFill>
                  <a:prstDash val="solid"/>
                  <a:round/>
                  <a:headEnd type="none" w="med" len="med"/>
                  <a:tailEnd type="none" w="med" len="med"/>
                </a:ln>
              </p:spPr>
            </p:sp>
          </p:grpSp>
        </p:grpSp>
        <p:sp>
          <p:nvSpPr>
            <p:cNvPr id="30753" name="Line 34"/>
            <p:cNvSpPr/>
            <p:nvPr/>
          </p:nvSpPr>
          <p:spPr>
            <a:xfrm>
              <a:off x="4422" y="3113"/>
              <a:ext cx="454" cy="181"/>
            </a:xfrm>
            <a:prstGeom prst="line">
              <a:avLst/>
            </a:prstGeom>
            <a:ln w="28575" cap="flat" cmpd="sng">
              <a:solidFill>
                <a:schemeClr val="accent2"/>
              </a:solidFill>
              <a:prstDash val="solid"/>
              <a:round/>
              <a:headEnd type="triangle" w="lg" len="lg"/>
              <a:tailEnd type="none" w="lg" len="lg"/>
            </a:ln>
          </p:spPr>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xEl>
                                              <p:charRg st="0" end="1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6">
                                            <p:txEl>
                                              <p:charRg st="18" end="3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746">
                                            <p:txEl>
                                              <p:charRg st="34" end="8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sz="3200"/>
              <a:t>下面哪些图是欧拉图，哪些是半欧拉图</a:t>
            </a:r>
            <a:endParaRPr lang="zh-CN" altLang="en-US" sz="3200"/>
          </a:p>
        </p:txBody>
      </p:sp>
      <p:grpSp>
        <p:nvGrpSpPr>
          <p:cNvPr id="31747" name="Group 21"/>
          <p:cNvGrpSpPr/>
          <p:nvPr/>
        </p:nvGrpSpPr>
        <p:grpSpPr>
          <a:xfrm>
            <a:off x="539750" y="1671638"/>
            <a:ext cx="2303463" cy="1901825"/>
            <a:chOff x="404" y="1053"/>
            <a:chExt cx="1451" cy="1198"/>
          </a:xfrm>
        </p:grpSpPr>
        <p:sp>
          <p:nvSpPr>
            <p:cNvPr id="31748" name="Line 18"/>
            <p:cNvSpPr/>
            <p:nvPr/>
          </p:nvSpPr>
          <p:spPr>
            <a:xfrm>
              <a:off x="521" y="1615"/>
              <a:ext cx="1225" cy="0"/>
            </a:xfrm>
            <a:prstGeom prst="line">
              <a:avLst/>
            </a:prstGeom>
            <a:ln w="28575" cap="flat" cmpd="sng">
              <a:solidFill>
                <a:schemeClr val="tx1"/>
              </a:solidFill>
              <a:prstDash val="solid"/>
              <a:round/>
              <a:headEnd type="none" w="med" len="med"/>
              <a:tailEnd type="none" w="med" len="med"/>
            </a:ln>
          </p:spPr>
        </p:sp>
        <p:sp>
          <p:nvSpPr>
            <p:cNvPr id="31749" name="Line 16"/>
            <p:cNvSpPr/>
            <p:nvPr/>
          </p:nvSpPr>
          <p:spPr>
            <a:xfrm flipH="1">
              <a:off x="1066" y="1117"/>
              <a:ext cx="18" cy="1134"/>
            </a:xfrm>
            <a:prstGeom prst="line">
              <a:avLst/>
            </a:prstGeom>
            <a:ln w="28575" cap="flat" cmpd="sng">
              <a:solidFill>
                <a:schemeClr val="tx1"/>
              </a:solidFill>
              <a:prstDash val="solid"/>
              <a:round/>
              <a:headEnd type="none" w="med" len="med"/>
              <a:tailEnd type="none" w="med" len="med"/>
            </a:ln>
          </p:spPr>
        </p:sp>
        <p:sp>
          <p:nvSpPr>
            <p:cNvPr id="31750" name="Line 4"/>
            <p:cNvSpPr/>
            <p:nvPr/>
          </p:nvSpPr>
          <p:spPr>
            <a:xfrm>
              <a:off x="476" y="1117"/>
              <a:ext cx="1315" cy="0"/>
            </a:xfrm>
            <a:prstGeom prst="line">
              <a:avLst/>
            </a:prstGeom>
            <a:ln w="28575" cap="flat" cmpd="sng">
              <a:solidFill>
                <a:schemeClr val="tx1"/>
              </a:solidFill>
              <a:prstDash val="solid"/>
              <a:round/>
              <a:headEnd type="none" w="med" len="med"/>
              <a:tailEnd type="none" w="med" len="med"/>
            </a:ln>
          </p:spPr>
        </p:sp>
        <p:sp>
          <p:nvSpPr>
            <p:cNvPr id="31751" name="Line 5"/>
            <p:cNvSpPr/>
            <p:nvPr/>
          </p:nvSpPr>
          <p:spPr>
            <a:xfrm>
              <a:off x="476" y="2178"/>
              <a:ext cx="1315" cy="0"/>
            </a:xfrm>
            <a:prstGeom prst="line">
              <a:avLst/>
            </a:prstGeom>
            <a:ln w="28575" cap="flat" cmpd="sng">
              <a:solidFill>
                <a:schemeClr val="tx1"/>
              </a:solidFill>
              <a:prstDash val="solid"/>
              <a:round/>
              <a:headEnd type="none" w="med" len="med"/>
              <a:tailEnd type="none" w="med" len="med"/>
            </a:ln>
          </p:spPr>
        </p:sp>
        <p:sp>
          <p:nvSpPr>
            <p:cNvPr id="31752" name="Line 6"/>
            <p:cNvSpPr/>
            <p:nvPr/>
          </p:nvSpPr>
          <p:spPr>
            <a:xfrm>
              <a:off x="476" y="1117"/>
              <a:ext cx="0" cy="1043"/>
            </a:xfrm>
            <a:prstGeom prst="line">
              <a:avLst/>
            </a:prstGeom>
            <a:ln w="28575" cap="flat" cmpd="sng">
              <a:solidFill>
                <a:schemeClr val="tx1"/>
              </a:solidFill>
              <a:prstDash val="solid"/>
              <a:round/>
              <a:headEnd type="none" w="med" len="med"/>
              <a:tailEnd type="none" w="med" len="med"/>
            </a:ln>
          </p:spPr>
        </p:sp>
        <p:sp>
          <p:nvSpPr>
            <p:cNvPr id="31753" name="Line 7"/>
            <p:cNvSpPr/>
            <p:nvPr/>
          </p:nvSpPr>
          <p:spPr>
            <a:xfrm>
              <a:off x="1791" y="1117"/>
              <a:ext cx="0" cy="1043"/>
            </a:xfrm>
            <a:prstGeom prst="line">
              <a:avLst/>
            </a:prstGeom>
            <a:ln w="28575" cap="flat" cmpd="sng">
              <a:solidFill>
                <a:schemeClr val="tx1"/>
              </a:solidFill>
              <a:prstDash val="solid"/>
              <a:round/>
              <a:headEnd type="none" w="med" len="med"/>
              <a:tailEnd type="none" w="med" len="med"/>
            </a:ln>
          </p:spPr>
        </p:sp>
        <p:sp>
          <p:nvSpPr>
            <p:cNvPr id="31754" name="Oval 8"/>
            <p:cNvSpPr/>
            <p:nvPr/>
          </p:nvSpPr>
          <p:spPr>
            <a:xfrm>
              <a:off x="431" y="1071"/>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55" name="Oval 9"/>
            <p:cNvSpPr/>
            <p:nvPr/>
          </p:nvSpPr>
          <p:spPr>
            <a:xfrm>
              <a:off x="1020" y="1053"/>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56" name="Oval 10"/>
            <p:cNvSpPr/>
            <p:nvPr/>
          </p:nvSpPr>
          <p:spPr>
            <a:xfrm>
              <a:off x="1701" y="1071"/>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57" name="Oval 11"/>
            <p:cNvSpPr/>
            <p:nvPr/>
          </p:nvSpPr>
          <p:spPr>
            <a:xfrm>
              <a:off x="1719" y="1543"/>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58" name="Oval 12"/>
            <p:cNvSpPr/>
            <p:nvPr/>
          </p:nvSpPr>
          <p:spPr>
            <a:xfrm>
              <a:off x="1710" y="210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59" name="Oval 13"/>
            <p:cNvSpPr/>
            <p:nvPr/>
          </p:nvSpPr>
          <p:spPr>
            <a:xfrm>
              <a:off x="1021" y="2115"/>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60" name="Oval 14"/>
            <p:cNvSpPr/>
            <p:nvPr/>
          </p:nvSpPr>
          <p:spPr>
            <a:xfrm>
              <a:off x="431" y="210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61" name="Oval 15"/>
            <p:cNvSpPr/>
            <p:nvPr/>
          </p:nvSpPr>
          <p:spPr>
            <a:xfrm>
              <a:off x="404" y="1570"/>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62" name="Oval 17"/>
            <p:cNvSpPr/>
            <p:nvPr/>
          </p:nvSpPr>
          <p:spPr>
            <a:xfrm>
              <a:off x="1020" y="1552"/>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63" name="Line 19"/>
            <p:cNvSpPr/>
            <p:nvPr/>
          </p:nvSpPr>
          <p:spPr>
            <a:xfrm flipV="1">
              <a:off x="476" y="1117"/>
              <a:ext cx="590" cy="499"/>
            </a:xfrm>
            <a:prstGeom prst="line">
              <a:avLst/>
            </a:prstGeom>
            <a:ln w="28575" cap="flat" cmpd="sng">
              <a:solidFill>
                <a:schemeClr val="tx1"/>
              </a:solidFill>
              <a:prstDash val="solid"/>
              <a:round/>
              <a:headEnd type="none" w="med" len="med"/>
              <a:tailEnd type="none" w="med" len="med"/>
            </a:ln>
          </p:spPr>
        </p:sp>
      </p:grpSp>
      <p:grpSp>
        <p:nvGrpSpPr>
          <p:cNvPr id="31764" name="Group 42"/>
          <p:cNvGrpSpPr/>
          <p:nvPr/>
        </p:nvGrpSpPr>
        <p:grpSpPr>
          <a:xfrm>
            <a:off x="3419475" y="1628775"/>
            <a:ext cx="2303463" cy="1901825"/>
            <a:chOff x="2427" y="1053"/>
            <a:chExt cx="1451" cy="1198"/>
          </a:xfrm>
        </p:grpSpPr>
        <p:sp>
          <p:nvSpPr>
            <p:cNvPr id="31765" name="Line 25"/>
            <p:cNvSpPr/>
            <p:nvPr/>
          </p:nvSpPr>
          <p:spPr>
            <a:xfrm>
              <a:off x="2499" y="1117"/>
              <a:ext cx="1315" cy="0"/>
            </a:xfrm>
            <a:prstGeom prst="line">
              <a:avLst/>
            </a:prstGeom>
            <a:ln w="28575" cap="flat" cmpd="sng">
              <a:solidFill>
                <a:schemeClr val="tx1"/>
              </a:solidFill>
              <a:prstDash val="solid"/>
              <a:round/>
              <a:headEnd type="none" w="med" len="med"/>
              <a:tailEnd type="none" w="med" len="med"/>
            </a:ln>
          </p:spPr>
        </p:sp>
        <p:sp>
          <p:nvSpPr>
            <p:cNvPr id="31766" name="Line 26"/>
            <p:cNvSpPr/>
            <p:nvPr/>
          </p:nvSpPr>
          <p:spPr>
            <a:xfrm>
              <a:off x="2499" y="2178"/>
              <a:ext cx="1315" cy="0"/>
            </a:xfrm>
            <a:prstGeom prst="line">
              <a:avLst/>
            </a:prstGeom>
            <a:ln w="28575" cap="flat" cmpd="sng">
              <a:solidFill>
                <a:schemeClr val="tx1"/>
              </a:solidFill>
              <a:prstDash val="solid"/>
              <a:round/>
              <a:headEnd type="none" w="med" len="med"/>
              <a:tailEnd type="none" w="med" len="med"/>
            </a:ln>
          </p:spPr>
        </p:sp>
        <p:sp>
          <p:nvSpPr>
            <p:cNvPr id="31767" name="Line 27"/>
            <p:cNvSpPr/>
            <p:nvPr/>
          </p:nvSpPr>
          <p:spPr>
            <a:xfrm>
              <a:off x="2499" y="1117"/>
              <a:ext cx="0" cy="1043"/>
            </a:xfrm>
            <a:prstGeom prst="line">
              <a:avLst/>
            </a:prstGeom>
            <a:ln w="28575" cap="flat" cmpd="sng">
              <a:solidFill>
                <a:schemeClr val="tx1"/>
              </a:solidFill>
              <a:prstDash val="solid"/>
              <a:round/>
              <a:headEnd type="none" w="med" len="med"/>
              <a:tailEnd type="none" w="med" len="med"/>
            </a:ln>
          </p:spPr>
        </p:sp>
        <p:sp>
          <p:nvSpPr>
            <p:cNvPr id="31768" name="Line 28"/>
            <p:cNvSpPr/>
            <p:nvPr/>
          </p:nvSpPr>
          <p:spPr>
            <a:xfrm>
              <a:off x="3814" y="1117"/>
              <a:ext cx="0" cy="1043"/>
            </a:xfrm>
            <a:prstGeom prst="line">
              <a:avLst/>
            </a:prstGeom>
            <a:ln w="28575" cap="flat" cmpd="sng">
              <a:solidFill>
                <a:schemeClr val="tx1"/>
              </a:solidFill>
              <a:prstDash val="solid"/>
              <a:round/>
              <a:headEnd type="none" w="med" len="med"/>
              <a:tailEnd type="none" w="med" len="med"/>
            </a:ln>
          </p:spPr>
        </p:sp>
        <p:sp>
          <p:nvSpPr>
            <p:cNvPr id="31769" name="Oval 29"/>
            <p:cNvSpPr/>
            <p:nvPr/>
          </p:nvSpPr>
          <p:spPr>
            <a:xfrm>
              <a:off x="2454" y="1071"/>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70" name="Oval 30"/>
            <p:cNvSpPr/>
            <p:nvPr/>
          </p:nvSpPr>
          <p:spPr>
            <a:xfrm>
              <a:off x="3043" y="1053"/>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71" name="Oval 31"/>
            <p:cNvSpPr/>
            <p:nvPr/>
          </p:nvSpPr>
          <p:spPr>
            <a:xfrm>
              <a:off x="3724" y="1071"/>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72" name="Oval 32"/>
            <p:cNvSpPr/>
            <p:nvPr/>
          </p:nvSpPr>
          <p:spPr>
            <a:xfrm>
              <a:off x="3742" y="1543"/>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73" name="Oval 33"/>
            <p:cNvSpPr/>
            <p:nvPr/>
          </p:nvSpPr>
          <p:spPr>
            <a:xfrm>
              <a:off x="3733" y="210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74" name="Oval 34"/>
            <p:cNvSpPr/>
            <p:nvPr/>
          </p:nvSpPr>
          <p:spPr>
            <a:xfrm>
              <a:off x="3044" y="2115"/>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75" name="Oval 35"/>
            <p:cNvSpPr/>
            <p:nvPr/>
          </p:nvSpPr>
          <p:spPr>
            <a:xfrm>
              <a:off x="2454" y="210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76" name="Oval 36"/>
            <p:cNvSpPr/>
            <p:nvPr/>
          </p:nvSpPr>
          <p:spPr>
            <a:xfrm>
              <a:off x="2427" y="1570"/>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77" name="Line 38"/>
            <p:cNvSpPr/>
            <p:nvPr/>
          </p:nvSpPr>
          <p:spPr>
            <a:xfrm flipV="1">
              <a:off x="2499" y="1117"/>
              <a:ext cx="590" cy="499"/>
            </a:xfrm>
            <a:prstGeom prst="line">
              <a:avLst/>
            </a:prstGeom>
            <a:ln w="28575" cap="flat" cmpd="sng">
              <a:solidFill>
                <a:schemeClr val="tx1"/>
              </a:solidFill>
              <a:prstDash val="solid"/>
              <a:round/>
              <a:headEnd type="none" w="med" len="med"/>
              <a:tailEnd type="none" w="med" len="med"/>
            </a:ln>
          </p:spPr>
        </p:sp>
        <p:sp>
          <p:nvSpPr>
            <p:cNvPr id="31778" name="Line 39"/>
            <p:cNvSpPr/>
            <p:nvPr/>
          </p:nvSpPr>
          <p:spPr>
            <a:xfrm>
              <a:off x="2517" y="1661"/>
              <a:ext cx="590" cy="499"/>
            </a:xfrm>
            <a:prstGeom prst="line">
              <a:avLst/>
            </a:prstGeom>
            <a:ln w="28575" cap="flat" cmpd="sng">
              <a:solidFill>
                <a:schemeClr val="tx1"/>
              </a:solidFill>
              <a:prstDash val="solid"/>
              <a:round/>
              <a:headEnd type="none" w="med" len="med"/>
              <a:tailEnd type="none" w="med" len="med"/>
            </a:ln>
          </p:spPr>
        </p:sp>
        <p:sp>
          <p:nvSpPr>
            <p:cNvPr id="31779" name="Line 40"/>
            <p:cNvSpPr/>
            <p:nvPr/>
          </p:nvSpPr>
          <p:spPr>
            <a:xfrm>
              <a:off x="3152" y="1117"/>
              <a:ext cx="635" cy="499"/>
            </a:xfrm>
            <a:prstGeom prst="line">
              <a:avLst/>
            </a:prstGeom>
            <a:ln w="28575" cap="flat" cmpd="sng">
              <a:solidFill>
                <a:schemeClr val="tx1"/>
              </a:solidFill>
              <a:prstDash val="solid"/>
              <a:round/>
              <a:headEnd type="none" w="med" len="med"/>
              <a:tailEnd type="none" w="med" len="med"/>
            </a:ln>
          </p:spPr>
        </p:sp>
        <p:sp>
          <p:nvSpPr>
            <p:cNvPr id="31780" name="Line 41"/>
            <p:cNvSpPr/>
            <p:nvPr/>
          </p:nvSpPr>
          <p:spPr>
            <a:xfrm flipV="1">
              <a:off x="3152" y="1616"/>
              <a:ext cx="635" cy="544"/>
            </a:xfrm>
            <a:prstGeom prst="line">
              <a:avLst/>
            </a:prstGeom>
            <a:ln w="28575" cap="flat" cmpd="sng">
              <a:solidFill>
                <a:schemeClr val="tx1"/>
              </a:solidFill>
              <a:prstDash val="solid"/>
              <a:round/>
              <a:headEnd type="none" w="med" len="med"/>
              <a:tailEnd type="none" w="med" len="med"/>
            </a:ln>
          </p:spPr>
        </p:sp>
      </p:grpSp>
      <p:grpSp>
        <p:nvGrpSpPr>
          <p:cNvPr id="31781" name="Group 60"/>
          <p:cNvGrpSpPr/>
          <p:nvPr/>
        </p:nvGrpSpPr>
        <p:grpSpPr>
          <a:xfrm>
            <a:off x="6372225" y="1628775"/>
            <a:ext cx="2303463" cy="1901825"/>
            <a:chOff x="4014" y="1026"/>
            <a:chExt cx="1451" cy="1198"/>
          </a:xfrm>
        </p:grpSpPr>
        <p:sp>
          <p:nvSpPr>
            <p:cNvPr id="31782" name="Line 44"/>
            <p:cNvSpPr/>
            <p:nvPr/>
          </p:nvSpPr>
          <p:spPr>
            <a:xfrm>
              <a:off x="4131" y="1588"/>
              <a:ext cx="1225" cy="0"/>
            </a:xfrm>
            <a:prstGeom prst="line">
              <a:avLst/>
            </a:prstGeom>
            <a:ln w="28575" cap="flat" cmpd="sng">
              <a:solidFill>
                <a:schemeClr val="tx1"/>
              </a:solidFill>
              <a:prstDash val="solid"/>
              <a:round/>
              <a:headEnd type="none" w="med" len="med"/>
              <a:tailEnd type="none" w="med" len="med"/>
            </a:ln>
          </p:spPr>
        </p:sp>
        <p:sp>
          <p:nvSpPr>
            <p:cNvPr id="31783" name="Line 45"/>
            <p:cNvSpPr/>
            <p:nvPr/>
          </p:nvSpPr>
          <p:spPr>
            <a:xfrm flipH="1">
              <a:off x="4676" y="1090"/>
              <a:ext cx="18" cy="1134"/>
            </a:xfrm>
            <a:prstGeom prst="line">
              <a:avLst/>
            </a:prstGeom>
            <a:ln w="28575" cap="flat" cmpd="sng">
              <a:solidFill>
                <a:schemeClr val="tx1"/>
              </a:solidFill>
              <a:prstDash val="solid"/>
              <a:round/>
              <a:headEnd type="none" w="med" len="med"/>
              <a:tailEnd type="none" w="med" len="med"/>
            </a:ln>
          </p:spPr>
        </p:sp>
        <p:sp>
          <p:nvSpPr>
            <p:cNvPr id="31784" name="Line 46"/>
            <p:cNvSpPr/>
            <p:nvPr/>
          </p:nvSpPr>
          <p:spPr>
            <a:xfrm>
              <a:off x="4086" y="1090"/>
              <a:ext cx="1315" cy="0"/>
            </a:xfrm>
            <a:prstGeom prst="line">
              <a:avLst/>
            </a:prstGeom>
            <a:ln w="28575" cap="flat" cmpd="sng">
              <a:solidFill>
                <a:schemeClr val="tx1"/>
              </a:solidFill>
              <a:prstDash val="solid"/>
              <a:round/>
              <a:headEnd type="none" w="med" len="med"/>
              <a:tailEnd type="none" w="med" len="med"/>
            </a:ln>
          </p:spPr>
        </p:sp>
        <p:sp>
          <p:nvSpPr>
            <p:cNvPr id="31785" name="Line 47"/>
            <p:cNvSpPr/>
            <p:nvPr/>
          </p:nvSpPr>
          <p:spPr>
            <a:xfrm>
              <a:off x="4086" y="2151"/>
              <a:ext cx="1315" cy="0"/>
            </a:xfrm>
            <a:prstGeom prst="line">
              <a:avLst/>
            </a:prstGeom>
            <a:ln w="28575" cap="flat" cmpd="sng">
              <a:solidFill>
                <a:schemeClr val="tx1"/>
              </a:solidFill>
              <a:prstDash val="solid"/>
              <a:round/>
              <a:headEnd type="none" w="med" len="med"/>
              <a:tailEnd type="none" w="med" len="med"/>
            </a:ln>
          </p:spPr>
        </p:sp>
        <p:sp>
          <p:nvSpPr>
            <p:cNvPr id="31786" name="Line 48"/>
            <p:cNvSpPr/>
            <p:nvPr/>
          </p:nvSpPr>
          <p:spPr>
            <a:xfrm>
              <a:off x="4086" y="1090"/>
              <a:ext cx="0" cy="1043"/>
            </a:xfrm>
            <a:prstGeom prst="line">
              <a:avLst/>
            </a:prstGeom>
            <a:ln w="28575" cap="flat" cmpd="sng">
              <a:solidFill>
                <a:schemeClr val="tx1"/>
              </a:solidFill>
              <a:prstDash val="solid"/>
              <a:round/>
              <a:headEnd type="none" w="med" len="med"/>
              <a:tailEnd type="none" w="med" len="med"/>
            </a:ln>
          </p:spPr>
        </p:sp>
        <p:sp>
          <p:nvSpPr>
            <p:cNvPr id="31787" name="Line 49"/>
            <p:cNvSpPr/>
            <p:nvPr/>
          </p:nvSpPr>
          <p:spPr>
            <a:xfrm>
              <a:off x="5401" y="1090"/>
              <a:ext cx="0" cy="1043"/>
            </a:xfrm>
            <a:prstGeom prst="line">
              <a:avLst/>
            </a:prstGeom>
            <a:ln w="28575" cap="flat" cmpd="sng">
              <a:solidFill>
                <a:schemeClr val="tx1"/>
              </a:solidFill>
              <a:prstDash val="solid"/>
              <a:round/>
              <a:headEnd type="none" w="med" len="med"/>
              <a:tailEnd type="none" w="med" len="med"/>
            </a:ln>
          </p:spPr>
        </p:sp>
        <p:sp>
          <p:nvSpPr>
            <p:cNvPr id="31788" name="Oval 50"/>
            <p:cNvSpPr/>
            <p:nvPr/>
          </p:nvSpPr>
          <p:spPr>
            <a:xfrm>
              <a:off x="4041" y="1044"/>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89" name="Oval 51"/>
            <p:cNvSpPr/>
            <p:nvPr/>
          </p:nvSpPr>
          <p:spPr>
            <a:xfrm>
              <a:off x="4630" y="102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90" name="Oval 52"/>
            <p:cNvSpPr/>
            <p:nvPr/>
          </p:nvSpPr>
          <p:spPr>
            <a:xfrm>
              <a:off x="5311" y="1044"/>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91" name="Oval 53"/>
            <p:cNvSpPr/>
            <p:nvPr/>
          </p:nvSpPr>
          <p:spPr>
            <a:xfrm>
              <a:off x="5329" y="151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92" name="Oval 54"/>
            <p:cNvSpPr/>
            <p:nvPr/>
          </p:nvSpPr>
          <p:spPr>
            <a:xfrm>
              <a:off x="5320" y="2079"/>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93" name="Oval 55"/>
            <p:cNvSpPr/>
            <p:nvPr/>
          </p:nvSpPr>
          <p:spPr>
            <a:xfrm>
              <a:off x="4631" y="2088"/>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94" name="Oval 56"/>
            <p:cNvSpPr/>
            <p:nvPr/>
          </p:nvSpPr>
          <p:spPr>
            <a:xfrm>
              <a:off x="4041" y="2079"/>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95" name="Oval 57"/>
            <p:cNvSpPr/>
            <p:nvPr/>
          </p:nvSpPr>
          <p:spPr>
            <a:xfrm>
              <a:off x="4014" y="1543"/>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796" name="Oval 58"/>
            <p:cNvSpPr/>
            <p:nvPr/>
          </p:nvSpPr>
          <p:spPr>
            <a:xfrm>
              <a:off x="4630" y="1525"/>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grpSp>
        <p:nvGrpSpPr>
          <p:cNvPr id="31797" name="Group 86"/>
          <p:cNvGrpSpPr/>
          <p:nvPr/>
        </p:nvGrpSpPr>
        <p:grpSpPr>
          <a:xfrm>
            <a:off x="560388" y="4090988"/>
            <a:ext cx="2268537" cy="1873250"/>
            <a:chOff x="353" y="2577"/>
            <a:chExt cx="1429" cy="1180"/>
          </a:xfrm>
        </p:grpSpPr>
        <p:sp>
          <p:nvSpPr>
            <p:cNvPr id="31798" name="Line 64"/>
            <p:cNvSpPr/>
            <p:nvPr/>
          </p:nvSpPr>
          <p:spPr>
            <a:xfrm>
              <a:off x="412" y="2632"/>
              <a:ext cx="1315" cy="0"/>
            </a:xfrm>
            <a:prstGeom prst="line">
              <a:avLst/>
            </a:prstGeom>
            <a:ln w="28575" cap="flat" cmpd="sng">
              <a:solidFill>
                <a:schemeClr val="tx1"/>
              </a:solidFill>
              <a:prstDash val="solid"/>
              <a:round/>
              <a:headEnd type="none" w="med" len="med"/>
              <a:tailEnd type="none" w="med" len="med"/>
            </a:ln>
          </p:spPr>
        </p:sp>
        <p:sp>
          <p:nvSpPr>
            <p:cNvPr id="31799" name="Line 65"/>
            <p:cNvSpPr/>
            <p:nvPr/>
          </p:nvSpPr>
          <p:spPr>
            <a:xfrm>
              <a:off x="412" y="3693"/>
              <a:ext cx="1315" cy="0"/>
            </a:xfrm>
            <a:prstGeom prst="line">
              <a:avLst/>
            </a:prstGeom>
            <a:ln w="28575" cap="flat" cmpd="sng">
              <a:solidFill>
                <a:schemeClr val="tx1"/>
              </a:solidFill>
              <a:prstDash val="solid"/>
              <a:round/>
              <a:headEnd type="none" w="med" len="med"/>
              <a:tailEnd type="none" w="med" len="med"/>
            </a:ln>
          </p:spPr>
        </p:sp>
        <p:sp>
          <p:nvSpPr>
            <p:cNvPr id="31800" name="Line 66"/>
            <p:cNvSpPr/>
            <p:nvPr/>
          </p:nvSpPr>
          <p:spPr>
            <a:xfrm>
              <a:off x="412" y="2632"/>
              <a:ext cx="0" cy="1043"/>
            </a:xfrm>
            <a:prstGeom prst="line">
              <a:avLst/>
            </a:prstGeom>
            <a:ln w="28575" cap="flat" cmpd="sng">
              <a:solidFill>
                <a:schemeClr val="tx1"/>
              </a:solidFill>
              <a:prstDash val="solid"/>
              <a:round/>
              <a:headEnd type="none" w="med" len="med"/>
              <a:tailEnd type="none" w="med" len="med"/>
            </a:ln>
          </p:spPr>
        </p:sp>
        <p:sp>
          <p:nvSpPr>
            <p:cNvPr id="31801" name="Line 67"/>
            <p:cNvSpPr/>
            <p:nvPr/>
          </p:nvSpPr>
          <p:spPr>
            <a:xfrm>
              <a:off x="1727" y="2632"/>
              <a:ext cx="0" cy="1043"/>
            </a:xfrm>
            <a:prstGeom prst="line">
              <a:avLst/>
            </a:prstGeom>
            <a:ln w="28575" cap="flat" cmpd="sng">
              <a:solidFill>
                <a:schemeClr val="tx1"/>
              </a:solidFill>
              <a:prstDash val="solid"/>
              <a:round/>
              <a:headEnd type="none" w="med" len="med"/>
              <a:tailEnd type="none" w="med" len="med"/>
            </a:ln>
          </p:spPr>
        </p:sp>
        <p:sp>
          <p:nvSpPr>
            <p:cNvPr id="31802" name="Oval 68"/>
            <p:cNvSpPr/>
            <p:nvPr/>
          </p:nvSpPr>
          <p:spPr>
            <a:xfrm>
              <a:off x="367" y="258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03" name="Oval 70"/>
            <p:cNvSpPr/>
            <p:nvPr/>
          </p:nvSpPr>
          <p:spPr>
            <a:xfrm>
              <a:off x="1637" y="2586"/>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04" name="Oval 72"/>
            <p:cNvSpPr/>
            <p:nvPr/>
          </p:nvSpPr>
          <p:spPr>
            <a:xfrm>
              <a:off x="1646" y="3621"/>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05" name="Oval 74"/>
            <p:cNvSpPr/>
            <p:nvPr/>
          </p:nvSpPr>
          <p:spPr>
            <a:xfrm>
              <a:off x="367" y="3621"/>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06" name="AutoShape 78"/>
            <p:cNvSpPr/>
            <p:nvPr/>
          </p:nvSpPr>
          <p:spPr>
            <a:xfrm rot="-5400000">
              <a:off x="1079" y="2564"/>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07" name="AutoShape 79"/>
            <p:cNvSpPr/>
            <p:nvPr/>
          </p:nvSpPr>
          <p:spPr>
            <a:xfrm flipV="1">
              <a:off x="353" y="3054"/>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08" name="AutoShape 80"/>
            <p:cNvSpPr/>
            <p:nvPr/>
          </p:nvSpPr>
          <p:spPr>
            <a:xfrm rot="5400000" flipH="1">
              <a:off x="1079" y="3625"/>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09" name="AutoShape 81"/>
            <p:cNvSpPr/>
            <p:nvPr/>
          </p:nvSpPr>
          <p:spPr>
            <a:xfrm>
              <a:off x="1672" y="3022"/>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10" name="Freeform 82"/>
            <p:cNvSpPr/>
            <p:nvPr/>
          </p:nvSpPr>
          <p:spPr>
            <a:xfrm>
              <a:off x="431" y="2659"/>
              <a:ext cx="1224" cy="998"/>
            </a:xfrm>
            <a:custGeom>
              <a:avLst/>
              <a:gdLst/>
              <a:ahLst/>
              <a:cxnLst>
                <a:cxn ang="0">
                  <a:pos x="1224" y="0"/>
                </a:cxn>
                <a:cxn ang="0">
                  <a:pos x="544" y="136"/>
                </a:cxn>
                <a:cxn ang="0">
                  <a:pos x="181" y="544"/>
                </a:cxn>
                <a:cxn ang="0">
                  <a:pos x="0" y="998"/>
                </a:cxn>
              </a:cxnLst>
              <a:pathLst>
                <a:path w="1224" h="998">
                  <a:moveTo>
                    <a:pt x="1224" y="0"/>
                  </a:moveTo>
                  <a:cubicBezTo>
                    <a:pt x="971" y="22"/>
                    <a:pt x="718" y="45"/>
                    <a:pt x="544" y="136"/>
                  </a:cubicBezTo>
                  <a:cubicBezTo>
                    <a:pt x="370" y="227"/>
                    <a:pt x="272" y="400"/>
                    <a:pt x="181" y="544"/>
                  </a:cubicBezTo>
                  <a:cubicBezTo>
                    <a:pt x="90" y="688"/>
                    <a:pt x="45" y="843"/>
                    <a:pt x="0" y="998"/>
                  </a:cubicBezTo>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1811" name="AutoShape 83"/>
            <p:cNvSpPr/>
            <p:nvPr/>
          </p:nvSpPr>
          <p:spPr>
            <a:xfrm rot="-8290074">
              <a:off x="625" y="3038"/>
              <a:ext cx="119" cy="101"/>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12" name="Freeform 84"/>
            <p:cNvSpPr/>
            <p:nvPr/>
          </p:nvSpPr>
          <p:spPr>
            <a:xfrm>
              <a:off x="476" y="2704"/>
              <a:ext cx="1225" cy="953"/>
            </a:xfrm>
            <a:custGeom>
              <a:avLst/>
              <a:gdLst/>
              <a:ahLst/>
              <a:cxnLst>
                <a:cxn ang="0">
                  <a:pos x="0" y="953"/>
                </a:cxn>
                <a:cxn ang="0">
                  <a:pos x="590" y="817"/>
                </a:cxn>
                <a:cxn ang="0">
                  <a:pos x="998" y="409"/>
                </a:cxn>
                <a:cxn ang="0">
                  <a:pos x="1225" y="0"/>
                </a:cxn>
              </a:cxnLst>
              <a:pathLst>
                <a:path w="1225" h="953">
                  <a:moveTo>
                    <a:pt x="0" y="953"/>
                  </a:moveTo>
                  <a:cubicBezTo>
                    <a:pt x="212" y="930"/>
                    <a:pt x="424" y="908"/>
                    <a:pt x="590" y="817"/>
                  </a:cubicBezTo>
                  <a:cubicBezTo>
                    <a:pt x="756" y="726"/>
                    <a:pt x="892" y="545"/>
                    <a:pt x="998" y="409"/>
                  </a:cubicBezTo>
                  <a:cubicBezTo>
                    <a:pt x="1104" y="273"/>
                    <a:pt x="1164" y="136"/>
                    <a:pt x="1225" y="0"/>
                  </a:cubicBezTo>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1813" name="AutoShape 85"/>
            <p:cNvSpPr/>
            <p:nvPr/>
          </p:nvSpPr>
          <p:spPr>
            <a:xfrm rot="6502036" flipV="1">
              <a:off x="1152" y="3335"/>
              <a:ext cx="119" cy="101"/>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grpSp>
        <p:nvGrpSpPr>
          <p:cNvPr id="31814" name="Group 108"/>
          <p:cNvGrpSpPr/>
          <p:nvPr/>
        </p:nvGrpSpPr>
        <p:grpSpPr>
          <a:xfrm>
            <a:off x="3419475" y="4076700"/>
            <a:ext cx="2268538" cy="1873250"/>
            <a:chOff x="2154" y="2568"/>
            <a:chExt cx="1429" cy="1180"/>
          </a:xfrm>
        </p:grpSpPr>
        <p:sp>
          <p:nvSpPr>
            <p:cNvPr id="31815" name="Line 88"/>
            <p:cNvSpPr/>
            <p:nvPr/>
          </p:nvSpPr>
          <p:spPr>
            <a:xfrm>
              <a:off x="2213" y="2623"/>
              <a:ext cx="1315" cy="0"/>
            </a:xfrm>
            <a:prstGeom prst="line">
              <a:avLst/>
            </a:prstGeom>
            <a:ln w="28575" cap="flat" cmpd="sng">
              <a:solidFill>
                <a:schemeClr val="tx1"/>
              </a:solidFill>
              <a:prstDash val="solid"/>
              <a:round/>
              <a:headEnd type="none" w="med" len="med"/>
              <a:tailEnd type="none" w="med" len="med"/>
            </a:ln>
          </p:spPr>
        </p:sp>
        <p:sp>
          <p:nvSpPr>
            <p:cNvPr id="31816" name="Line 89"/>
            <p:cNvSpPr/>
            <p:nvPr/>
          </p:nvSpPr>
          <p:spPr>
            <a:xfrm>
              <a:off x="2213" y="3684"/>
              <a:ext cx="1315" cy="0"/>
            </a:xfrm>
            <a:prstGeom prst="line">
              <a:avLst/>
            </a:prstGeom>
            <a:ln w="28575" cap="flat" cmpd="sng">
              <a:solidFill>
                <a:schemeClr val="tx1"/>
              </a:solidFill>
              <a:prstDash val="solid"/>
              <a:round/>
              <a:headEnd type="none" w="med" len="med"/>
              <a:tailEnd type="none" w="med" len="med"/>
            </a:ln>
          </p:spPr>
        </p:sp>
        <p:sp>
          <p:nvSpPr>
            <p:cNvPr id="31817" name="Line 90"/>
            <p:cNvSpPr/>
            <p:nvPr/>
          </p:nvSpPr>
          <p:spPr>
            <a:xfrm>
              <a:off x="2213" y="2623"/>
              <a:ext cx="0" cy="1043"/>
            </a:xfrm>
            <a:prstGeom prst="line">
              <a:avLst/>
            </a:prstGeom>
            <a:ln w="28575" cap="flat" cmpd="sng">
              <a:solidFill>
                <a:schemeClr val="tx1"/>
              </a:solidFill>
              <a:prstDash val="solid"/>
              <a:round/>
              <a:headEnd type="none" w="med" len="med"/>
              <a:tailEnd type="none" w="med" len="med"/>
            </a:ln>
          </p:spPr>
        </p:sp>
        <p:sp>
          <p:nvSpPr>
            <p:cNvPr id="31818" name="Line 91"/>
            <p:cNvSpPr/>
            <p:nvPr/>
          </p:nvSpPr>
          <p:spPr>
            <a:xfrm>
              <a:off x="3528" y="2623"/>
              <a:ext cx="0" cy="1043"/>
            </a:xfrm>
            <a:prstGeom prst="line">
              <a:avLst/>
            </a:prstGeom>
            <a:ln w="28575" cap="flat" cmpd="sng">
              <a:solidFill>
                <a:schemeClr val="tx1"/>
              </a:solidFill>
              <a:prstDash val="solid"/>
              <a:round/>
              <a:headEnd type="none" w="med" len="med"/>
              <a:tailEnd type="none" w="med" len="med"/>
            </a:ln>
          </p:spPr>
        </p:sp>
        <p:sp>
          <p:nvSpPr>
            <p:cNvPr id="31819" name="Oval 92"/>
            <p:cNvSpPr/>
            <p:nvPr/>
          </p:nvSpPr>
          <p:spPr>
            <a:xfrm>
              <a:off x="2168" y="2577"/>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0" name="Oval 93"/>
            <p:cNvSpPr/>
            <p:nvPr/>
          </p:nvSpPr>
          <p:spPr>
            <a:xfrm>
              <a:off x="3438" y="2577"/>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1" name="Oval 94"/>
            <p:cNvSpPr/>
            <p:nvPr/>
          </p:nvSpPr>
          <p:spPr>
            <a:xfrm>
              <a:off x="3447" y="3612"/>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2" name="Oval 95"/>
            <p:cNvSpPr/>
            <p:nvPr/>
          </p:nvSpPr>
          <p:spPr>
            <a:xfrm>
              <a:off x="2168" y="3612"/>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3" name="AutoShape 96"/>
            <p:cNvSpPr/>
            <p:nvPr/>
          </p:nvSpPr>
          <p:spPr>
            <a:xfrm rot="-5400000">
              <a:off x="2880" y="2555"/>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4" name="AutoShape 97"/>
            <p:cNvSpPr/>
            <p:nvPr/>
          </p:nvSpPr>
          <p:spPr>
            <a:xfrm flipV="1">
              <a:off x="2154" y="3045"/>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5" name="AutoShape 98"/>
            <p:cNvSpPr/>
            <p:nvPr/>
          </p:nvSpPr>
          <p:spPr>
            <a:xfrm rot="5400000" flipH="1">
              <a:off x="2880" y="3616"/>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6" name="AutoShape 99"/>
            <p:cNvSpPr/>
            <p:nvPr/>
          </p:nvSpPr>
          <p:spPr>
            <a:xfrm>
              <a:off x="3473" y="3013"/>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7" name="Line 104"/>
            <p:cNvSpPr/>
            <p:nvPr/>
          </p:nvSpPr>
          <p:spPr>
            <a:xfrm flipV="1">
              <a:off x="2245" y="2659"/>
              <a:ext cx="1270" cy="998"/>
            </a:xfrm>
            <a:prstGeom prst="line">
              <a:avLst/>
            </a:prstGeom>
            <a:ln w="28575" cap="flat" cmpd="sng">
              <a:solidFill>
                <a:schemeClr val="tx1"/>
              </a:solidFill>
              <a:prstDash val="solid"/>
              <a:round/>
              <a:headEnd type="none" w="med" len="med"/>
              <a:tailEnd type="none" w="med" len="med"/>
            </a:ln>
          </p:spPr>
        </p:sp>
        <p:sp>
          <p:nvSpPr>
            <p:cNvPr id="31828" name="Oval 105"/>
            <p:cNvSpPr/>
            <p:nvPr/>
          </p:nvSpPr>
          <p:spPr>
            <a:xfrm>
              <a:off x="2789" y="3113"/>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29" name="AutoShape 106"/>
            <p:cNvSpPr/>
            <p:nvPr/>
          </p:nvSpPr>
          <p:spPr>
            <a:xfrm rot="-7646771">
              <a:off x="3119" y="2866"/>
              <a:ext cx="116" cy="114"/>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30" name="AutoShape 107"/>
            <p:cNvSpPr/>
            <p:nvPr/>
          </p:nvSpPr>
          <p:spPr>
            <a:xfrm rot="-7646771">
              <a:off x="2516" y="3340"/>
              <a:ext cx="116" cy="114"/>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grpSp>
        <p:nvGrpSpPr>
          <p:cNvPr id="31831" name="Group 126"/>
          <p:cNvGrpSpPr/>
          <p:nvPr/>
        </p:nvGrpSpPr>
        <p:grpSpPr>
          <a:xfrm>
            <a:off x="6335713" y="4076700"/>
            <a:ext cx="2268537" cy="1873250"/>
            <a:chOff x="3991" y="2568"/>
            <a:chExt cx="1429" cy="1180"/>
          </a:xfrm>
        </p:grpSpPr>
        <p:sp>
          <p:nvSpPr>
            <p:cNvPr id="31832" name="Line 110"/>
            <p:cNvSpPr/>
            <p:nvPr/>
          </p:nvSpPr>
          <p:spPr>
            <a:xfrm>
              <a:off x="4050" y="2623"/>
              <a:ext cx="1315" cy="0"/>
            </a:xfrm>
            <a:prstGeom prst="line">
              <a:avLst/>
            </a:prstGeom>
            <a:ln w="28575" cap="flat" cmpd="sng">
              <a:solidFill>
                <a:schemeClr val="tx1"/>
              </a:solidFill>
              <a:prstDash val="solid"/>
              <a:round/>
              <a:headEnd type="none" w="med" len="med"/>
              <a:tailEnd type="none" w="med" len="med"/>
            </a:ln>
          </p:spPr>
        </p:sp>
        <p:sp>
          <p:nvSpPr>
            <p:cNvPr id="31833" name="Line 111"/>
            <p:cNvSpPr/>
            <p:nvPr/>
          </p:nvSpPr>
          <p:spPr>
            <a:xfrm>
              <a:off x="4050" y="3684"/>
              <a:ext cx="1315" cy="0"/>
            </a:xfrm>
            <a:prstGeom prst="line">
              <a:avLst/>
            </a:prstGeom>
            <a:ln w="28575" cap="flat" cmpd="sng">
              <a:solidFill>
                <a:schemeClr val="tx1"/>
              </a:solidFill>
              <a:prstDash val="solid"/>
              <a:round/>
              <a:headEnd type="none" w="med" len="med"/>
              <a:tailEnd type="none" w="med" len="med"/>
            </a:ln>
          </p:spPr>
        </p:sp>
        <p:sp>
          <p:nvSpPr>
            <p:cNvPr id="31834" name="Line 112"/>
            <p:cNvSpPr/>
            <p:nvPr/>
          </p:nvSpPr>
          <p:spPr>
            <a:xfrm>
              <a:off x="4050" y="2623"/>
              <a:ext cx="0" cy="1043"/>
            </a:xfrm>
            <a:prstGeom prst="line">
              <a:avLst/>
            </a:prstGeom>
            <a:ln w="28575" cap="flat" cmpd="sng">
              <a:solidFill>
                <a:schemeClr val="tx1"/>
              </a:solidFill>
              <a:prstDash val="solid"/>
              <a:round/>
              <a:headEnd type="none" w="med" len="med"/>
              <a:tailEnd type="none" w="med" len="med"/>
            </a:ln>
          </p:spPr>
        </p:sp>
        <p:sp>
          <p:nvSpPr>
            <p:cNvPr id="31835" name="Line 113"/>
            <p:cNvSpPr/>
            <p:nvPr/>
          </p:nvSpPr>
          <p:spPr>
            <a:xfrm>
              <a:off x="5365" y="2623"/>
              <a:ext cx="0" cy="1043"/>
            </a:xfrm>
            <a:prstGeom prst="line">
              <a:avLst/>
            </a:prstGeom>
            <a:ln w="28575" cap="flat" cmpd="sng">
              <a:solidFill>
                <a:schemeClr val="tx1"/>
              </a:solidFill>
              <a:prstDash val="solid"/>
              <a:round/>
              <a:headEnd type="none" w="med" len="med"/>
              <a:tailEnd type="none" w="med" len="med"/>
            </a:ln>
          </p:spPr>
        </p:sp>
        <p:sp>
          <p:nvSpPr>
            <p:cNvPr id="31836" name="Oval 114"/>
            <p:cNvSpPr/>
            <p:nvPr/>
          </p:nvSpPr>
          <p:spPr>
            <a:xfrm>
              <a:off x="4005" y="2577"/>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37" name="Oval 115"/>
            <p:cNvSpPr/>
            <p:nvPr/>
          </p:nvSpPr>
          <p:spPr>
            <a:xfrm>
              <a:off x="5275" y="2577"/>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38" name="Oval 116"/>
            <p:cNvSpPr/>
            <p:nvPr/>
          </p:nvSpPr>
          <p:spPr>
            <a:xfrm>
              <a:off x="5284" y="3612"/>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39" name="Oval 117"/>
            <p:cNvSpPr/>
            <p:nvPr/>
          </p:nvSpPr>
          <p:spPr>
            <a:xfrm>
              <a:off x="4005" y="3612"/>
              <a:ext cx="136" cy="136"/>
            </a:xfrm>
            <a:prstGeom prst="ellipse">
              <a:avLst/>
            </a:prstGeom>
            <a:gradFill rotWithShape="1">
              <a:gsLst>
                <a:gs pos="0">
                  <a:schemeClr val="bg1"/>
                </a:gs>
                <a:gs pos="100000">
                  <a:srgbClr val="5F5F5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40" name="AutoShape 118"/>
            <p:cNvSpPr/>
            <p:nvPr/>
          </p:nvSpPr>
          <p:spPr>
            <a:xfrm rot="-5400000">
              <a:off x="4717" y="2555"/>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41" name="AutoShape 119"/>
            <p:cNvSpPr/>
            <p:nvPr/>
          </p:nvSpPr>
          <p:spPr>
            <a:xfrm flipV="1">
              <a:off x="3991" y="3045"/>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42" name="AutoShape 120"/>
            <p:cNvSpPr/>
            <p:nvPr/>
          </p:nvSpPr>
          <p:spPr>
            <a:xfrm rot="5400000" flipH="1">
              <a:off x="4717" y="3616"/>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43" name="AutoShape 121"/>
            <p:cNvSpPr/>
            <p:nvPr/>
          </p:nvSpPr>
          <p:spPr>
            <a:xfrm>
              <a:off x="5310" y="3013"/>
              <a:ext cx="110" cy="136"/>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1844" name="Line 122"/>
            <p:cNvSpPr/>
            <p:nvPr/>
          </p:nvSpPr>
          <p:spPr>
            <a:xfrm flipV="1">
              <a:off x="4082" y="2659"/>
              <a:ext cx="1270" cy="998"/>
            </a:xfrm>
            <a:prstGeom prst="line">
              <a:avLst/>
            </a:prstGeom>
            <a:ln w="28575" cap="flat" cmpd="sng">
              <a:solidFill>
                <a:schemeClr val="tx1"/>
              </a:solidFill>
              <a:prstDash val="solid"/>
              <a:round/>
              <a:headEnd type="none" w="med" len="med"/>
              <a:tailEnd type="none" w="med" len="med"/>
            </a:ln>
          </p:spPr>
        </p:sp>
        <p:sp>
          <p:nvSpPr>
            <p:cNvPr id="31845" name="AutoShape 125"/>
            <p:cNvSpPr/>
            <p:nvPr/>
          </p:nvSpPr>
          <p:spPr>
            <a:xfrm rot="-7646771">
              <a:off x="4658" y="3095"/>
              <a:ext cx="116" cy="114"/>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31846" name="文本框 1"/>
          <p:cNvSpPr txBox="1"/>
          <p:nvPr/>
        </p:nvSpPr>
        <p:spPr>
          <a:xfrm>
            <a:off x="1258888" y="3573463"/>
            <a:ext cx="996950" cy="461962"/>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1</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sp>
        <p:nvSpPr>
          <p:cNvPr id="31847" name="文本框 103"/>
          <p:cNvSpPr txBox="1"/>
          <p:nvPr/>
        </p:nvSpPr>
        <p:spPr>
          <a:xfrm>
            <a:off x="4006850" y="3543300"/>
            <a:ext cx="996950" cy="461963"/>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2</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sp>
        <p:nvSpPr>
          <p:cNvPr id="31848" name="文本框 104"/>
          <p:cNvSpPr txBox="1"/>
          <p:nvPr/>
        </p:nvSpPr>
        <p:spPr>
          <a:xfrm>
            <a:off x="6988175" y="3536950"/>
            <a:ext cx="996950" cy="461963"/>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3</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sp>
        <p:nvSpPr>
          <p:cNvPr id="31849" name="文本框 105"/>
          <p:cNvSpPr txBox="1"/>
          <p:nvPr/>
        </p:nvSpPr>
        <p:spPr>
          <a:xfrm>
            <a:off x="1266825" y="5978525"/>
            <a:ext cx="995363" cy="461963"/>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4</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sp>
        <p:nvSpPr>
          <p:cNvPr id="31850" name="文本框 106"/>
          <p:cNvSpPr txBox="1"/>
          <p:nvPr/>
        </p:nvSpPr>
        <p:spPr>
          <a:xfrm>
            <a:off x="4006850" y="5940425"/>
            <a:ext cx="996950" cy="461963"/>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5</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sp>
        <p:nvSpPr>
          <p:cNvPr id="31851" name="文本框 107"/>
          <p:cNvSpPr txBox="1"/>
          <p:nvPr/>
        </p:nvSpPr>
        <p:spPr>
          <a:xfrm>
            <a:off x="6969125" y="5967413"/>
            <a:ext cx="996950" cy="461962"/>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6</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sp>
        <p:nvSpPr>
          <p:cNvPr id="31852" name="文本框 1"/>
          <p:cNvSpPr txBox="1"/>
          <p:nvPr/>
        </p:nvSpPr>
        <p:spPr>
          <a:xfrm>
            <a:off x="3462338" y="-317"/>
            <a:ext cx="2327910" cy="521970"/>
          </a:xfrm>
          <a:prstGeom prst="rect">
            <a:avLst/>
          </a:prstGeom>
          <a:noFill/>
          <a:ln w="9525">
            <a:noFill/>
          </a:ln>
        </p:spPr>
        <p:txBody>
          <a:bodyPr wrap="none" anchor="t" anchorCtr="0">
            <a:spAutoFit/>
          </a:bodyPr>
          <a:p>
            <a:pPr eaLnBrk="0" hangingPunct="0"/>
            <a:r>
              <a:rPr lang="zh-CN" altLang="en-US" sz="2800">
                <a:solidFill>
                  <a:srgbClr val="FF0000"/>
                </a:solidFill>
                <a:latin typeface="Tahoma" panose="020B0604030504040204" pitchFamily="34" charset="0"/>
                <a:ea typeface="宋体" panose="02010600030101010101" pitchFamily="2" charset="-122"/>
              </a:rPr>
              <a:t>课后作业</a:t>
            </a:r>
            <a:r>
              <a:rPr lang="zh-CN" altLang="en-US" sz="2800">
                <a:solidFill>
                  <a:srgbClr val="FF0000"/>
                </a:solidFill>
                <a:latin typeface="Tahoma" panose="020B0604030504040204" pitchFamily="34" charset="0"/>
                <a:ea typeface="宋体" panose="02010600030101010101" pitchFamily="2" charset="-122"/>
              </a:rPr>
              <a:t>一：</a:t>
            </a:r>
            <a:endParaRPr lang="zh-CN" altLang="en-US" sz="2800">
              <a:solidFill>
                <a:srgbClr val="FF0000"/>
              </a:solidFill>
              <a:latin typeface="Tahoma" panose="020B0604030504040204" pitchFamily="34" charset="0"/>
              <a:ea typeface="宋体" panose="02010600030101010101" pitchFamily="2"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sz="3200"/>
              <a:t>下面哪些图是欧拉图，哪些是半欧拉图</a:t>
            </a:r>
            <a:endParaRPr lang="zh-CN" altLang="en-US" sz="3200"/>
          </a:p>
        </p:txBody>
      </p:sp>
      <p:sp>
        <p:nvSpPr>
          <p:cNvPr id="33794" name="文本框 1"/>
          <p:cNvSpPr txBox="1"/>
          <p:nvPr/>
        </p:nvSpPr>
        <p:spPr>
          <a:xfrm>
            <a:off x="1258888" y="3573463"/>
            <a:ext cx="996950" cy="461962"/>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1</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sp>
        <p:nvSpPr>
          <p:cNvPr id="33795" name="文本框 103"/>
          <p:cNvSpPr txBox="1"/>
          <p:nvPr/>
        </p:nvSpPr>
        <p:spPr>
          <a:xfrm>
            <a:off x="4006850" y="3543300"/>
            <a:ext cx="996950" cy="461963"/>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2</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sp>
        <p:nvSpPr>
          <p:cNvPr id="33796" name="文本框 104"/>
          <p:cNvSpPr txBox="1"/>
          <p:nvPr/>
        </p:nvSpPr>
        <p:spPr>
          <a:xfrm>
            <a:off x="6988175" y="3536950"/>
            <a:ext cx="996950" cy="461963"/>
          </a:xfrm>
          <a:prstGeom prst="rect">
            <a:avLst/>
          </a:prstGeom>
          <a:noFill/>
          <a:ln w="9525">
            <a:noFill/>
          </a:ln>
        </p:spPr>
        <p:txBody>
          <a:bodyPr wrap="none" anchor="t" anchorCtr="0">
            <a:spAutoFit/>
          </a:bodyPr>
          <a:p>
            <a:pPr>
              <a:buSzTx/>
            </a:pP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3</a:t>
            </a:r>
            <a:r>
              <a:rPr lang="zh-CN" altLang="en-US"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pic>
        <p:nvPicPr>
          <p:cNvPr id="33797" name="图片 2"/>
          <p:cNvPicPr>
            <a:picLocks noChangeAspect="1"/>
          </p:cNvPicPr>
          <p:nvPr/>
        </p:nvPicPr>
        <p:blipFill>
          <a:blip r:embed="rId1"/>
          <a:stretch>
            <a:fillRect/>
          </a:stretch>
        </p:blipFill>
        <p:spPr>
          <a:xfrm>
            <a:off x="508000" y="1412875"/>
            <a:ext cx="8128000" cy="2590800"/>
          </a:xfrm>
          <a:prstGeom prst="rect">
            <a:avLst/>
          </a:prstGeom>
          <a:noFill/>
          <a:ln w="9525">
            <a:noFill/>
          </a:ln>
        </p:spPr>
      </p:pic>
      <p:pic>
        <p:nvPicPr>
          <p:cNvPr id="33798" name="图片 3"/>
          <p:cNvPicPr>
            <a:picLocks noChangeAspect="1"/>
          </p:cNvPicPr>
          <p:nvPr/>
        </p:nvPicPr>
        <p:blipFill>
          <a:blip r:embed="rId2"/>
          <a:stretch>
            <a:fillRect/>
          </a:stretch>
        </p:blipFill>
        <p:spPr>
          <a:xfrm>
            <a:off x="900113" y="3832225"/>
            <a:ext cx="7023100" cy="2870200"/>
          </a:xfrm>
          <a:prstGeom prst="rect">
            <a:avLst/>
          </a:prstGeom>
          <a:noFill/>
          <a:ln w="9525">
            <a:noFill/>
          </a:ln>
        </p:spPr>
      </p:pic>
      <p:sp>
        <p:nvSpPr>
          <p:cNvPr id="31852" name="文本框 1"/>
          <p:cNvSpPr txBox="1"/>
          <p:nvPr/>
        </p:nvSpPr>
        <p:spPr>
          <a:xfrm>
            <a:off x="3462338" y="-317"/>
            <a:ext cx="2327910" cy="521970"/>
          </a:xfrm>
          <a:prstGeom prst="rect">
            <a:avLst/>
          </a:prstGeom>
          <a:noFill/>
          <a:ln w="9525">
            <a:noFill/>
          </a:ln>
        </p:spPr>
        <p:txBody>
          <a:bodyPr wrap="none" anchor="t" anchorCtr="0">
            <a:spAutoFit/>
          </a:bodyPr>
          <a:p>
            <a:pPr eaLnBrk="0" hangingPunct="0"/>
            <a:r>
              <a:rPr lang="zh-CN" altLang="en-US" sz="2800">
                <a:solidFill>
                  <a:srgbClr val="FF0000"/>
                </a:solidFill>
                <a:latin typeface="Tahoma" panose="020B0604030504040204" pitchFamily="34" charset="0"/>
                <a:ea typeface="宋体" panose="02010600030101010101" pitchFamily="2" charset="-122"/>
              </a:rPr>
              <a:t>课后作业二</a:t>
            </a:r>
            <a:r>
              <a:rPr lang="zh-CN" altLang="en-US" sz="2800">
                <a:solidFill>
                  <a:srgbClr val="FF0000"/>
                </a:solidFill>
                <a:latin typeface="Tahoma" panose="020B0604030504040204" pitchFamily="34" charset="0"/>
                <a:ea typeface="宋体" panose="02010600030101010101" pitchFamily="2" charset="-122"/>
              </a:rPr>
              <a:t>：</a:t>
            </a:r>
            <a:endParaRPr lang="zh-CN" altLang="en-US" sz="2800">
              <a:solidFill>
                <a:srgbClr val="FF0000"/>
              </a:solidFill>
              <a:latin typeface="Tahoma" panose="020B0604030504040204" pitchFamily="34" charset="0"/>
              <a:ea typeface="宋体" panose="02010600030101010101" pitchFamily="2"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uLnTx/>
                <a:uFillTx/>
                <a:latin typeface="+mj-lt"/>
                <a:ea typeface="+mj-ea"/>
                <a:cs typeface="黑体" panose="02010609060101010101" pitchFamily="49" charset="-122"/>
              </a:rPr>
              <a:t>算法</a:t>
            </a:r>
            <a:r>
              <a:rPr kumimoji="0" lang="en-US" altLang="zh-CN" sz="4400" b="0" i="0" u="none" strike="noStrike" kern="0" cap="none" spc="0" normalizeH="0" baseline="0" noProof="0" smtClean="0">
                <a:ln>
                  <a:noFill/>
                </a:ln>
                <a:solidFill>
                  <a:schemeClr val="tx2"/>
                </a:solidFill>
                <a:effectLst/>
                <a:uLnTx/>
                <a:uFillTx/>
                <a:latin typeface="+mj-lt"/>
                <a:ea typeface="+mj-ea"/>
                <a:cs typeface="黑体" panose="02010609060101010101" pitchFamily="49" charset="-122"/>
              </a:rPr>
              <a:t>(algorithm)</a:t>
            </a:r>
            <a:endParaRPr kumimoji="0" lang="zh-CN" altLang="en-US" sz="4400" b="0" i="0" u="none" strike="noStrike" kern="0" cap="none" spc="0" normalizeH="0" baseline="0" noProof="0" smtClean="0">
              <a:ln>
                <a:noFill/>
              </a:ln>
              <a:solidFill>
                <a:schemeClr val="tx2"/>
              </a:solidFill>
              <a:effectLst/>
              <a:uLnTx/>
              <a:uFillTx/>
              <a:latin typeface="+mj-lt"/>
              <a:ea typeface="+mj-ea"/>
              <a:cs typeface="黑体" panose="02010609060101010101" pitchFamily="49" charset="-122"/>
            </a:endParaRPr>
          </a:p>
        </p:txBody>
      </p:sp>
      <p:sp>
        <p:nvSpPr>
          <p:cNvPr id="35842" name="Rectangle 3"/>
          <p:cNvSpPr>
            <a:spLocks noGrp="1"/>
          </p:cNvSpPr>
          <p:nvPr>
            <p:ph idx="1"/>
          </p:nvPr>
        </p:nvSpPr>
        <p:spPr/>
        <p:txBody>
          <a:bodyPr vert="horz" wrap="square" lIns="91440" tIns="45720" rIns="91440" bIns="45720" anchor="t" anchorCtr="0"/>
          <a:p>
            <a:r>
              <a:rPr lang="zh-CN" altLang="en-US"/>
              <a:t>一组有限条指令</a:t>
            </a:r>
            <a:r>
              <a:rPr lang="en-US" altLang="zh-CN"/>
              <a:t>, </a:t>
            </a:r>
            <a:r>
              <a:rPr lang="zh-CN" altLang="en-US"/>
              <a:t>具有以下特征</a:t>
            </a:r>
            <a:r>
              <a:rPr lang="en-US" altLang="zh-CN"/>
              <a:t>:</a:t>
            </a:r>
            <a:endParaRPr lang="en-US" altLang="zh-CN"/>
          </a:p>
          <a:p>
            <a:pPr lvl="1"/>
            <a:r>
              <a:rPr lang="zh-CN" altLang="en-US">
                <a:solidFill>
                  <a:schemeClr val="hlink"/>
                </a:solidFill>
              </a:rPr>
              <a:t>输入</a:t>
            </a:r>
            <a:r>
              <a:rPr lang="en-US" altLang="zh-CN"/>
              <a:t>: </a:t>
            </a:r>
            <a:r>
              <a:rPr lang="zh-CN" altLang="en-US"/>
              <a:t>算法工作对象</a:t>
            </a:r>
            <a:endParaRPr lang="zh-CN" altLang="en-US"/>
          </a:p>
          <a:p>
            <a:pPr lvl="1"/>
            <a:r>
              <a:rPr lang="zh-CN" altLang="en-US">
                <a:solidFill>
                  <a:schemeClr val="hlink"/>
                </a:solidFill>
              </a:rPr>
              <a:t>输出</a:t>
            </a:r>
            <a:r>
              <a:rPr lang="en-US" altLang="zh-CN"/>
              <a:t>: </a:t>
            </a:r>
            <a:r>
              <a:rPr lang="zh-CN" altLang="en-US"/>
              <a:t>算法工作结果</a:t>
            </a:r>
            <a:endParaRPr lang="zh-CN" altLang="en-US"/>
          </a:p>
          <a:p>
            <a:pPr lvl="1"/>
            <a:r>
              <a:rPr lang="zh-CN" altLang="en-US">
                <a:solidFill>
                  <a:schemeClr val="hlink"/>
                </a:solidFill>
              </a:rPr>
              <a:t>确定</a:t>
            </a:r>
            <a:r>
              <a:rPr lang="zh-CN" altLang="en-US"/>
              <a:t>性</a:t>
            </a:r>
            <a:r>
              <a:rPr lang="en-US" altLang="zh-CN"/>
              <a:t>: </a:t>
            </a:r>
            <a:r>
              <a:rPr lang="zh-CN" altLang="en-US"/>
              <a:t>算法根据输入和当前工作状态</a:t>
            </a:r>
            <a:r>
              <a:rPr lang="en-US" altLang="zh-CN"/>
              <a:t>, </a:t>
            </a:r>
            <a:r>
              <a:rPr lang="zh-CN" altLang="en-US"/>
              <a:t>决定下一步采用的指令</a:t>
            </a:r>
            <a:endParaRPr lang="zh-CN" altLang="en-US"/>
          </a:p>
          <a:p>
            <a:pPr lvl="1"/>
            <a:r>
              <a:rPr lang="zh-CN" altLang="en-US">
                <a:solidFill>
                  <a:schemeClr val="hlink"/>
                </a:solidFill>
              </a:rPr>
              <a:t>可行</a:t>
            </a:r>
            <a:r>
              <a:rPr lang="zh-CN" altLang="en-US"/>
              <a:t>性</a:t>
            </a:r>
            <a:r>
              <a:rPr lang="en-US" altLang="zh-CN"/>
              <a:t>: </a:t>
            </a:r>
            <a:r>
              <a:rPr lang="zh-CN" altLang="en-US"/>
              <a:t>算法的指令都是可以实现的</a:t>
            </a:r>
            <a:endParaRPr lang="zh-CN" altLang="en-US"/>
          </a:p>
          <a:p>
            <a:pPr lvl="1"/>
            <a:r>
              <a:rPr lang="zh-CN" altLang="en-US">
                <a:solidFill>
                  <a:schemeClr val="hlink"/>
                </a:solidFill>
              </a:rPr>
              <a:t>终止</a:t>
            </a:r>
            <a:r>
              <a:rPr lang="zh-CN" altLang="en-US"/>
              <a:t>性</a:t>
            </a:r>
            <a:r>
              <a:rPr lang="en-US" altLang="zh-CN"/>
              <a:t>: </a:t>
            </a:r>
            <a:r>
              <a:rPr lang="zh-CN" altLang="en-US"/>
              <a:t>算法工作有穷步后停止</a:t>
            </a:r>
            <a:endParaRPr lang="zh-CN" altLang="en-US"/>
          </a:p>
        </p:txBody>
      </p:sp>
      <p:sp>
        <p:nvSpPr>
          <p:cNvPr id="35843" name="Text Box 4"/>
          <p:cNvSpPr txBox="1"/>
          <p:nvPr/>
        </p:nvSpPr>
        <p:spPr>
          <a:xfrm>
            <a:off x="950913" y="5392738"/>
            <a:ext cx="184150" cy="519112"/>
          </a:xfrm>
          <a:prstGeom prst="rect">
            <a:avLst/>
          </a:prstGeom>
          <a:noFill/>
          <a:ln w="9525">
            <a:noFill/>
          </a:ln>
        </p:spPr>
        <p:txBody>
          <a:bodyPr wrap="none" anchor="t" anchorCtr="0">
            <a:spAutoFit/>
          </a:bodyPr>
          <a:p>
            <a:pPr>
              <a:buSzTx/>
            </a:pPr>
            <a:endParaRPr lang="zh-CN" altLang="en-US" sz="2800">
              <a:latin typeface="Tahoma" panose="020B0604030504040204" pitchFamily="34" charset="0"/>
              <a:ea typeface="宋体" panose="02010600030101010101" pitchFamily="2" charset="-122"/>
            </a:endParaRPr>
          </a:p>
        </p:txBody>
      </p:sp>
      <p:sp>
        <p:nvSpPr>
          <p:cNvPr id="35844" name="Text Box 5"/>
          <p:cNvSpPr txBox="1"/>
          <p:nvPr/>
        </p:nvSpPr>
        <p:spPr>
          <a:xfrm>
            <a:off x="539750" y="5502275"/>
            <a:ext cx="898525" cy="519113"/>
          </a:xfrm>
          <a:prstGeom prst="rect">
            <a:avLst/>
          </a:prstGeom>
          <a:noFill/>
          <a:ln w="9525">
            <a:noFill/>
          </a:ln>
        </p:spPr>
        <p:txBody>
          <a:bodyPr wrap="none" anchor="t" anchorCtr="0">
            <a:spAutoFit/>
          </a:bodyPr>
          <a:p>
            <a:pPr>
              <a:buSzTx/>
            </a:pPr>
            <a:r>
              <a:rPr lang="zh-CN" altLang="en-US" sz="2800">
                <a:latin typeface="Tahoma" panose="020B0604030504040204" pitchFamily="34" charset="0"/>
                <a:ea typeface="宋体" panose="02010600030101010101" pitchFamily="2" charset="-122"/>
              </a:rPr>
              <a:t>输入</a:t>
            </a:r>
            <a:endParaRPr lang="zh-CN" altLang="en-US" sz="2800">
              <a:latin typeface="Tahoma" panose="020B0604030504040204" pitchFamily="34" charset="0"/>
              <a:ea typeface="宋体" panose="02010600030101010101" pitchFamily="2" charset="-122"/>
            </a:endParaRPr>
          </a:p>
        </p:txBody>
      </p:sp>
      <p:sp>
        <p:nvSpPr>
          <p:cNvPr id="35845" name="Rectangle 6"/>
          <p:cNvSpPr/>
          <p:nvPr/>
        </p:nvSpPr>
        <p:spPr>
          <a:xfrm>
            <a:off x="2195513" y="5373688"/>
            <a:ext cx="3024187" cy="863600"/>
          </a:xfrm>
          <a:prstGeom prst="rect">
            <a:avLst/>
          </a:prstGeom>
          <a:noFill/>
          <a:ln w="952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5846" name="Line 7"/>
          <p:cNvSpPr/>
          <p:nvPr/>
        </p:nvSpPr>
        <p:spPr>
          <a:xfrm>
            <a:off x="3708400" y="5373688"/>
            <a:ext cx="0" cy="863600"/>
          </a:xfrm>
          <a:prstGeom prst="line">
            <a:avLst/>
          </a:prstGeom>
          <a:ln w="9525" cap="flat" cmpd="sng">
            <a:solidFill>
              <a:schemeClr val="tx1"/>
            </a:solidFill>
            <a:prstDash val="solid"/>
            <a:round/>
            <a:headEnd type="none" w="med" len="med"/>
            <a:tailEnd type="none" w="med" len="med"/>
          </a:ln>
        </p:spPr>
      </p:sp>
      <p:sp>
        <p:nvSpPr>
          <p:cNvPr id="35847" name="Text Box 8"/>
          <p:cNvSpPr txBox="1"/>
          <p:nvPr/>
        </p:nvSpPr>
        <p:spPr>
          <a:xfrm>
            <a:off x="2319338" y="5464175"/>
            <a:ext cx="1255712" cy="519113"/>
          </a:xfrm>
          <a:prstGeom prst="rect">
            <a:avLst/>
          </a:prstGeom>
          <a:noFill/>
          <a:ln w="9525">
            <a:noFill/>
          </a:ln>
        </p:spPr>
        <p:txBody>
          <a:bodyPr wrap="none" anchor="t" anchorCtr="0">
            <a:spAutoFit/>
          </a:bodyPr>
          <a:p>
            <a:pPr>
              <a:buSzTx/>
            </a:pPr>
            <a:r>
              <a:rPr lang="zh-CN" altLang="en-US" sz="2800">
                <a:latin typeface="Tahoma" panose="020B0604030504040204" pitchFamily="34" charset="0"/>
                <a:ea typeface="宋体" panose="02010600030101010101" pitchFamily="2" charset="-122"/>
              </a:rPr>
              <a:t>指令组</a:t>
            </a:r>
            <a:endParaRPr lang="zh-CN" altLang="en-US" sz="2800">
              <a:latin typeface="Tahoma" panose="020B0604030504040204" pitchFamily="34" charset="0"/>
              <a:ea typeface="宋体" panose="02010600030101010101" pitchFamily="2" charset="-122"/>
            </a:endParaRPr>
          </a:p>
        </p:txBody>
      </p:sp>
      <p:sp>
        <p:nvSpPr>
          <p:cNvPr id="35848" name="Text Box 9"/>
          <p:cNvSpPr txBox="1"/>
          <p:nvPr/>
        </p:nvSpPr>
        <p:spPr>
          <a:xfrm>
            <a:off x="3832225" y="5464175"/>
            <a:ext cx="1255713" cy="519113"/>
          </a:xfrm>
          <a:prstGeom prst="rect">
            <a:avLst/>
          </a:prstGeom>
          <a:noFill/>
          <a:ln w="9525">
            <a:noFill/>
          </a:ln>
        </p:spPr>
        <p:txBody>
          <a:bodyPr wrap="none" anchor="t" anchorCtr="0">
            <a:spAutoFit/>
          </a:bodyPr>
          <a:p>
            <a:pPr>
              <a:buSzTx/>
            </a:pPr>
            <a:r>
              <a:rPr lang="zh-CN" altLang="en-US" sz="2800">
                <a:latin typeface="Tahoma" panose="020B0604030504040204" pitchFamily="34" charset="0"/>
                <a:ea typeface="宋体" panose="02010600030101010101" pitchFamily="2" charset="-122"/>
              </a:rPr>
              <a:t>工作区</a:t>
            </a:r>
            <a:endParaRPr lang="zh-CN" altLang="en-US" sz="2800">
              <a:latin typeface="Tahoma" panose="020B0604030504040204" pitchFamily="34" charset="0"/>
              <a:ea typeface="宋体" panose="02010600030101010101" pitchFamily="2" charset="-122"/>
            </a:endParaRPr>
          </a:p>
        </p:txBody>
      </p:sp>
      <p:sp>
        <p:nvSpPr>
          <p:cNvPr id="35849" name="Text Box 10"/>
          <p:cNvSpPr txBox="1"/>
          <p:nvPr/>
        </p:nvSpPr>
        <p:spPr>
          <a:xfrm>
            <a:off x="5978525" y="5502275"/>
            <a:ext cx="898525" cy="519113"/>
          </a:xfrm>
          <a:prstGeom prst="rect">
            <a:avLst/>
          </a:prstGeom>
          <a:noFill/>
          <a:ln w="9525">
            <a:noFill/>
          </a:ln>
        </p:spPr>
        <p:txBody>
          <a:bodyPr wrap="none" anchor="t" anchorCtr="0">
            <a:spAutoFit/>
          </a:bodyPr>
          <a:p>
            <a:pPr>
              <a:buSzTx/>
            </a:pPr>
            <a:r>
              <a:rPr lang="zh-CN" altLang="en-US" sz="2800">
                <a:latin typeface="Tahoma" panose="020B0604030504040204" pitchFamily="34" charset="0"/>
                <a:ea typeface="宋体" panose="02010600030101010101" pitchFamily="2" charset="-122"/>
              </a:rPr>
              <a:t>输出</a:t>
            </a:r>
            <a:endParaRPr lang="zh-CN" altLang="en-US" sz="2800">
              <a:latin typeface="Tahoma" panose="020B0604030504040204" pitchFamily="34" charset="0"/>
              <a:ea typeface="宋体" panose="02010600030101010101" pitchFamily="2" charset="-122"/>
            </a:endParaRPr>
          </a:p>
        </p:txBody>
      </p:sp>
      <p:sp>
        <p:nvSpPr>
          <p:cNvPr id="35850" name="Line 11"/>
          <p:cNvSpPr/>
          <p:nvPr/>
        </p:nvSpPr>
        <p:spPr>
          <a:xfrm>
            <a:off x="1331913" y="5734050"/>
            <a:ext cx="863600" cy="0"/>
          </a:xfrm>
          <a:prstGeom prst="line">
            <a:avLst/>
          </a:prstGeom>
          <a:ln w="28575" cap="flat" cmpd="sng">
            <a:solidFill>
              <a:schemeClr val="tx1"/>
            </a:solidFill>
            <a:prstDash val="solid"/>
            <a:round/>
            <a:headEnd type="none" w="med" len="med"/>
            <a:tailEnd type="triangle" w="lg" len="lg"/>
          </a:ln>
        </p:spPr>
      </p:sp>
      <p:sp>
        <p:nvSpPr>
          <p:cNvPr id="35851" name="Line 12"/>
          <p:cNvSpPr/>
          <p:nvPr/>
        </p:nvSpPr>
        <p:spPr>
          <a:xfrm>
            <a:off x="5219700" y="5805488"/>
            <a:ext cx="863600" cy="0"/>
          </a:xfrm>
          <a:prstGeom prst="line">
            <a:avLst/>
          </a:prstGeom>
          <a:ln w="28575" cap="flat" cmpd="sng">
            <a:solidFill>
              <a:schemeClr val="tx1"/>
            </a:solidFill>
            <a:prstDash val="solid"/>
            <a:round/>
            <a:headEnd type="none" w="med" len="med"/>
            <a:tailEnd type="triangle" w="lg" len="lg"/>
          </a:ln>
        </p:spPr>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en-US" altLang="zh-CN" b="0"/>
              <a:t>Fleury</a:t>
            </a:r>
            <a:r>
              <a:rPr lang="zh-CN" altLang="en-US" b="0"/>
              <a:t>算法</a:t>
            </a:r>
            <a:r>
              <a:rPr lang="en-US" altLang="zh-CN" b="0"/>
              <a:t>(</a:t>
            </a:r>
            <a:r>
              <a:rPr lang="zh-CN" altLang="en-US" b="0"/>
              <a:t>弗罗莱算法）</a:t>
            </a:r>
            <a:endParaRPr lang="zh-CN" altLang="en-US" b="0"/>
          </a:p>
        </p:txBody>
      </p:sp>
      <p:sp>
        <p:nvSpPr>
          <p:cNvPr id="36866" name="Rectangle 3"/>
          <p:cNvSpPr>
            <a:spLocks noGrp="1"/>
          </p:cNvSpPr>
          <p:nvPr>
            <p:ph idx="1"/>
          </p:nvPr>
        </p:nvSpPr>
        <p:spPr/>
        <p:txBody>
          <a:bodyPr vert="horz" wrap="square" lIns="91440" tIns="45720" rIns="91440" bIns="45720" anchor="t" anchorCtr="0"/>
          <a:p>
            <a:r>
              <a:rPr lang="zh-CN" altLang="en-US" sz="2600">
                <a:solidFill>
                  <a:schemeClr val="hlink"/>
                </a:solidFill>
              </a:rPr>
              <a:t>输入</a:t>
            </a:r>
            <a:r>
              <a:rPr lang="en-US" altLang="zh-CN" sz="2600"/>
              <a:t>: </a:t>
            </a:r>
            <a:r>
              <a:rPr lang="zh-CN" altLang="en-US" sz="2600"/>
              <a:t>连通图</a:t>
            </a:r>
            <a:r>
              <a:rPr lang="en-US" altLang="zh-CN" sz="2600"/>
              <a:t>G,</a:t>
            </a:r>
            <a:r>
              <a:rPr lang="zh-CN" altLang="en-US" sz="2600"/>
              <a:t>起点</a:t>
            </a:r>
            <a:r>
              <a:rPr lang="en-US" altLang="zh-CN" sz="2600" i="1"/>
              <a:t>v</a:t>
            </a:r>
            <a:r>
              <a:rPr lang="en-US" altLang="zh-CN" sz="2600"/>
              <a:t>,</a:t>
            </a:r>
            <a:r>
              <a:rPr lang="zh-CN" altLang="en-US" sz="2600"/>
              <a:t>终点</a:t>
            </a:r>
            <a:r>
              <a:rPr lang="en-US" altLang="zh-CN" sz="2600" i="1"/>
              <a:t>w</a:t>
            </a:r>
            <a:r>
              <a:rPr lang="en-US" altLang="zh-CN" sz="2600"/>
              <a:t>. </a:t>
            </a:r>
            <a:r>
              <a:rPr lang="zh-CN" altLang="en-US" sz="2600"/>
              <a:t>若</a:t>
            </a:r>
            <a:r>
              <a:rPr lang="en-US" altLang="zh-CN" sz="2600" i="1"/>
              <a:t>v</a:t>
            </a:r>
            <a:r>
              <a:rPr lang="en-US" altLang="zh-CN" sz="2600"/>
              <a:t>≠</a:t>
            </a:r>
            <a:r>
              <a:rPr lang="en-US" altLang="zh-CN" sz="2600" i="1"/>
              <a:t>w</a:t>
            </a:r>
            <a:r>
              <a:rPr lang="en-US" altLang="zh-CN" sz="2600"/>
              <a:t>, </a:t>
            </a:r>
            <a:r>
              <a:rPr lang="zh-CN" altLang="en-US" sz="2600"/>
              <a:t>则除</a:t>
            </a:r>
            <a:r>
              <a:rPr lang="en-US" altLang="zh-CN" sz="2600" i="1"/>
              <a:t>v</a:t>
            </a:r>
            <a:r>
              <a:rPr lang="en-US" altLang="zh-CN" sz="2600"/>
              <a:t>,</a:t>
            </a:r>
            <a:r>
              <a:rPr lang="en-US" altLang="zh-CN" sz="2600" i="1"/>
              <a:t>w</a:t>
            </a:r>
            <a:r>
              <a:rPr lang="zh-CN" altLang="en-US" sz="2600"/>
              <a:t>外的顶点都有偶数度</a:t>
            </a:r>
            <a:r>
              <a:rPr lang="en-US" altLang="zh-CN" sz="2600"/>
              <a:t>;</a:t>
            </a:r>
            <a:r>
              <a:rPr lang="zh-CN" altLang="en-US" sz="2600"/>
              <a:t>若</a:t>
            </a:r>
            <a:r>
              <a:rPr lang="en-US" altLang="zh-CN" sz="2600" i="1"/>
              <a:t>v</a:t>
            </a:r>
            <a:r>
              <a:rPr lang="en-US" altLang="zh-CN" sz="2600"/>
              <a:t>=</a:t>
            </a:r>
            <a:r>
              <a:rPr lang="en-US" altLang="zh-CN" sz="2600" i="1"/>
              <a:t>w</a:t>
            </a:r>
            <a:r>
              <a:rPr lang="en-US" altLang="zh-CN" sz="2600"/>
              <a:t>, </a:t>
            </a:r>
            <a:r>
              <a:rPr lang="zh-CN" altLang="en-US" sz="2600"/>
              <a:t>则所有顶点都有偶数度</a:t>
            </a:r>
            <a:r>
              <a:rPr lang="en-US" altLang="zh-CN" sz="2600"/>
              <a:t>.</a:t>
            </a:r>
            <a:endParaRPr lang="en-US" altLang="zh-CN" sz="2600"/>
          </a:p>
          <a:p>
            <a:r>
              <a:rPr lang="zh-CN" altLang="en-US" sz="2600">
                <a:solidFill>
                  <a:schemeClr val="hlink"/>
                </a:solidFill>
              </a:rPr>
              <a:t>输出</a:t>
            </a:r>
            <a:r>
              <a:rPr lang="en-US" altLang="zh-CN" sz="2600">
                <a:solidFill>
                  <a:schemeClr val="hlink"/>
                </a:solidFill>
              </a:rPr>
              <a:t>:</a:t>
            </a:r>
            <a:r>
              <a:rPr lang="en-US" altLang="zh-CN" sz="2600"/>
              <a:t> </a:t>
            </a:r>
            <a:r>
              <a:rPr lang="zh-CN" altLang="en-US" sz="2600"/>
              <a:t>从</a:t>
            </a:r>
            <a:r>
              <a:rPr lang="en-US" altLang="zh-CN" sz="2600" i="1"/>
              <a:t>v</a:t>
            </a:r>
            <a:r>
              <a:rPr lang="zh-CN" altLang="en-US" sz="2600"/>
              <a:t>到</a:t>
            </a:r>
            <a:r>
              <a:rPr lang="en-US" altLang="zh-CN" sz="2600" i="1"/>
              <a:t>w</a:t>
            </a:r>
            <a:r>
              <a:rPr lang="zh-CN" altLang="en-US" sz="2600"/>
              <a:t>的欧拉通路</a:t>
            </a:r>
            <a:r>
              <a:rPr lang="en-US" altLang="zh-CN" sz="2600"/>
              <a:t>/</a:t>
            </a:r>
            <a:r>
              <a:rPr lang="zh-CN" altLang="en-US" sz="2600"/>
              <a:t>欧拉回路</a:t>
            </a:r>
            <a:r>
              <a:rPr lang="en-US" altLang="zh-CN" sz="2600"/>
              <a:t>.</a:t>
            </a:r>
            <a:endParaRPr lang="en-US" altLang="zh-CN" sz="2600"/>
          </a:p>
          <a:p>
            <a:r>
              <a:rPr lang="zh-CN" altLang="en-US" sz="2600">
                <a:solidFill>
                  <a:schemeClr val="hlink"/>
                </a:solidFill>
              </a:rPr>
              <a:t>算法</a:t>
            </a:r>
            <a:r>
              <a:rPr lang="en-US" altLang="zh-CN" sz="2600">
                <a:solidFill>
                  <a:schemeClr val="hlink"/>
                </a:solidFill>
              </a:rPr>
              <a:t>:</a:t>
            </a:r>
            <a:r>
              <a:rPr lang="en-US" altLang="zh-CN" sz="2600"/>
              <a:t> (</a:t>
            </a:r>
            <a:r>
              <a:rPr lang="zh-CN" altLang="en-US" sz="2600"/>
              <a:t>下一页</a:t>
            </a:r>
            <a:r>
              <a:rPr lang="en-US" altLang="zh-CN" sz="2600"/>
              <a:t>)</a:t>
            </a:r>
            <a:endParaRPr lang="zh-CN" altLang="en-US" sz="2600"/>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en-US" altLang="zh-CN" b="0"/>
              <a:t>Fleury</a:t>
            </a:r>
            <a:r>
              <a:rPr lang="zh-CN" altLang="en-US" b="0"/>
              <a:t>算法</a:t>
            </a:r>
            <a:r>
              <a:rPr lang="en-US" altLang="zh-CN" b="0"/>
              <a:t>(</a:t>
            </a:r>
            <a:r>
              <a:rPr lang="zh-CN" altLang="en-US" b="0"/>
              <a:t>递归形式</a:t>
            </a:r>
            <a:r>
              <a:rPr lang="en-US" altLang="zh-CN" b="0"/>
              <a:t>)</a:t>
            </a:r>
            <a:endParaRPr lang="zh-CN" altLang="en-US" b="0"/>
          </a:p>
        </p:txBody>
      </p:sp>
      <p:sp>
        <p:nvSpPr>
          <p:cNvPr id="37890" name="Rectangle 3"/>
          <p:cNvSpPr>
            <a:spLocks noGrp="1"/>
          </p:cNvSpPr>
          <p:nvPr>
            <p:ph idx="1"/>
          </p:nvPr>
        </p:nvSpPr>
        <p:spPr/>
        <p:txBody>
          <a:bodyPr vert="horz" wrap="square" lIns="91440" tIns="45720" rIns="91440" bIns="45720" anchor="t" anchorCtr="0"/>
          <a:p>
            <a:pPr>
              <a:buNone/>
            </a:pPr>
            <a:r>
              <a:rPr lang="en-US" altLang="zh-CN"/>
              <a:t>(1) if d(</a:t>
            </a:r>
            <a:r>
              <a:rPr lang="en-US" altLang="zh-CN" i="1"/>
              <a:t>v</a:t>
            </a:r>
            <a:r>
              <a:rPr lang="en-US" altLang="zh-CN"/>
              <a:t>)&gt;1 then e:=</a:t>
            </a:r>
            <a:r>
              <a:rPr lang="en-US" altLang="zh-CN" i="1"/>
              <a:t>v</a:t>
            </a:r>
            <a:r>
              <a:rPr lang="zh-CN" altLang="en-US"/>
              <a:t>关联的任意非割边</a:t>
            </a:r>
            <a:endParaRPr lang="zh-CN" altLang="en-US"/>
          </a:p>
          <a:p>
            <a:pPr>
              <a:buNone/>
            </a:pPr>
            <a:r>
              <a:rPr lang="en-US" altLang="zh-CN"/>
              <a:t>(2)                else e:=</a:t>
            </a:r>
            <a:r>
              <a:rPr lang="en-US" altLang="zh-CN" i="1"/>
              <a:t>v</a:t>
            </a:r>
            <a:r>
              <a:rPr lang="zh-CN" altLang="en-US"/>
              <a:t>关联的唯一边</a:t>
            </a:r>
            <a:endParaRPr lang="zh-CN" altLang="en-US"/>
          </a:p>
          <a:p>
            <a:pPr>
              <a:buNone/>
            </a:pPr>
            <a:r>
              <a:rPr lang="en-US" altLang="zh-CN"/>
              <a:t>(3) </a:t>
            </a:r>
            <a:r>
              <a:rPr lang="en-US" altLang="zh-CN" i="1"/>
              <a:t>u</a:t>
            </a:r>
            <a:r>
              <a:rPr lang="en-US" altLang="zh-CN"/>
              <a:t>:=</a:t>
            </a:r>
            <a:r>
              <a:rPr lang="en-US" altLang="zh-CN" i="1"/>
              <a:t>e</a:t>
            </a:r>
            <a:r>
              <a:rPr lang="zh-CN" altLang="en-US"/>
              <a:t>的另一个端点</a:t>
            </a:r>
            <a:r>
              <a:rPr lang="en-US" altLang="zh-CN"/>
              <a:t>.</a:t>
            </a:r>
            <a:endParaRPr lang="en-US" altLang="zh-CN"/>
          </a:p>
          <a:p>
            <a:pPr>
              <a:buNone/>
            </a:pPr>
            <a:r>
              <a:rPr lang="en-US" altLang="zh-CN"/>
              <a:t>(4) </a:t>
            </a:r>
            <a:r>
              <a:rPr lang="zh-CN" altLang="en-US"/>
              <a:t>递归地求</a:t>
            </a:r>
            <a:r>
              <a:rPr lang="en-US" altLang="zh-CN"/>
              <a:t>G-</a:t>
            </a:r>
            <a:r>
              <a:rPr lang="en-US" altLang="zh-CN" i="1"/>
              <a:t>e</a:t>
            </a:r>
            <a:r>
              <a:rPr lang="zh-CN" altLang="en-US"/>
              <a:t>的从</a:t>
            </a:r>
            <a:r>
              <a:rPr lang="en-US" altLang="zh-CN" i="1"/>
              <a:t>u</a:t>
            </a:r>
            <a:r>
              <a:rPr lang="zh-CN" altLang="en-US"/>
              <a:t>到</a:t>
            </a:r>
            <a:r>
              <a:rPr lang="en-US" altLang="zh-CN" i="1"/>
              <a:t>w</a:t>
            </a:r>
            <a:r>
              <a:rPr lang="zh-CN" altLang="en-US"/>
              <a:t>的欧拉通路</a:t>
            </a:r>
            <a:endParaRPr lang="zh-CN" altLang="en-US"/>
          </a:p>
          <a:p>
            <a:pPr>
              <a:buNone/>
            </a:pPr>
            <a:r>
              <a:rPr lang="en-US" altLang="zh-CN"/>
              <a:t>(5) </a:t>
            </a:r>
            <a:r>
              <a:rPr lang="zh-CN" altLang="en-US"/>
              <a:t>把</a:t>
            </a:r>
            <a:r>
              <a:rPr lang="en-US" altLang="zh-CN" i="1"/>
              <a:t>e</a:t>
            </a:r>
            <a:r>
              <a:rPr lang="zh-CN" altLang="en-US"/>
              <a:t>接续在递归求出的通路上</a:t>
            </a:r>
            <a:endParaRPr lang="zh-CN" altLang="en-US"/>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en-US" altLang="zh-CN" b="0"/>
              <a:t>Fleury</a:t>
            </a:r>
            <a:r>
              <a:rPr lang="zh-CN" altLang="en-US" b="0"/>
              <a:t>算法</a:t>
            </a:r>
            <a:r>
              <a:rPr lang="en-US" altLang="zh-CN" b="0"/>
              <a:t>(</a:t>
            </a:r>
            <a:r>
              <a:rPr lang="zh-CN" altLang="en-US" b="0"/>
              <a:t>迭代形式</a:t>
            </a:r>
            <a:r>
              <a:rPr lang="en-US" altLang="zh-CN" b="0"/>
              <a:t>)</a:t>
            </a:r>
            <a:endParaRPr lang="zh-CN" altLang="en-US" b="0"/>
          </a:p>
        </p:txBody>
      </p:sp>
      <p:sp>
        <p:nvSpPr>
          <p:cNvPr id="38914" name="Rectangle 3"/>
          <p:cNvSpPr>
            <a:spLocks noGrp="1"/>
          </p:cNvSpPr>
          <p:nvPr>
            <p:ph idx="1"/>
          </p:nvPr>
        </p:nvSpPr>
        <p:spPr/>
        <p:txBody>
          <a:bodyPr vert="horz" wrap="square" lIns="91440" tIns="45720" rIns="91440" bIns="45720" anchor="t" anchorCtr="0"/>
          <a:p>
            <a:pPr>
              <a:buNone/>
            </a:pPr>
            <a:r>
              <a:rPr lang="en-US" altLang="zh-CN"/>
              <a:t>(1) P</a:t>
            </a:r>
            <a:r>
              <a:rPr lang="en-US" altLang="zh-CN" baseline="-25000"/>
              <a:t>0</a:t>
            </a:r>
            <a:r>
              <a:rPr lang="en-US" altLang="zh-CN"/>
              <a:t>:=</a:t>
            </a:r>
            <a:r>
              <a:rPr lang="en-US" altLang="zh-CN" i="1"/>
              <a:t>v</a:t>
            </a:r>
            <a:r>
              <a:rPr lang="en-US" altLang="zh-CN"/>
              <a:t>;</a:t>
            </a:r>
            <a:endParaRPr lang="en-US" altLang="zh-CN"/>
          </a:p>
          <a:p>
            <a:pPr>
              <a:buNone/>
            </a:pPr>
            <a:r>
              <a:rPr lang="en-US" altLang="zh-CN"/>
              <a:t>(2) </a:t>
            </a:r>
            <a:r>
              <a:rPr lang="zh-CN" altLang="en-US"/>
              <a:t>设</a:t>
            </a:r>
            <a:r>
              <a:rPr lang="en-US" altLang="zh-CN"/>
              <a:t>P</a:t>
            </a:r>
            <a:r>
              <a:rPr lang="en-US" altLang="zh-CN" i="1" baseline="-25000"/>
              <a:t>i</a:t>
            </a:r>
            <a:r>
              <a:rPr lang="en-US" altLang="zh-CN"/>
              <a:t>=</a:t>
            </a:r>
            <a:r>
              <a:rPr lang="en-US" altLang="zh-CN" i="1"/>
              <a:t>v</a:t>
            </a:r>
            <a:r>
              <a:rPr lang="en-US" altLang="zh-CN" baseline="-25000"/>
              <a:t>0</a:t>
            </a:r>
            <a:r>
              <a:rPr lang="en-US" altLang="zh-CN" i="1"/>
              <a:t>e</a:t>
            </a:r>
            <a:r>
              <a:rPr lang="en-US" altLang="zh-CN" baseline="-25000"/>
              <a:t>1</a:t>
            </a:r>
            <a:r>
              <a:rPr lang="en-US" altLang="zh-CN" i="1"/>
              <a:t>v</a:t>
            </a:r>
            <a:r>
              <a:rPr lang="en-US" altLang="zh-CN" baseline="-25000"/>
              <a:t>1</a:t>
            </a:r>
            <a:r>
              <a:rPr lang="en-US" altLang="zh-CN" i="1"/>
              <a:t>e</a:t>
            </a:r>
            <a:r>
              <a:rPr lang="en-US" altLang="zh-CN" baseline="-25000"/>
              <a:t>2</a:t>
            </a:r>
            <a:r>
              <a:rPr lang="en-US" altLang="zh-CN"/>
              <a:t>…</a:t>
            </a:r>
            <a:r>
              <a:rPr lang="en-US" altLang="zh-CN" i="1"/>
              <a:t>e</a:t>
            </a:r>
            <a:r>
              <a:rPr lang="en-US" altLang="zh-CN" i="1" baseline="-25000"/>
              <a:t>i</a:t>
            </a:r>
            <a:r>
              <a:rPr lang="en-US" altLang="zh-CN" i="1"/>
              <a:t>v</a:t>
            </a:r>
            <a:r>
              <a:rPr lang="en-US" altLang="zh-CN" i="1" baseline="-25000"/>
              <a:t>i</a:t>
            </a:r>
            <a:r>
              <a:rPr lang="zh-CN" altLang="en-US"/>
              <a:t>已经行遍</a:t>
            </a:r>
            <a:r>
              <a:rPr lang="en-US" altLang="zh-CN"/>
              <a:t>,</a:t>
            </a:r>
            <a:r>
              <a:rPr lang="zh-CN" altLang="en-US"/>
              <a:t>设</a:t>
            </a:r>
            <a:r>
              <a:rPr lang="en-US" altLang="zh-CN"/>
              <a:t>G</a:t>
            </a:r>
            <a:r>
              <a:rPr lang="en-US" altLang="zh-CN" i="1" baseline="-25000"/>
              <a:t>i</a:t>
            </a:r>
            <a:r>
              <a:rPr lang="en-US" altLang="zh-CN"/>
              <a:t>=G-{e</a:t>
            </a:r>
            <a:r>
              <a:rPr lang="en-US" altLang="zh-CN" baseline="-25000"/>
              <a:t>1</a:t>
            </a:r>
            <a:r>
              <a:rPr lang="en-US" altLang="zh-CN"/>
              <a:t>,e</a:t>
            </a:r>
            <a:r>
              <a:rPr lang="en-US" altLang="zh-CN" baseline="-25000"/>
              <a:t>2</a:t>
            </a:r>
            <a:r>
              <a:rPr lang="en-US" altLang="zh-CN"/>
              <a:t> ,… ,e</a:t>
            </a:r>
            <a:r>
              <a:rPr lang="en-US" altLang="zh-CN" i="1" baseline="-25000"/>
              <a:t>i</a:t>
            </a:r>
            <a:r>
              <a:rPr lang="en-US" altLang="zh-CN"/>
              <a:t>},</a:t>
            </a:r>
            <a:endParaRPr lang="en-US" altLang="zh-CN"/>
          </a:p>
          <a:p>
            <a:pPr>
              <a:buNone/>
            </a:pPr>
            <a:r>
              <a:rPr lang="en-US" altLang="zh-CN"/>
              <a:t>       e</a:t>
            </a:r>
            <a:r>
              <a:rPr lang="en-US" altLang="zh-CN" i="1" baseline="-25000"/>
              <a:t>i</a:t>
            </a:r>
            <a:r>
              <a:rPr lang="en-US" altLang="zh-CN" baseline="-25000"/>
              <a:t>+1</a:t>
            </a:r>
            <a:r>
              <a:rPr lang="en-US" altLang="zh-CN"/>
              <a:t>:= G</a:t>
            </a:r>
            <a:r>
              <a:rPr lang="en-US" altLang="zh-CN" i="1" baseline="-25000"/>
              <a:t>i</a:t>
            </a:r>
            <a:r>
              <a:rPr lang="zh-CN" altLang="en-US"/>
              <a:t>中满足如下</a:t>
            </a:r>
            <a:r>
              <a:rPr lang="en-US" altLang="zh-CN"/>
              <a:t>2</a:t>
            </a:r>
            <a:r>
              <a:rPr lang="zh-CN" altLang="en-US"/>
              <a:t>条件的边</a:t>
            </a:r>
            <a:r>
              <a:rPr lang="en-US" altLang="zh-CN"/>
              <a:t>:</a:t>
            </a:r>
            <a:endParaRPr lang="en-US" altLang="zh-CN"/>
          </a:p>
          <a:p>
            <a:pPr>
              <a:buNone/>
            </a:pPr>
            <a:r>
              <a:rPr lang="en-US" altLang="zh-CN"/>
              <a:t>     (a) e</a:t>
            </a:r>
            <a:r>
              <a:rPr lang="en-US" altLang="zh-CN" i="1" baseline="-25000"/>
              <a:t>i</a:t>
            </a:r>
            <a:r>
              <a:rPr lang="en-US" altLang="zh-CN" baseline="-25000"/>
              <a:t>+1</a:t>
            </a:r>
            <a:r>
              <a:rPr lang="zh-CN" altLang="en-US"/>
              <a:t>与</a:t>
            </a:r>
            <a:r>
              <a:rPr lang="en-US" altLang="zh-CN" i="1"/>
              <a:t>v</a:t>
            </a:r>
            <a:r>
              <a:rPr lang="en-US" altLang="zh-CN" i="1" baseline="-25000"/>
              <a:t>i</a:t>
            </a:r>
            <a:r>
              <a:rPr lang="zh-CN" altLang="en-US"/>
              <a:t>关联</a:t>
            </a:r>
            <a:endParaRPr lang="zh-CN" altLang="en-US"/>
          </a:p>
          <a:p>
            <a:pPr>
              <a:buNone/>
            </a:pPr>
            <a:r>
              <a:rPr lang="en-US" altLang="zh-CN"/>
              <a:t>     (b) </a:t>
            </a:r>
            <a:r>
              <a:rPr lang="zh-CN" altLang="en-US"/>
              <a:t>除非别无选择</a:t>
            </a:r>
            <a:r>
              <a:rPr lang="en-US" altLang="zh-CN"/>
              <a:t>,</a:t>
            </a:r>
            <a:r>
              <a:rPr lang="zh-CN" altLang="en-US"/>
              <a:t>否则</a:t>
            </a:r>
            <a:r>
              <a:rPr lang="en-US" altLang="zh-CN"/>
              <a:t>e</a:t>
            </a:r>
            <a:r>
              <a:rPr lang="en-US" altLang="zh-CN" i="1" baseline="-25000"/>
              <a:t>i</a:t>
            </a:r>
            <a:r>
              <a:rPr lang="en-US" altLang="zh-CN" baseline="-25000"/>
              <a:t>+1</a:t>
            </a:r>
            <a:r>
              <a:rPr lang="zh-CN" altLang="en-US"/>
              <a:t>不是</a:t>
            </a:r>
            <a:r>
              <a:rPr lang="en-US" altLang="zh-CN"/>
              <a:t>G</a:t>
            </a:r>
            <a:r>
              <a:rPr lang="en-US" altLang="zh-CN" i="1" baseline="-25000"/>
              <a:t>i</a:t>
            </a:r>
            <a:r>
              <a:rPr lang="zh-CN" altLang="en-US"/>
              <a:t>中的桥</a:t>
            </a:r>
            <a:endParaRPr lang="zh-CN" altLang="en-US"/>
          </a:p>
          <a:p>
            <a:pPr>
              <a:buNone/>
            </a:pPr>
            <a:r>
              <a:rPr lang="en-US" altLang="zh-CN"/>
              <a:t>(3) </a:t>
            </a:r>
            <a:r>
              <a:rPr lang="zh-CN" altLang="en-US"/>
              <a:t>若</a:t>
            </a:r>
            <a:r>
              <a:rPr lang="en-US" altLang="zh-CN"/>
              <a:t>G</a:t>
            </a:r>
            <a:r>
              <a:rPr lang="en-US" altLang="zh-CN" i="1" baseline="-25000"/>
              <a:t>i</a:t>
            </a:r>
            <a:r>
              <a:rPr lang="en-US" altLang="zh-CN"/>
              <a:t>≠N</a:t>
            </a:r>
            <a:r>
              <a:rPr lang="en-US" altLang="zh-CN" i="1" baseline="-25000"/>
              <a:t>i</a:t>
            </a:r>
            <a:r>
              <a:rPr lang="en-US" altLang="zh-CN"/>
              <a:t>, </a:t>
            </a:r>
            <a:r>
              <a:rPr lang="zh-CN" altLang="en-US"/>
              <a:t>则回到</a:t>
            </a:r>
            <a:r>
              <a:rPr lang="en-US" altLang="zh-CN"/>
              <a:t>(2); </a:t>
            </a:r>
            <a:r>
              <a:rPr lang="zh-CN" altLang="en-US"/>
              <a:t>否则算法停止</a:t>
            </a:r>
            <a:endParaRPr lang="zh-CN" altLang="en-US"/>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en-US" altLang="zh-CN" b="0"/>
              <a:t>Fleury</a:t>
            </a:r>
            <a:r>
              <a:rPr lang="zh-CN" altLang="en-US" b="0"/>
              <a:t>算法</a:t>
            </a:r>
            <a:r>
              <a:rPr lang="en-US" altLang="zh-CN" b="0"/>
              <a:t>(</a:t>
            </a:r>
            <a:r>
              <a:rPr lang="zh-CN" altLang="en-US" b="0"/>
              <a:t>举例</a:t>
            </a:r>
            <a:r>
              <a:rPr lang="en-US" altLang="zh-CN" b="0"/>
              <a:t>)</a:t>
            </a:r>
            <a:endParaRPr lang="zh-CN" altLang="en-US" b="0"/>
          </a:p>
        </p:txBody>
      </p:sp>
      <p:grpSp>
        <p:nvGrpSpPr>
          <p:cNvPr id="39939" name="Group 18"/>
          <p:cNvGrpSpPr/>
          <p:nvPr/>
        </p:nvGrpSpPr>
        <p:grpSpPr>
          <a:xfrm>
            <a:off x="65088" y="1341438"/>
            <a:ext cx="2058987" cy="1439862"/>
            <a:chOff x="540" y="1253"/>
            <a:chExt cx="1342" cy="952"/>
          </a:xfrm>
        </p:grpSpPr>
        <p:sp>
          <p:nvSpPr>
            <p:cNvPr id="39940" name="Oval 4"/>
            <p:cNvSpPr/>
            <p:nvPr/>
          </p:nvSpPr>
          <p:spPr>
            <a:xfrm>
              <a:off x="567" y="1253"/>
              <a:ext cx="136" cy="136"/>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41" name="Oval 5"/>
            <p:cNvSpPr/>
            <p:nvPr/>
          </p:nvSpPr>
          <p:spPr>
            <a:xfrm>
              <a:off x="1746" y="1253"/>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42" name="Line 6"/>
            <p:cNvSpPr/>
            <p:nvPr/>
          </p:nvSpPr>
          <p:spPr>
            <a:xfrm>
              <a:off x="703" y="1317"/>
              <a:ext cx="1043" cy="0"/>
            </a:xfrm>
            <a:prstGeom prst="line">
              <a:avLst/>
            </a:prstGeom>
            <a:ln w="28575" cap="flat" cmpd="sng">
              <a:solidFill>
                <a:schemeClr val="tx1"/>
              </a:solidFill>
              <a:prstDash val="solid"/>
              <a:round/>
              <a:headEnd type="none" w="med" len="med"/>
              <a:tailEnd type="none" w="med" len="med"/>
            </a:ln>
          </p:spPr>
        </p:sp>
        <p:sp>
          <p:nvSpPr>
            <p:cNvPr id="39943" name="Oval 7"/>
            <p:cNvSpPr/>
            <p:nvPr/>
          </p:nvSpPr>
          <p:spPr>
            <a:xfrm>
              <a:off x="1156" y="1253"/>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44" name="Line 8"/>
            <p:cNvSpPr/>
            <p:nvPr/>
          </p:nvSpPr>
          <p:spPr>
            <a:xfrm>
              <a:off x="703" y="2160"/>
              <a:ext cx="1043" cy="0"/>
            </a:xfrm>
            <a:prstGeom prst="line">
              <a:avLst/>
            </a:prstGeom>
            <a:ln w="28575" cap="flat" cmpd="sng">
              <a:solidFill>
                <a:schemeClr val="tx1"/>
              </a:solidFill>
              <a:prstDash val="solid"/>
              <a:round/>
              <a:headEnd type="none" w="med" len="med"/>
              <a:tailEnd type="none" w="med" len="med"/>
            </a:ln>
          </p:spPr>
        </p:sp>
        <p:sp>
          <p:nvSpPr>
            <p:cNvPr id="39945" name="Oval 9"/>
            <p:cNvSpPr/>
            <p:nvPr/>
          </p:nvSpPr>
          <p:spPr>
            <a:xfrm>
              <a:off x="567" y="206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46" name="Oval 10"/>
            <p:cNvSpPr/>
            <p:nvPr/>
          </p:nvSpPr>
          <p:spPr>
            <a:xfrm>
              <a:off x="1746" y="206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47" name="Line 11"/>
            <p:cNvSpPr/>
            <p:nvPr/>
          </p:nvSpPr>
          <p:spPr>
            <a:xfrm>
              <a:off x="612" y="1389"/>
              <a:ext cx="0" cy="726"/>
            </a:xfrm>
            <a:prstGeom prst="line">
              <a:avLst/>
            </a:prstGeom>
            <a:ln w="28575" cap="flat" cmpd="sng">
              <a:solidFill>
                <a:schemeClr val="tx1"/>
              </a:solidFill>
              <a:prstDash val="solid"/>
              <a:round/>
              <a:headEnd type="none" w="med" len="med"/>
              <a:tailEnd type="none" w="med" len="med"/>
            </a:ln>
          </p:spPr>
        </p:sp>
        <p:sp>
          <p:nvSpPr>
            <p:cNvPr id="39948" name="Line 12"/>
            <p:cNvSpPr/>
            <p:nvPr/>
          </p:nvSpPr>
          <p:spPr>
            <a:xfrm>
              <a:off x="1837" y="1389"/>
              <a:ext cx="0" cy="680"/>
            </a:xfrm>
            <a:prstGeom prst="line">
              <a:avLst/>
            </a:prstGeom>
            <a:ln w="28575" cap="flat" cmpd="sng">
              <a:solidFill>
                <a:schemeClr val="tx1"/>
              </a:solidFill>
              <a:prstDash val="solid"/>
              <a:round/>
              <a:headEnd type="none" w="med" len="med"/>
              <a:tailEnd type="none" w="med" len="med"/>
            </a:ln>
          </p:spPr>
        </p:sp>
        <p:sp>
          <p:nvSpPr>
            <p:cNvPr id="39949" name="Oval 13"/>
            <p:cNvSpPr/>
            <p:nvPr/>
          </p:nvSpPr>
          <p:spPr>
            <a:xfrm>
              <a:off x="540" y="1661"/>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50" name="Oval 14"/>
            <p:cNvSpPr/>
            <p:nvPr/>
          </p:nvSpPr>
          <p:spPr>
            <a:xfrm>
              <a:off x="1746" y="165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51" name="Line 15"/>
            <p:cNvSpPr/>
            <p:nvPr/>
          </p:nvSpPr>
          <p:spPr>
            <a:xfrm>
              <a:off x="657" y="1706"/>
              <a:ext cx="1089" cy="0"/>
            </a:xfrm>
            <a:prstGeom prst="line">
              <a:avLst/>
            </a:prstGeom>
            <a:ln w="28575" cap="flat" cmpd="sng">
              <a:solidFill>
                <a:schemeClr val="tx1"/>
              </a:solidFill>
              <a:prstDash val="solid"/>
              <a:round/>
              <a:headEnd type="none" w="med" len="med"/>
              <a:tailEnd type="none" w="med" len="med"/>
            </a:ln>
          </p:spPr>
        </p:sp>
        <p:sp>
          <p:nvSpPr>
            <p:cNvPr id="39952" name="Line 16"/>
            <p:cNvSpPr/>
            <p:nvPr/>
          </p:nvSpPr>
          <p:spPr>
            <a:xfrm flipV="1">
              <a:off x="657" y="1344"/>
              <a:ext cx="545" cy="317"/>
            </a:xfrm>
            <a:prstGeom prst="line">
              <a:avLst/>
            </a:prstGeom>
            <a:ln w="28575" cap="flat" cmpd="sng">
              <a:solidFill>
                <a:schemeClr val="tx1"/>
              </a:solidFill>
              <a:prstDash val="solid"/>
              <a:round/>
              <a:headEnd type="none" w="med" len="med"/>
              <a:tailEnd type="none" w="med" len="med"/>
            </a:ln>
          </p:spPr>
        </p:sp>
        <p:sp>
          <p:nvSpPr>
            <p:cNvPr id="39953" name="Line 17"/>
            <p:cNvSpPr/>
            <p:nvPr/>
          </p:nvSpPr>
          <p:spPr>
            <a:xfrm>
              <a:off x="1292" y="1344"/>
              <a:ext cx="499" cy="317"/>
            </a:xfrm>
            <a:prstGeom prst="line">
              <a:avLst/>
            </a:prstGeom>
            <a:ln w="28575" cap="flat" cmpd="sng">
              <a:solidFill>
                <a:schemeClr val="tx1"/>
              </a:solidFill>
              <a:prstDash val="solid"/>
              <a:round/>
              <a:headEnd type="none" w="med" len="med"/>
              <a:tailEnd type="none" w="med" len="med"/>
            </a:ln>
          </p:spPr>
        </p:sp>
      </p:grpSp>
      <p:grpSp>
        <p:nvGrpSpPr>
          <p:cNvPr id="39954" name="Group 49"/>
          <p:cNvGrpSpPr/>
          <p:nvPr/>
        </p:nvGrpSpPr>
        <p:grpSpPr>
          <a:xfrm>
            <a:off x="2411413" y="1341438"/>
            <a:ext cx="2016125" cy="1439862"/>
            <a:chOff x="2136" y="1026"/>
            <a:chExt cx="1334" cy="952"/>
          </a:xfrm>
        </p:grpSpPr>
        <p:sp>
          <p:nvSpPr>
            <p:cNvPr id="39955" name="Line 26"/>
            <p:cNvSpPr/>
            <p:nvPr/>
          </p:nvSpPr>
          <p:spPr>
            <a:xfrm>
              <a:off x="2200" y="1162"/>
              <a:ext cx="0" cy="272"/>
            </a:xfrm>
            <a:prstGeom prst="line">
              <a:avLst/>
            </a:prstGeom>
            <a:ln w="28575" cap="flat" cmpd="sng">
              <a:solidFill>
                <a:schemeClr val="hlink"/>
              </a:solidFill>
              <a:prstDash val="solid"/>
              <a:round/>
              <a:headEnd type="none" w="med" len="med"/>
              <a:tailEnd type="none" w="med" len="med"/>
            </a:ln>
          </p:spPr>
        </p:sp>
        <p:sp>
          <p:nvSpPr>
            <p:cNvPr id="39956" name="Oval 19"/>
            <p:cNvSpPr/>
            <p:nvPr/>
          </p:nvSpPr>
          <p:spPr>
            <a:xfrm>
              <a:off x="2136" y="1389"/>
              <a:ext cx="136" cy="136"/>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57" name="Oval 20"/>
            <p:cNvSpPr/>
            <p:nvPr/>
          </p:nvSpPr>
          <p:spPr>
            <a:xfrm>
              <a:off x="3334"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58" name="Line 21"/>
            <p:cNvSpPr/>
            <p:nvPr/>
          </p:nvSpPr>
          <p:spPr>
            <a:xfrm>
              <a:off x="2291" y="1090"/>
              <a:ext cx="1043" cy="0"/>
            </a:xfrm>
            <a:prstGeom prst="line">
              <a:avLst/>
            </a:prstGeom>
            <a:ln w="28575" cap="flat" cmpd="sng">
              <a:solidFill>
                <a:schemeClr val="tx1"/>
              </a:solidFill>
              <a:prstDash val="solid"/>
              <a:round/>
              <a:headEnd type="none" w="med" len="med"/>
              <a:tailEnd type="none" w="med" len="med"/>
            </a:ln>
          </p:spPr>
        </p:sp>
        <p:sp>
          <p:nvSpPr>
            <p:cNvPr id="39959" name="Oval 22"/>
            <p:cNvSpPr/>
            <p:nvPr/>
          </p:nvSpPr>
          <p:spPr>
            <a:xfrm>
              <a:off x="2744"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60" name="Line 23"/>
            <p:cNvSpPr/>
            <p:nvPr/>
          </p:nvSpPr>
          <p:spPr>
            <a:xfrm>
              <a:off x="2291" y="1933"/>
              <a:ext cx="1043" cy="0"/>
            </a:xfrm>
            <a:prstGeom prst="line">
              <a:avLst/>
            </a:prstGeom>
            <a:ln w="28575" cap="flat" cmpd="sng">
              <a:solidFill>
                <a:schemeClr val="tx1"/>
              </a:solidFill>
              <a:prstDash val="solid"/>
              <a:round/>
              <a:headEnd type="none" w="med" len="med"/>
              <a:tailEnd type="none" w="med" len="med"/>
            </a:ln>
          </p:spPr>
        </p:sp>
        <p:sp>
          <p:nvSpPr>
            <p:cNvPr id="39961" name="Oval 24"/>
            <p:cNvSpPr/>
            <p:nvPr/>
          </p:nvSpPr>
          <p:spPr>
            <a:xfrm>
              <a:off x="2155"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62" name="Oval 25"/>
            <p:cNvSpPr/>
            <p:nvPr/>
          </p:nvSpPr>
          <p:spPr>
            <a:xfrm>
              <a:off x="3334"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63" name="Line 27"/>
            <p:cNvSpPr/>
            <p:nvPr/>
          </p:nvSpPr>
          <p:spPr>
            <a:xfrm>
              <a:off x="3425" y="1162"/>
              <a:ext cx="0" cy="680"/>
            </a:xfrm>
            <a:prstGeom prst="line">
              <a:avLst/>
            </a:prstGeom>
            <a:ln w="28575" cap="flat" cmpd="sng">
              <a:solidFill>
                <a:schemeClr val="tx1"/>
              </a:solidFill>
              <a:prstDash val="solid"/>
              <a:round/>
              <a:headEnd type="none" w="med" len="med"/>
              <a:tailEnd type="none" w="med" len="med"/>
            </a:ln>
          </p:spPr>
        </p:sp>
        <p:sp>
          <p:nvSpPr>
            <p:cNvPr id="39964" name="Oval 28"/>
            <p:cNvSpPr/>
            <p:nvPr/>
          </p:nvSpPr>
          <p:spPr>
            <a:xfrm>
              <a:off x="2154"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65" name="Oval 29"/>
            <p:cNvSpPr/>
            <p:nvPr/>
          </p:nvSpPr>
          <p:spPr>
            <a:xfrm>
              <a:off x="3334" y="1425"/>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66" name="Line 30"/>
            <p:cNvSpPr/>
            <p:nvPr/>
          </p:nvSpPr>
          <p:spPr>
            <a:xfrm>
              <a:off x="2245" y="1479"/>
              <a:ext cx="1089" cy="0"/>
            </a:xfrm>
            <a:prstGeom prst="line">
              <a:avLst/>
            </a:prstGeom>
            <a:ln w="28575" cap="flat" cmpd="sng">
              <a:solidFill>
                <a:schemeClr val="tx1"/>
              </a:solidFill>
              <a:prstDash val="solid"/>
              <a:round/>
              <a:headEnd type="none" w="med" len="med"/>
              <a:tailEnd type="none" w="med" len="med"/>
            </a:ln>
          </p:spPr>
        </p:sp>
        <p:sp>
          <p:nvSpPr>
            <p:cNvPr id="39967" name="Line 31"/>
            <p:cNvSpPr/>
            <p:nvPr/>
          </p:nvSpPr>
          <p:spPr>
            <a:xfrm flipV="1">
              <a:off x="2245" y="1117"/>
              <a:ext cx="545" cy="317"/>
            </a:xfrm>
            <a:prstGeom prst="line">
              <a:avLst/>
            </a:prstGeom>
            <a:ln w="28575" cap="flat" cmpd="sng">
              <a:solidFill>
                <a:schemeClr val="tx1"/>
              </a:solidFill>
              <a:prstDash val="solid"/>
              <a:round/>
              <a:headEnd type="none" w="med" len="med"/>
              <a:tailEnd type="none" w="med" len="med"/>
            </a:ln>
          </p:spPr>
        </p:sp>
        <p:sp>
          <p:nvSpPr>
            <p:cNvPr id="39968" name="Line 32"/>
            <p:cNvSpPr/>
            <p:nvPr/>
          </p:nvSpPr>
          <p:spPr>
            <a:xfrm>
              <a:off x="2880" y="1117"/>
              <a:ext cx="499" cy="317"/>
            </a:xfrm>
            <a:prstGeom prst="line">
              <a:avLst/>
            </a:prstGeom>
            <a:ln w="28575" cap="flat" cmpd="sng">
              <a:solidFill>
                <a:schemeClr val="tx1"/>
              </a:solidFill>
              <a:prstDash val="solid"/>
              <a:round/>
              <a:headEnd type="none" w="med" len="med"/>
              <a:tailEnd type="none" w="med" len="med"/>
            </a:ln>
          </p:spPr>
        </p:sp>
        <p:sp>
          <p:nvSpPr>
            <p:cNvPr id="39969" name="Line 33"/>
            <p:cNvSpPr/>
            <p:nvPr/>
          </p:nvSpPr>
          <p:spPr>
            <a:xfrm>
              <a:off x="2200" y="1525"/>
              <a:ext cx="0" cy="317"/>
            </a:xfrm>
            <a:prstGeom prst="line">
              <a:avLst/>
            </a:prstGeom>
            <a:ln w="28575" cap="flat" cmpd="sng">
              <a:solidFill>
                <a:schemeClr val="tx1"/>
              </a:solidFill>
              <a:prstDash val="solid"/>
              <a:round/>
              <a:headEnd type="none" w="med" len="med"/>
              <a:tailEnd type="none" w="med" len="med"/>
            </a:ln>
          </p:spPr>
        </p:sp>
      </p:grpSp>
      <p:grpSp>
        <p:nvGrpSpPr>
          <p:cNvPr id="39970" name="Group 50"/>
          <p:cNvGrpSpPr/>
          <p:nvPr/>
        </p:nvGrpSpPr>
        <p:grpSpPr>
          <a:xfrm>
            <a:off x="4716463" y="1341438"/>
            <a:ext cx="2017712" cy="1439862"/>
            <a:chOff x="3923" y="1026"/>
            <a:chExt cx="1361" cy="952"/>
          </a:xfrm>
        </p:grpSpPr>
        <p:sp>
          <p:nvSpPr>
            <p:cNvPr id="39971" name="Line 37"/>
            <p:cNvSpPr/>
            <p:nvPr/>
          </p:nvSpPr>
          <p:spPr>
            <a:xfrm>
              <a:off x="4105" y="1090"/>
              <a:ext cx="1043" cy="0"/>
            </a:xfrm>
            <a:prstGeom prst="line">
              <a:avLst/>
            </a:prstGeom>
            <a:ln w="28575" cap="flat" cmpd="sng">
              <a:solidFill>
                <a:schemeClr val="tx1"/>
              </a:solidFill>
              <a:prstDash val="solid"/>
              <a:round/>
              <a:headEnd type="none" w="med" len="med"/>
              <a:tailEnd type="none" w="med" len="med"/>
            </a:ln>
          </p:spPr>
        </p:sp>
        <p:sp>
          <p:nvSpPr>
            <p:cNvPr id="39972" name="Line 34"/>
            <p:cNvSpPr/>
            <p:nvPr/>
          </p:nvSpPr>
          <p:spPr>
            <a:xfrm>
              <a:off x="4014" y="1162"/>
              <a:ext cx="0" cy="272"/>
            </a:xfrm>
            <a:prstGeom prst="line">
              <a:avLst/>
            </a:prstGeom>
            <a:ln w="28575" cap="flat" cmpd="sng">
              <a:solidFill>
                <a:schemeClr val="hlink"/>
              </a:solidFill>
              <a:prstDash val="solid"/>
              <a:round/>
              <a:headEnd type="none" w="med" len="med"/>
              <a:tailEnd type="none" w="med" len="med"/>
            </a:ln>
          </p:spPr>
        </p:sp>
        <p:sp>
          <p:nvSpPr>
            <p:cNvPr id="39973" name="Oval 35"/>
            <p:cNvSpPr/>
            <p:nvPr/>
          </p:nvSpPr>
          <p:spPr>
            <a:xfrm>
              <a:off x="4558" y="1026"/>
              <a:ext cx="136" cy="136"/>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74" name="Oval 36"/>
            <p:cNvSpPr/>
            <p:nvPr/>
          </p:nvSpPr>
          <p:spPr>
            <a:xfrm>
              <a:off x="5148"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75" name="Oval 38"/>
            <p:cNvSpPr/>
            <p:nvPr/>
          </p:nvSpPr>
          <p:spPr>
            <a:xfrm>
              <a:off x="3923" y="138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76" name="Line 39"/>
            <p:cNvSpPr/>
            <p:nvPr/>
          </p:nvSpPr>
          <p:spPr>
            <a:xfrm>
              <a:off x="4105" y="1933"/>
              <a:ext cx="1043" cy="0"/>
            </a:xfrm>
            <a:prstGeom prst="line">
              <a:avLst/>
            </a:prstGeom>
            <a:ln w="28575" cap="flat" cmpd="sng">
              <a:solidFill>
                <a:schemeClr val="tx1"/>
              </a:solidFill>
              <a:prstDash val="solid"/>
              <a:round/>
              <a:headEnd type="none" w="med" len="med"/>
              <a:tailEnd type="none" w="med" len="med"/>
            </a:ln>
          </p:spPr>
        </p:sp>
        <p:sp>
          <p:nvSpPr>
            <p:cNvPr id="39977" name="Oval 40"/>
            <p:cNvSpPr/>
            <p:nvPr/>
          </p:nvSpPr>
          <p:spPr>
            <a:xfrm>
              <a:off x="3969"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78" name="Oval 41"/>
            <p:cNvSpPr/>
            <p:nvPr/>
          </p:nvSpPr>
          <p:spPr>
            <a:xfrm>
              <a:off x="5148"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79" name="Line 42"/>
            <p:cNvSpPr/>
            <p:nvPr/>
          </p:nvSpPr>
          <p:spPr>
            <a:xfrm>
              <a:off x="5239" y="1162"/>
              <a:ext cx="0" cy="680"/>
            </a:xfrm>
            <a:prstGeom prst="line">
              <a:avLst/>
            </a:prstGeom>
            <a:ln w="28575" cap="flat" cmpd="sng">
              <a:solidFill>
                <a:schemeClr val="tx1"/>
              </a:solidFill>
              <a:prstDash val="solid"/>
              <a:round/>
              <a:headEnd type="none" w="med" len="med"/>
              <a:tailEnd type="none" w="med" len="med"/>
            </a:ln>
          </p:spPr>
        </p:sp>
        <p:sp>
          <p:nvSpPr>
            <p:cNvPr id="39980" name="Oval 43"/>
            <p:cNvSpPr/>
            <p:nvPr/>
          </p:nvSpPr>
          <p:spPr>
            <a:xfrm>
              <a:off x="3968"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81" name="Oval 44"/>
            <p:cNvSpPr/>
            <p:nvPr/>
          </p:nvSpPr>
          <p:spPr>
            <a:xfrm>
              <a:off x="5148" y="1425"/>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82" name="Line 45"/>
            <p:cNvSpPr/>
            <p:nvPr/>
          </p:nvSpPr>
          <p:spPr>
            <a:xfrm>
              <a:off x="4059" y="1479"/>
              <a:ext cx="1089" cy="0"/>
            </a:xfrm>
            <a:prstGeom prst="line">
              <a:avLst/>
            </a:prstGeom>
            <a:ln w="28575" cap="flat" cmpd="sng">
              <a:solidFill>
                <a:schemeClr val="tx1"/>
              </a:solidFill>
              <a:prstDash val="solid"/>
              <a:round/>
              <a:headEnd type="none" w="med" len="med"/>
              <a:tailEnd type="none" w="med" len="med"/>
            </a:ln>
          </p:spPr>
        </p:sp>
        <p:sp>
          <p:nvSpPr>
            <p:cNvPr id="39983" name="Line 46"/>
            <p:cNvSpPr/>
            <p:nvPr/>
          </p:nvSpPr>
          <p:spPr>
            <a:xfrm flipV="1">
              <a:off x="4059" y="1117"/>
              <a:ext cx="545" cy="317"/>
            </a:xfrm>
            <a:prstGeom prst="line">
              <a:avLst/>
            </a:prstGeom>
            <a:ln w="28575" cap="flat" cmpd="sng">
              <a:solidFill>
                <a:schemeClr val="hlink"/>
              </a:solidFill>
              <a:prstDash val="solid"/>
              <a:round/>
              <a:headEnd type="none" w="med" len="med"/>
              <a:tailEnd type="none" w="med" len="med"/>
            </a:ln>
          </p:spPr>
        </p:sp>
        <p:sp>
          <p:nvSpPr>
            <p:cNvPr id="39984" name="Line 47"/>
            <p:cNvSpPr/>
            <p:nvPr/>
          </p:nvSpPr>
          <p:spPr>
            <a:xfrm>
              <a:off x="4694" y="1117"/>
              <a:ext cx="499" cy="317"/>
            </a:xfrm>
            <a:prstGeom prst="line">
              <a:avLst/>
            </a:prstGeom>
            <a:ln w="28575" cap="flat" cmpd="sng">
              <a:solidFill>
                <a:schemeClr val="tx1"/>
              </a:solidFill>
              <a:prstDash val="solid"/>
              <a:round/>
              <a:headEnd type="none" w="med" len="med"/>
              <a:tailEnd type="none" w="med" len="med"/>
            </a:ln>
          </p:spPr>
        </p:sp>
        <p:sp>
          <p:nvSpPr>
            <p:cNvPr id="39985" name="Line 48"/>
            <p:cNvSpPr/>
            <p:nvPr/>
          </p:nvSpPr>
          <p:spPr>
            <a:xfrm>
              <a:off x="4014" y="1525"/>
              <a:ext cx="0" cy="317"/>
            </a:xfrm>
            <a:prstGeom prst="line">
              <a:avLst/>
            </a:prstGeom>
            <a:ln w="28575" cap="flat" cmpd="sng">
              <a:solidFill>
                <a:schemeClr val="tx1"/>
              </a:solidFill>
              <a:prstDash val="solid"/>
              <a:round/>
              <a:headEnd type="none" w="med" len="med"/>
              <a:tailEnd type="none" w="med" len="med"/>
            </a:ln>
          </p:spPr>
        </p:sp>
      </p:grpSp>
      <p:grpSp>
        <p:nvGrpSpPr>
          <p:cNvPr id="39986" name="Group 51"/>
          <p:cNvGrpSpPr/>
          <p:nvPr/>
        </p:nvGrpSpPr>
        <p:grpSpPr>
          <a:xfrm>
            <a:off x="6948488" y="1341438"/>
            <a:ext cx="2016125" cy="1439862"/>
            <a:chOff x="3923" y="1026"/>
            <a:chExt cx="1361" cy="952"/>
          </a:xfrm>
        </p:grpSpPr>
        <p:sp>
          <p:nvSpPr>
            <p:cNvPr id="39987" name="Line 52"/>
            <p:cNvSpPr/>
            <p:nvPr/>
          </p:nvSpPr>
          <p:spPr>
            <a:xfrm>
              <a:off x="4105" y="1090"/>
              <a:ext cx="1043" cy="0"/>
            </a:xfrm>
            <a:prstGeom prst="line">
              <a:avLst/>
            </a:prstGeom>
            <a:ln w="28575" cap="flat" cmpd="sng">
              <a:solidFill>
                <a:schemeClr val="tx1"/>
              </a:solidFill>
              <a:prstDash val="solid"/>
              <a:round/>
              <a:headEnd type="none" w="med" len="med"/>
              <a:tailEnd type="none" w="med" len="med"/>
            </a:ln>
          </p:spPr>
        </p:sp>
        <p:sp>
          <p:nvSpPr>
            <p:cNvPr id="39988" name="Line 53"/>
            <p:cNvSpPr/>
            <p:nvPr/>
          </p:nvSpPr>
          <p:spPr>
            <a:xfrm>
              <a:off x="4014" y="1162"/>
              <a:ext cx="0" cy="272"/>
            </a:xfrm>
            <a:prstGeom prst="line">
              <a:avLst/>
            </a:prstGeom>
            <a:ln w="28575" cap="flat" cmpd="sng">
              <a:solidFill>
                <a:schemeClr val="hlink"/>
              </a:solidFill>
              <a:prstDash val="solid"/>
              <a:round/>
              <a:headEnd type="none" w="med" len="med"/>
              <a:tailEnd type="none" w="med" len="med"/>
            </a:ln>
          </p:spPr>
        </p:sp>
        <p:sp>
          <p:nvSpPr>
            <p:cNvPr id="39989" name="Oval 54"/>
            <p:cNvSpPr/>
            <p:nvPr/>
          </p:nvSpPr>
          <p:spPr>
            <a:xfrm>
              <a:off x="4558"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90" name="Oval 55"/>
            <p:cNvSpPr/>
            <p:nvPr/>
          </p:nvSpPr>
          <p:spPr>
            <a:xfrm>
              <a:off x="5148"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91" name="Oval 56"/>
            <p:cNvSpPr/>
            <p:nvPr/>
          </p:nvSpPr>
          <p:spPr>
            <a:xfrm>
              <a:off x="3923" y="138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92" name="Line 57"/>
            <p:cNvSpPr/>
            <p:nvPr/>
          </p:nvSpPr>
          <p:spPr>
            <a:xfrm>
              <a:off x="4105" y="1933"/>
              <a:ext cx="1043" cy="0"/>
            </a:xfrm>
            <a:prstGeom prst="line">
              <a:avLst/>
            </a:prstGeom>
            <a:ln w="28575" cap="flat" cmpd="sng">
              <a:solidFill>
                <a:schemeClr val="tx1"/>
              </a:solidFill>
              <a:prstDash val="solid"/>
              <a:round/>
              <a:headEnd type="none" w="med" len="med"/>
              <a:tailEnd type="none" w="med" len="med"/>
            </a:ln>
          </p:spPr>
        </p:sp>
        <p:sp>
          <p:nvSpPr>
            <p:cNvPr id="39993" name="Oval 58"/>
            <p:cNvSpPr/>
            <p:nvPr/>
          </p:nvSpPr>
          <p:spPr>
            <a:xfrm>
              <a:off x="3969"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94" name="Oval 59"/>
            <p:cNvSpPr/>
            <p:nvPr/>
          </p:nvSpPr>
          <p:spPr>
            <a:xfrm>
              <a:off x="5148"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95" name="Line 60"/>
            <p:cNvSpPr/>
            <p:nvPr/>
          </p:nvSpPr>
          <p:spPr>
            <a:xfrm>
              <a:off x="5239" y="1162"/>
              <a:ext cx="0" cy="680"/>
            </a:xfrm>
            <a:prstGeom prst="line">
              <a:avLst/>
            </a:prstGeom>
            <a:ln w="28575" cap="flat" cmpd="sng">
              <a:solidFill>
                <a:schemeClr val="tx1"/>
              </a:solidFill>
              <a:prstDash val="solid"/>
              <a:round/>
              <a:headEnd type="none" w="med" len="med"/>
              <a:tailEnd type="none" w="med" len="med"/>
            </a:ln>
          </p:spPr>
        </p:sp>
        <p:sp>
          <p:nvSpPr>
            <p:cNvPr id="39996" name="Oval 61"/>
            <p:cNvSpPr/>
            <p:nvPr/>
          </p:nvSpPr>
          <p:spPr>
            <a:xfrm>
              <a:off x="3968"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97" name="Oval 62"/>
            <p:cNvSpPr/>
            <p:nvPr/>
          </p:nvSpPr>
          <p:spPr>
            <a:xfrm>
              <a:off x="5148" y="1425"/>
              <a:ext cx="136" cy="136"/>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9998" name="Line 63"/>
            <p:cNvSpPr/>
            <p:nvPr/>
          </p:nvSpPr>
          <p:spPr>
            <a:xfrm>
              <a:off x="4059" y="1479"/>
              <a:ext cx="1089" cy="0"/>
            </a:xfrm>
            <a:prstGeom prst="line">
              <a:avLst/>
            </a:prstGeom>
            <a:ln w="28575" cap="flat" cmpd="sng">
              <a:solidFill>
                <a:schemeClr val="tx1"/>
              </a:solidFill>
              <a:prstDash val="solid"/>
              <a:round/>
              <a:headEnd type="none" w="med" len="med"/>
              <a:tailEnd type="none" w="med" len="med"/>
            </a:ln>
          </p:spPr>
        </p:sp>
        <p:sp>
          <p:nvSpPr>
            <p:cNvPr id="39999" name="Line 64"/>
            <p:cNvSpPr/>
            <p:nvPr/>
          </p:nvSpPr>
          <p:spPr>
            <a:xfrm flipV="1">
              <a:off x="4059" y="1117"/>
              <a:ext cx="545" cy="317"/>
            </a:xfrm>
            <a:prstGeom prst="line">
              <a:avLst/>
            </a:prstGeom>
            <a:ln w="28575" cap="flat" cmpd="sng">
              <a:solidFill>
                <a:schemeClr val="hlink"/>
              </a:solidFill>
              <a:prstDash val="solid"/>
              <a:round/>
              <a:headEnd type="none" w="med" len="med"/>
              <a:tailEnd type="none" w="med" len="med"/>
            </a:ln>
          </p:spPr>
        </p:sp>
        <p:sp>
          <p:nvSpPr>
            <p:cNvPr id="40000" name="Line 65"/>
            <p:cNvSpPr/>
            <p:nvPr/>
          </p:nvSpPr>
          <p:spPr>
            <a:xfrm>
              <a:off x="4694" y="1117"/>
              <a:ext cx="499" cy="317"/>
            </a:xfrm>
            <a:prstGeom prst="line">
              <a:avLst/>
            </a:prstGeom>
            <a:ln w="28575" cap="flat" cmpd="sng">
              <a:solidFill>
                <a:schemeClr val="hlink"/>
              </a:solidFill>
              <a:prstDash val="solid"/>
              <a:round/>
              <a:headEnd type="none" w="med" len="med"/>
              <a:tailEnd type="none" w="med" len="med"/>
            </a:ln>
          </p:spPr>
        </p:sp>
        <p:sp>
          <p:nvSpPr>
            <p:cNvPr id="40001" name="Line 66"/>
            <p:cNvSpPr/>
            <p:nvPr/>
          </p:nvSpPr>
          <p:spPr>
            <a:xfrm>
              <a:off x="4014" y="1525"/>
              <a:ext cx="0" cy="317"/>
            </a:xfrm>
            <a:prstGeom prst="line">
              <a:avLst/>
            </a:prstGeom>
            <a:ln w="28575" cap="flat" cmpd="sng">
              <a:solidFill>
                <a:schemeClr val="tx1"/>
              </a:solidFill>
              <a:prstDash val="solid"/>
              <a:round/>
              <a:headEnd type="none" w="med" len="med"/>
              <a:tailEnd type="none" w="med" len="med"/>
            </a:ln>
          </p:spPr>
        </p:sp>
      </p:grpSp>
      <p:grpSp>
        <p:nvGrpSpPr>
          <p:cNvPr id="40002" name="Group 84"/>
          <p:cNvGrpSpPr/>
          <p:nvPr/>
        </p:nvGrpSpPr>
        <p:grpSpPr>
          <a:xfrm>
            <a:off x="107950" y="2997200"/>
            <a:ext cx="1987550" cy="1439863"/>
            <a:chOff x="18" y="1888"/>
            <a:chExt cx="1252" cy="907"/>
          </a:xfrm>
        </p:grpSpPr>
        <p:sp>
          <p:nvSpPr>
            <p:cNvPr id="40003" name="Line 68"/>
            <p:cNvSpPr/>
            <p:nvPr/>
          </p:nvSpPr>
          <p:spPr>
            <a:xfrm>
              <a:off x="170" y="1949"/>
              <a:ext cx="973" cy="0"/>
            </a:xfrm>
            <a:prstGeom prst="line">
              <a:avLst/>
            </a:prstGeom>
            <a:ln w="28575" cap="flat" cmpd="sng">
              <a:solidFill>
                <a:schemeClr val="tx1"/>
              </a:solidFill>
              <a:prstDash val="solid"/>
              <a:round/>
              <a:headEnd type="none" w="med" len="med"/>
              <a:tailEnd type="none" w="med" len="med"/>
            </a:ln>
          </p:spPr>
        </p:sp>
        <p:sp>
          <p:nvSpPr>
            <p:cNvPr id="40004" name="Line 69"/>
            <p:cNvSpPr/>
            <p:nvPr/>
          </p:nvSpPr>
          <p:spPr>
            <a:xfrm>
              <a:off x="85" y="2018"/>
              <a:ext cx="0" cy="259"/>
            </a:xfrm>
            <a:prstGeom prst="line">
              <a:avLst/>
            </a:prstGeom>
            <a:ln w="28575" cap="flat" cmpd="sng">
              <a:solidFill>
                <a:schemeClr val="hlink"/>
              </a:solidFill>
              <a:prstDash val="solid"/>
              <a:round/>
              <a:headEnd type="none" w="med" len="med"/>
              <a:tailEnd type="none" w="med" len="med"/>
            </a:ln>
          </p:spPr>
        </p:sp>
        <p:sp>
          <p:nvSpPr>
            <p:cNvPr id="40005" name="Oval 70"/>
            <p:cNvSpPr/>
            <p:nvPr/>
          </p:nvSpPr>
          <p:spPr>
            <a:xfrm>
              <a:off x="593" y="1888"/>
              <a:ext cx="126"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06" name="Oval 71"/>
            <p:cNvSpPr/>
            <p:nvPr/>
          </p:nvSpPr>
          <p:spPr>
            <a:xfrm>
              <a:off x="114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07" name="Oval 72"/>
            <p:cNvSpPr/>
            <p:nvPr/>
          </p:nvSpPr>
          <p:spPr>
            <a:xfrm>
              <a:off x="1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08" name="Line 73"/>
            <p:cNvSpPr/>
            <p:nvPr/>
          </p:nvSpPr>
          <p:spPr>
            <a:xfrm>
              <a:off x="170" y="2752"/>
              <a:ext cx="973" cy="0"/>
            </a:xfrm>
            <a:prstGeom prst="line">
              <a:avLst/>
            </a:prstGeom>
            <a:ln w="28575" cap="flat" cmpd="sng">
              <a:solidFill>
                <a:schemeClr val="tx1"/>
              </a:solidFill>
              <a:prstDash val="solid"/>
              <a:round/>
              <a:headEnd type="none" w="med" len="med"/>
              <a:tailEnd type="none" w="med" len="med"/>
            </a:ln>
          </p:spPr>
        </p:sp>
        <p:sp>
          <p:nvSpPr>
            <p:cNvPr id="40009" name="Oval 74"/>
            <p:cNvSpPr/>
            <p:nvPr/>
          </p:nvSpPr>
          <p:spPr>
            <a:xfrm>
              <a:off x="4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10" name="Oval 75"/>
            <p:cNvSpPr/>
            <p:nvPr/>
          </p:nvSpPr>
          <p:spPr>
            <a:xfrm>
              <a:off x="1143" y="2665"/>
              <a:ext cx="127" cy="130"/>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11" name="Line 76"/>
            <p:cNvSpPr/>
            <p:nvPr/>
          </p:nvSpPr>
          <p:spPr>
            <a:xfrm>
              <a:off x="1228" y="2387"/>
              <a:ext cx="0" cy="278"/>
            </a:xfrm>
            <a:prstGeom prst="line">
              <a:avLst/>
            </a:prstGeom>
            <a:ln w="28575" cap="flat" cmpd="sng">
              <a:solidFill>
                <a:schemeClr val="hlink"/>
              </a:solidFill>
              <a:prstDash val="solid"/>
              <a:round/>
              <a:headEnd type="none" w="med" len="med"/>
              <a:tailEnd type="none" w="med" len="med"/>
            </a:ln>
          </p:spPr>
        </p:sp>
        <p:sp>
          <p:nvSpPr>
            <p:cNvPr id="40012" name="Oval 77"/>
            <p:cNvSpPr/>
            <p:nvPr/>
          </p:nvSpPr>
          <p:spPr>
            <a:xfrm>
              <a:off x="4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13" name="Oval 78"/>
            <p:cNvSpPr/>
            <p:nvPr/>
          </p:nvSpPr>
          <p:spPr>
            <a:xfrm>
              <a:off x="1143" y="226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14" name="Line 79"/>
            <p:cNvSpPr/>
            <p:nvPr/>
          </p:nvSpPr>
          <p:spPr>
            <a:xfrm>
              <a:off x="127" y="2320"/>
              <a:ext cx="1016" cy="0"/>
            </a:xfrm>
            <a:prstGeom prst="line">
              <a:avLst/>
            </a:prstGeom>
            <a:ln w="28575" cap="flat" cmpd="sng">
              <a:solidFill>
                <a:schemeClr val="tx1"/>
              </a:solidFill>
              <a:prstDash val="solid"/>
              <a:round/>
              <a:headEnd type="none" w="med" len="med"/>
              <a:tailEnd type="none" w="med" len="med"/>
            </a:ln>
          </p:spPr>
        </p:sp>
        <p:sp>
          <p:nvSpPr>
            <p:cNvPr id="40015" name="Line 80"/>
            <p:cNvSpPr/>
            <p:nvPr/>
          </p:nvSpPr>
          <p:spPr>
            <a:xfrm flipV="1">
              <a:off x="127" y="1975"/>
              <a:ext cx="508" cy="302"/>
            </a:xfrm>
            <a:prstGeom prst="line">
              <a:avLst/>
            </a:prstGeom>
            <a:ln w="28575" cap="flat" cmpd="sng">
              <a:solidFill>
                <a:schemeClr val="hlink"/>
              </a:solidFill>
              <a:prstDash val="solid"/>
              <a:round/>
              <a:headEnd type="none" w="med" len="med"/>
              <a:tailEnd type="none" w="med" len="med"/>
            </a:ln>
          </p:spPr>
        </p:sp>
        <p:sp>
          <p:nvSpPr>
            <p:cNvPr id="40016" name="Line 81"/>
            <p:cNvSpPr/>
            <p:nvPr/>
          </p:nvSpPr>
          <p:spPr>
            <a:xfrm>
              <a:off x="719" y="1975"/>
              <a:ext cx="466" cy="302"/>
            </a:xfrm>
            <a:prstGeom prst="line">
              <a:avLst/>
            </a:prstGeom>
            <a:ln w="28575" cap="flat" cmpd="sng">
              <a:solidFill>
                <a:schemeClr val="hlink"/>
              </a:solidFill>
              <a:prstDash val="solid"/>
              <a:round/>
              <a:headEnd type="none" w="med" len="med"/>
              <a:tailEnd type="none" w="med" len="med"/>
            </a:ln>
          </p:spPr>
        </p:sp>
        <p:sp>
          <p:nvSpPr>
            <p:cNvPr id="40017" name="Line 82"/>
            <p:cNvSpPr/>
            <p:nvPr/>
          </p:nvSpPr>
          <p:spPr>
            <a:xfrm>
              <a:off x="85" y="2363"/>
              <a:ext cx="0" cy="302"/>
            </a:xfrm>
            <a:prstGeom prst="line">
              <a:avLst/>
            </a:prstGeom>
            <a:ln w="28575" cap="flat" cmpd="sng">
              <a:solidFill>
                <a:schemeClr val="tx1"/>
              </a:solidFill>
              <a:prstDash val="solid"/>
              <a:round/>
              <a:headEnd type="none" w="med" len="med"/>
              <a:tailEnd type="none" w="med" len="med"/>
            </a:ln>
          </p:spPr>
        </p:sp>
        <p:sp>
          <p:nvSpPr>
            <p:cNvPr id="40018" name="Line 83"/>
            <p:cNvSpPr/>
            <p:nvPr/>
          </p:nvSpPr>
          <p:spPr>
            <a:xfrm>
              <a:off x="1229" y="2024"/>
              <a:ext cx="0" cy="272"/>
            </a:xfrm>
            <a:prstGeom prst="line">
              <a:avLst/>
            </a:prstGeom>
            <a:ln w="28575" cap="flat" cmpd="sng">
              <a:solidFill>
                <a:schemeClr val="tx1"/>
              </a:solidFill>
              <a:prstDash val="solid"/>
              <a:round/>
              <a:headEnd type="none" w="med" len="med"/>
              <a:tailEnd type="none" w="med" len="med"/>
            </a:ln>
          </p:spPr>
        </p:sp>
      </p:grpSp>
      <p:grpSp>
        <p:nvGrpSpPr>
          <p:cNvPr id="40019" name="Group 85"/>
          <p:cNvGrpSpPr/>
          <p:nvPr/>
        </p:nvGrpSpPr>
        <p:grpSpPr>
          <a:xfrm>
            <a:off x="2411413" y="2997200"/>
            <a:ext cx="1987550" cy="1439863"/>
            <a:chOff x="18" y="1888"/>
            <a:chExt cx="1252" cy="907"/>
          </a:xfrm>
        </p:grpSpPr>
        <p:sp>
          <p:nvSpPr>
            <p:cNvPr id="40020" name="Line 86"/>
            <p:cNvSpPr/>
            <p:nvPr/>
          </p:nvSpPr>
          <p:spPr>
            <a:xfrm>
              <a:off x="170" y="1949"/>
              <a:ext cx="973" cy="0"/>
            </a:xfrm>
            <a:prstGeom prst="line">
              <a:avLst/>
            </a:prstGeom>
            <a:ln w="28575" cap="flat" cmpd="sng">
              <a:solidFill>
                <a:schemeClr val="tx1"/>
              </a:solidFill>
              <a:prstDash val="solid"/>
              <a:round/>
              <a:headEnd type="none" w="med" len="med"/>
              <a:tailEnd type="none" w="med" len="med"/>
            </a:ln>
          </p:spPr>
        </p:sp>
        <p:sp>
          <p:nvSpPr>
            <p:cNvPr id="40021" name="Line 87"/>
            <p:cNvSpPr/>
            <p:nvPr/>
          </p:nvSpPr>
          <p:spPr>
            <a:xfrm>
              <a:off x="85" y="2018"/>
              <a:ext cx="0" cy="259"/>
            </a:xfrm>
            <a:prstGeom prst="line">
              <a:avLst/>
            </a:prstGeom>
            <a:ln w="28575" cap="flat" cmpd="sng">
              <a:solidFill>
                <a:schemeClr val="hlink"/>
              </a:solidFill>
              <a:prstDash val="solid"/>
              <a:round/>
              <a:headEnd type="none" w="med" len="med"/>
              <a:tailEnd type="none" w="med" len="med"/>
            </a:ln>
          </p:spPr>
        </p:sp>
        <p:sp>
          <p:nvSpPr>
            <p:cNvPr id="40022" name="Oval 88"/>
            <p:cNvSpPr/>
            <p:nvPr/>
          </p:nvSpPr>
          <p:spPr>
            <a:xfrm>
              <a:off x="593" y="1888"/>
              <a:ext cx="126"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23" name="Oval 89"/>
            <p:cNvSpPr/>
            <p:nvPr/>
          </p:nvSpPr>
          <p:spPr>
            <a:xfrm>
              <a:off x="114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24" name="Oval 90"/>
            <p:cNvSpPr/>
            <p:nvPr/>
          </p:nvSpPr>
          <p:spPr>
            <a:xfrm>
              <a:off x="1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25" name="Line 91"/>
            <p:cNvSpPr/>
            <p:nvPr/>
          </p:nvSpPr>
          <p:spPr>
            <a:xfrm>
              <a:off x="170" y="2752"/>
              <a:ext cx="973" cy="0"/>
            </a:xfrm>
            <a:prstGeom prst="line">
              <a:avLst/>
            </a:prstGeom>
            <a:ln w="28575" cap="flat" cmpd="sng">
              <a:solidFill>
                <a:schemeClr val="hlink"/>
              </a:solidFill>
              <a:prstDash val="solid"/>
              <a:round/>
              <a:headEnd type="none" w="med" len="med"/>
              <a:tailEnd type="none" w="med" len="med"/>
            </a:ln>
          </p:spPr>
        </p:sp>
        <p:sp>
          <p:nvSpPr>
            <p:cNvPr id="40026" name="Oval 92"/>
            <p:cNvSpPr/>
            <p:nvPr/>
          </p:nvSpPr>
          <p:spPr>
            <a:xfrm>
              <a:off x="43" y="2665"/>
              <a:ext cx="127" cy="130"/>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27" name="Oval 93"/>
            <p:cNvSpPr/>
            <p:nvPr/>
          </p:nvSpPr>
          <p:spPr>
            <a:xfrm>
              <a:off x="114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28" name="Line 94"/>
            <p:cNvSpPr/>
            <p:nvPr/>
          </p:nvSpPr>
          <p:spPr>
            <a:xfrm>
              <a:off x="1228" y="2387"/>
              <a:ext cx="0" cy="278"/>
            </a:xfrm>
            <a:prstGeom prst="line">
              <a:avLst/>
            </a:prstGeom>
            <a:ln w="28575" cap="flat" cmpd="sng">
              <a:solidFill>
                <a:schemeClr val="hlink"/>
              </a:solidFill>
              <a:prstDash val="solid"/>
              <a:round/>
              <a:headEnd type="none" w="med" len="med"/>
              <a:tailEnd type="none" w="med" len="med"/>
            </a:ln>
          </p:spPr>
        </p:sp>
        <p:sp>
          <p:nvSpPr>
            <p:cNvPr id="40029" name="Oval 95"/>
            <p:cNvSpPr/>
            <p:nvPr/>
          </p:nvSpPr>
          <p:spPr>
            <a:xfrm>
              <a:off x="4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30" name="Oval 96"/>
            <p:cNvSpPr/>
            <p:nvPr/>
          </p:nvSpPr>
          <p:spPr>
            <a:xfrm>
              <a:off x="1143" y="226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31" name="Line 97"/>
            <p:cNvSpPr/>
            <p:nvPr/>
          </p:nvSpPr>
          <p:spPr>
            <a:xfrm>
              <a:off x="127" y="2320"/>
              <a:ext cx="1016" cy="0"/>
            </a:xfrm>
            <a:prstGeom prst="line">
              <a:avLst/>
            </a:prstGeom>
            <a:ln w="28575" cap="flat" cmpd="sng">
              <a:solidFill>
                <a:schemeClr val="tx1"/>
              </a:solidFill>
              <a:prstDash val="solid"/>
              <a:round/>
              <a:headEnd type="none" w="med" len="med"/>
              <a:tailEnd type="none" w="med" len="med"/>
            </a:ln>
          </p:spPr>
        </p:sp>
        <p:sp>
          <p:nvSpPr>
            <p:cNvPr id="40032" name="Line 98"/>
            <p:cNvSpPr/>
            <p:nvPr/>
          </p:nvSpPr>
          <p:spPr>
            <a:xfrm flipV="1">
              <a:off x="127" y="1975"/>
              <a:ext cx="508" cy="302"/>
            </a:xfrm>
            <a:prstGeom prst="line">
              <a:avLst/>
            </a:prstGeom>
            <a:ln w="28575" cap="flat" cmpd="sng">
              <a:solidFill>
                <a:schemeClr val="hlink"/>
              </a:solidFill>
              <a:prstDash val="solid"/>
              <a:round/>
              <a:headEnd type="none" w="med" len="med"/>
              <a:tailEnd type="none" w="med" len="med"/>
            </a:ln>
          </p:spPr>
        </p:sp>
        <p:sp>
          <p:nvSpPr>
            <p:cNvPr id="40033" name="Line 99"/>
            <p:cNvSpPr/>
            <p:nvPr/>
          </p:nvSpPr>
          <p:spPr>
            <a:xfrm>
              <a:off x="719" y="1975"/>
              <a:ext cx="466" cy="302"/>
            </a:xfrm>
            <a:prstGeom prst="line">
              <a:avLst/>
            </a:prstGeom>
            <a:ln w="28575" cap="flat" cmpd="sng">
              <a:solidFill>
                <a:schemeClr val="hlink"/>
              </a:solidFill>
              <a:prstDash val="solid"/>
              <a:round/>
              <a:headEnd type="none" w="med" len="med"/>
              <a:tailEnd type="none" w="med" len="med"/>
            </a:ln>
          </p:spPr>
        </p:sp>
        <p:sp>
          <p:nvSpPr>
            <p:cNvPr id="40034" name="Line 100"/>
            <p:cNvSpPr/>
            <p:nvPr/>
          </p:nvSpPr>
          <p:spPr>
            <a:xfrm>
              <a:off x="85" y="2363"/>
              <a:ext cx="0" cy="302"/>
            </a:xfrm>
            <a:prstGeom prst="line">
              <a:avLst/>
            </a:prstGeom>
            <a:ln w="28575" cap="flat" cmpd="sng">
              <a:solidFill>
                <a:schemeClr val="tx1"/>
              </a:solidFill>
              <a:prstDash val="solid"/>
              <a:round/>
              <a:headEnd type="none" w="med" len="med"/>
              <a:tailEnd type="none" w="med" len="med"/>
            </a:ln>
          </p:spPr>
        </p:sp>
        <p:sp>
          <p:nvSpPr>
            <p:cNvPr id="40035" name="Line 101"/>
            <p:cNvSpPr/>
            <p:nvPr/>
          </p:nvSpPr>
          <p:spPr>
            <a:xfrm>
              <a:off x="1229" y="2024"/>
              <a:ext cx="0" cy="272"/>
            </a:xfrm>
            <a:prstGeom prst="line">
              <a:avLst/>
            </a:prstGeom>
            <a:ln w="28575" cap="flat" cmpd="sng">
              <a:solidFill>
                <a:schemeClr val="tx1"/>
              </a:solidFill>
              <a:prstDash val="solid"/>
              <a:round/>
              <a:headEnd type="none" w="med" len="med"/>
              <a:tailEnd type="none" w="med" len="med"/>
            </a:ln>
          </p:spPr>
        </p:sp>
      </p:grpSp>
      <p:grpSp>
        <p:nvGrpSpPr>
          <p:cNvPr id="40036" name="Group 119"/>
          <p:cNvGrpSpPr/>
          <p:nvPr/>
        </p:nvGrpSpPr>
        <p:grpSpPr>
          <a:xfrm>
            <a:off x="4745038" y="2997200"/>
            <a:ext cx="1987550" cy="1439863"/>
            <a:chOff x="18" y="1888"/>
            <a:chExt cx="1252" cy="907"/>
          </a:xfrm>
        </p:grpSpPr>
        <p:sp>
          <p:nvSpPr>
            <p:cNvPr id="40037" name="Line 120"/>
            <p:cNvSpPr/>
            <p:nvPr/>
          </p:nvSpPr>
          <p:spPr>
            <a:xfrm>
              <a:off x="170" y="1949"/>
              <a:ext cx="973" cy="0"/>
            </a:xfrm>
            <a:prstGeom prst="line">
              <a:avLst/>
            </a:prstGeom>
            <a:ln w="28575" cap="flat" cmpd="sng">
              <a:solidFill>
                <a:schemeClr val="tx1"/>
              </a:solidFill>
              <a:prstDash val="solid"/>
              <a:round/>
              <a:headEnd type="none" w="med" len="med"/>
              <a:tailEnd type="none" w="med" len="med"/>
            </a:ln>
          </p:spPr>
        </p:sp>
        <p:sp>
          <p:nvSpPr>
            <p:cNvPr id="40038" name="Line 121"/>
            <p:cNvSpPr/>
            <p:nvPr/>
          </p:nvSpPr>
          <p:spPr>
            <a:xfrm>
              <a:off x="85" y="2018"/>
              <a:ext cx="0" cy="259"/>
            </a:xfrm>
            <a:prstGeom prst="line">
              <a:avLst/>
            </a:prstGeom>
            <a:ln w="28575" cap="flat" cmpd="sng">
              <a:solidFill>
                <a:schemeClr val="hlink"/>
              </a:solidFill>
              <a:prstDash val="solid"/>
              <a:round/>
              <a:headEnd type="none" w="med" len="med"/>
              <a:tailEnd type="none" w="med" len="med"/>
            </a:ln>
          </p:spPr>
        </p:sp>
        <p:sp>
          <p:nvSpPr>
            <p:cNvPr id="40039" name="Oval 122"/>
            <p:cNvSpPr/>
            <p:nvPr/>
          </p:nvSpPr>
          <p:spPr>
            <a:xfrm>
              <a:off x="593" y="1888"/>
              <a:ext cx="126"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40" name="Oval 123"/>
            <p:cNvSpPr/>
            <p:nvPr/>
          </p:nvSpPr>
          <p:spPr>
            <a:xfrm>
              <a:off x="114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41" name="Oval 124"/>
            <p:cNvSpPr/>
            <p:nvPr/>
          </p:nvSpPr>
          <p:spPr>
            <a:xfrm>
              <a:off x="18" y="2234"/>
              <a:ext cx="127" cy="129"/>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42" name="Line 125"/>
            <p:cNvSpPr/>
            <p:nvPr/>
          </p:nvSpPr>
          <p:spPr>
            <a:xfrm>
              <a:off x="170" y="2752"/>
              <a:ext cx="973" cy="0"/>
            </a:xfrm>
            <a:prstGeom prst="line">
              <a:avLst/>
            </a:prstGeom>
            <a:ln w="28575" cap="flat" cmpd="sng">
              <a:solidFill>
                <a:schemeClr val="hlink"/>
              </a:solidFill>
              <a:prstDash val="solid"/>
              <a:round/>
              <a:headEnd type="none" w="med" len="med"/>
              <a:tailEnd type="none" w="med" len="med"/>
            </a:ln>
          </p:spPr>
        </p:sp>
        <p:sp>
          <p:nvSpPr>
            <p:cNvPr id="40043" name="Oval 126"/>
            <p:cNvSpPr/>
            <p:nvPr/>
          </p:nvSpPr>
          <p:spPr>
            <a:xfrm>
              <a:off x="4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44" name="Oval 127"/>
            <p:cNvSpPr/>
            <p:nvPr/>
          </p:nvSpPr>
          <p:spPr>
            <a:xfrm>
              <a:off x="114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45" name="Line 128"/>
            <p:cNvSpPr/>
            <p:nvPr/>
          </p:nvSpPr>
          <p:spPr>
            <a:xfrm>
              <a:off x="1228" y="2387"/>
              <a:ext cx="0" cy="278"/>
            </a:xfrm>
            <a:prstGeom prst="line">
              <a:avLst/>
            </a:prstGeom>
            <a:ln w="28575" cap="flat" cmpd="sng">
              <a:solidFill>
                <a:schemeClr val="hlink"/>
              </a:solidFill>
              <a:prstDash val="solid"/>
              <a:round/>
              <a:headEnd type="none" w="med" len="med"/>
              <a:tailEnd type="none" w="med" len="med"/>
            </a:ln>
          </p:spPr>
        </p:sp>
        <p:sp>
          <p:nvSpPr>
            <p:cNvPr id="40046" name="Oval 129"/>
            <p:cNvSpPr/>
            <p:nvPr/>
          </p:nvSpPr>
          <p:spPr>
            <a:xfrm>
              <a:off x="4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47" name="Oval 130"/>
            <p:cNvSpPr/>
            <p:nvPr/>
          </p:nvSpPr>
          <p:spPr>
            <a:xfrm>
              <a:off x="1143" y="226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48" name="Line 131"/>
            <p:cNvSpPr/>
            <p:nvPr/>
          </p:nvSpPr>
          <p:spPr>
            <a:xfrm>
              <a:off x="127" y="2320"/>
              <a:ext cx="1016" cy="0"/>
            </a:xfrm>
            <a:prstGeom prst="line">
              <a:avLst/>
            </a:prstGeom>
            <a:ln w="28575" cap="flat" cmpd="sng">
              <a:solidFill>
                <a:schemeClr val="tx1"/>
              </a:solidFill>
              <a:prstDash val="solid"/>
              <a:round/>
              <a:headEnd type="none" w="med" len="med"/>
              <a:tailEnd type="none" w="med" len="med"/>
            </a:ln>
          </p:spPr>
        </p:sp>
        <p:sp>
          <p:nvSpPr>
            <p:cNvPr id="40049" name="Line 132"/>
            <p:cNvSpPr/>
            <p:nvPr/>
          </p:nvSpPr>
          <p:spPr>
            <a:xfrm flipV="1">
              <a:off x="127" y="1975"/>
              <a:ext cx="508" cy="302"/>
            </a:xfrm>
            <a:prstGeom prst="line">
              <a:avLst/>
            </a:prstGeom>
            <a:ln w="28575" cap="flat" cmpd="sng">
              <a:solidFill>
                <a:schemeClr val="hlink"/>
              </a:solidFill>
              <a:prstDash val="solid"/>
              <a:round/>
              <a:headEnd type="none" w="med" len="med"/>
              <a:tailEnd type="none" w="med" len="med"/>
            </a:ln>
          </p:spPr>
        </p:sp>
        <p:sp>
          <p:nvSpPr>
            <p:cNvPr id="40050" name="Line 133"/>
            <p:cNvSpPr/>
            <p:nvPr/>
          </p:nvSpPr>
          <p:spPr>
            <a:xfrm>
              <a:off x="719" y="1975"/>
              <a:ext cx="466" cy="302"/>
            </a:xfrm>
            <a:prstGeom prst="line">
              <a:avLst/>
            </a:prstGeom>
            <a:ln w="28575" cap="flat" cmpd="sng">
              <a:solidFill>
                <a:schemeClr val="hlink"/>
              </a:solidFill>
              <a:prstDash val="solid"/>
              <a:round/>
              <a:headEnd type="none" w="med" len="med"/>
              <a:tailEnd type="none" w="med" len="med"/>
            </a:ln>
          </p:spPr>
        </p:sp>
        <p:sp>
          <p:nvSpPr>
            <p:cNvPr id="40051" name="Line 134"/>
            <p:cNvSpPr/>
            <p:nvPr/>
          </p:nvSpPr>
          <p:spPr>
            <a:xfrm>
              <a:off x="85" y="2363"/>
              <a:ext cx="0" cy="302"/>
            </a:xfrm>
            <a:prstGeom prst="line">
              <a:avLst/>
            </a:prstGeom>
            <a:ln w="28575" cap="flat" cmpd="sng">
              <a:solidFill>
                <a:schemeClr val="hlink"/>
              </a:solidFill>
              <a:prstDash val="solid"/>
              <a:round/>
              <a:headEnd type="none" w="med" len="med"/>
              <a:tailEnd type="none" w="med" len="med"/>
            </a:ln>
          </p:spPr>
        </p:sp>
        <p:sp>
          <p:nvSpPr>
            <p:cNvPr id="40052" name="Line 135"/>
            <p:cNvSpPr/>
            <p:nvPr/>
          </p:nvSpPr>
          <p:spPr>
            <a:xfrm>
              <a:off x="1229" y="2024"/>
              <a:ext cx="0" cy="272"/>
            </a:xfrm>
            <a:prstGeom prst="line">
              <a:avLst/>
            </a:prstGeom>
            <a:ln w="28575" cap="flat" cmpd="sng">
              <a:solidFill>
                <a:schemeClr val="tx1"/>
              </a:solidFill>
              <a:prstDash val="solid"/>
              <a:round/>
              <a:headEnd type="none" w="med" len="med"/>
              <a:tailEnd type="none" w="med" len="med"/>
            </a:ln>
          </p:spPr>
        </p:sp>
      </p:grpSp>
      <p:grpSp>
        <p:nvGrpSpPr>
          <p:cNvPr id="40053" name="Group 136"/>
          <p:cNvGrpSpPr/>
          <p:nvPr/>
        </p:nvGrpSpPr>
        <p:grpSpPr>
          <a:xfrm>
            <a:off x="7019925" y="2997200"/>
            <a:ext cx="1987550" cy="1439863"/>
            <a:chOff x="18" y="1888"/>
            <a:chExt cx="1252" cy="907"/>
          </a:xfrm>
        </p:grpSpPr>
        <p:sp>
          <p:nvSpPr>
            <p:cNvPr id="40054" name="Line 137"/>
            <p:cNvSpPr/>
            <p:nvPr/>
          </p:nvSpPr>
          <p:spPr>
            <a:xfrm>
              <a:off x="170" y="1949"/>
              <a:ext cx="973" cy="0"/>
            </a:xfrm>
            <a:prstGeom prst="line">
              <a:avLst/>
            </a:prstGeom>
            <a:ln w="28575" cap="flat" cmpd="sng">
              <a:solidFill>
                <a:schemeClr val="tx1"/>
              </a:solidFill>
              <a:prstDash val="solid"/>
              <a:round/>
              <a:headEnd type="none" w="med" len="med"/>
              <a:tailEnd type="none" w="med" len="med"/>
            </a:ln>
          </p:spPr>
        </p:sp>
        <p:sp>
          <p:nvSpPr>
            <p:cNvPr id="40055" name="Line 138"/>
            <p:cNvSpPr/>
            <p:nvPr/>
          </p:nvSpPr>
          <p:spPr>
            <a:xfrm>
              <a:off x="85" y="2018"/>
              <a:ext cx="0" cy="259"/>
            </a:xfrm>
            <a:prstGeom prst="line">
              <a:avLst/>
            </a:prstGeom>
            <a:ln w="28575" cap="flat" cmpd="sng">
              <a:solidFill>
                <a:schemeClr val="hlink"/>
              </a:solidFill>
              <a:prstDash val="solid"/>
              <a:round/>
              <a:headEnd type="none" w="med" len="med"/>
              <a:tailEnd type="none" w="med" len="med"/>
            </a:ln>
          </p:spPr>
        </p:sp>
        <p:sp>
          <p:nvSpPr>
            <p:cNvPr id="40056" name="Oval 139"/>
            <p:cNvSpPr/>
            <p:nvPr/>
          </p:nvSpPr>
          <p:spPr>
            <a:xfrm>
              <a:off x="593" y="1888"/>
              <a:ext cx="126"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57" name="Oval 140"/>
            <p:cNvSpPr/>
            <p:nvPr/>
          </p:nvSpPr>
          <p:spPr>
            <a:xfrm>
              <a:off x="114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58" name="Oval 141"/>
            <p:cNvSpPr/>
            <p:nvPr/>
          </p:nvSpPr>
          <p:spPr>
            <a:xfrm>
              <a:off x="1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59" name="Line 142"/>
            <p:cNvSpPr/>
            <p:nvPr/>
          </p:nvSpPr>
          <p:spPr>
            <a:xfrm>
              <a:off x="170" y="2752"/>
              <a:ext cx="973" cy="0"/>
            </a:xfrm>
            <a:prstGeom prst="line">
              <a:avLst/>
            </a:prstGeom>
            <a:ln w="28575" cap="flat" cmpd="sng">
              <a:solidFill>
                <a:schemeClr val="hlink"/>
              </a:solidFill>
              <a:prstDash val="solid"/>
              <a:round/>
              <a:headEnd type="none" w="med" len="med"/>
              <a:tailEnd type="none" w="med" len="med"/>
            </a:ln>
          </p:spPr>
        </p:sp>
        <p:sp>
          <p:nvSpPr>
            <p:cNvPr id="40060" name="Oval 143"/>
            <p:cNvSpPr/>
            <p:nvPr/>
          </p:nvSpPr>
          <p:spPr>
            <a:xfrm>
              <a:off x="4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61" name="Oval 144"/>
            <p:cNvSpPr/>
            <p:nvPr/>
          </p:nvSpPr>
          <p:spPr>
            <a:xfrm>
              <a:off x="114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62" name="Line 145"/>
            <p:cNvSpPr/>
            <p:nvPr/>
          </p:nvSpPr>
          <p:spPr>
            <a:xfrm>
              <a:off x="1228" y="2387"/>
              <a:ext cx="0" cy="278"/>
            </a:xfrm>
            <a:prstGeom prst="line">
              <a:avLst/>
            </a:prstGeom>
            <a:ln w="28575" cap="flat" cmpd="sng">
              <a:solidFill>
                <a:schemeClr val="hlink"/>
              </a:solidFill>
              <a:prstDash val="solid"/>
              <a:round/>
              <a:headEnd type="none" w="med" len="med"/>
              <a:tailEnd type="none" w="med" len="med"/>
            </a:ln>
          </p:spPr>
        </p:sp>
        <p:sp>
          <p:nvSpPr>
            <p:cNvPr id="40063" name="Oval 146"/>
            <p:cNvSpPr/>
            <p:nvPr/>
          </p:nvSpPr>
          <p:spPr>
            <a:xfrm>
              <a:off x="4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64" name="Oval 147"/>
            <p:cNvSpPr/>
            <p:nvPr/>
          </p:nvSpPr>
          <p:spPr>
            <a:xfrm>
              <a:off x="1143" y="2268"/>
              <a:ext cx="127" cy="130"/>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65" name="Line 148"/>
            <p:cNvSpPr/>
            <p:nvPr/>
          </p:nvSpPr>
          <p:spPr>
            <a:xfrm>
              <a:off x="127" y="2320"/>
              <a:ext cx="1016" cy="0"/>
            </a:xfrm>
            <a:prstGeom prst="line">
              <a:avLst/>
            </a:prstGeom>
            <a:ln w="28575" cap="flat" cmpd="sng">
              <a:solidFill>
                <a:schemeClr val="hlink"/>
              </a:solidFill>
              <a:prstDash val="solid"/>
              <a:round/>
              <a:headEnd type="none" w="med" len="med"/>
              <a:tailEnd type="none" w="med" len="med"/>
            </a:ln>
          </p:spPr>
        </p:sp>
        <p:sp>
          <p:nvSpPr>
            <p:cNvPr id="40066" name="Line 149"/>
            <p:cNvSpPr/>
            <p:nvPr/>
          </p:nvSpPr>
          <p:spPr>
            <a:xfrm flipV="1">
              <a:off x="127" y="1975"/>
              <a:ext cx="508" cy="302"/>
            </a:xfrm>
            <a:prstGeom prst="line">
              <a:avLst/>
            </a:prstGeom>
            <a:ln w="28575" cap="flat" cmpd="sng">
              <a:solidFill>
                <a:schemeClr val="hlink"/>
              </a:solidFill>
              <a:prstDash val="solid"/>
              <a:round/>
              <a:headEnd type="none" w="med" len="med"/>
              <a:tailEnd type="none" w="med" len="med"/>
            </a:ln>
          </p:spPr>
        </p:sp>
        <p:sp>
          <p:nvSpPr>
            <p:cNvPr id="40067" name="Line 150"/>
            <p:cNvSpPr/>
            <p:nvPr/>
          </p:nvSpPr>
          <p:spPr>
            <a:xfrm>
              <a:off x="719" y="1975"/>
              <a:ext cx="466" cy="302"/>
            </a:xfrm>
            <a:prstGeom prst="line">
              <a:avLst/>
            </a:prstGeom>
            <a:ln w="28575" cap="flat" cmpd="sng">
              <a:solidFill>
                <a:schemeClr val="hlink"/>
              </a:solidFill>
              <a:prstDash val="solid"/>
              <a:round/>
              <a:headEnd type="none" w="med" len="med"/>
              <a:tailEnd type="none" w="med" len="med"/>
            </a:ln>
          </p:spPr>
        </p:sp>
        <p:sp>
          <p:nvSpPr>
            <p:cNvPr id="40068" name="Line 151"/>
            <p:cNvSpPr/>
            <p:nvPr/>
          </p:nvSpPr>
          <p:spPr>
            <a:xfrm>
              <a:off x="85" y="2363"/>
              <a:ext cx="0" cy="302"/>
            </a:xfrm>
            <a:prstGeom prst="line">
              <a:avLst/>
            </a:prstGeom>
            <a:ln w="28575" cap="flat" cmpd="sng">
              <a:solidFill>
                <a:schemeClr val="hlink"/>
              </a:solidFill>
              <a:prstDash val="solid"/>
              <a:round/>
              <a:headEnd type="none" w="med" len="med"/>
              <a:tailEnd type="none" w="med" len="med"/>
            </a:ln>
          </p:spPr>
        </p:sp>
        <p:sp>
          <p:nvSpPr>
            <p:cNvPr id="40069" name="Line 152"/>
            <p:cNvSpPr/>
            <p:nvPr/>
          </p:nvSpPr>
          <p:spPr>
            <a:xfrm>
              <a:off x="1229" y="2024"/>
              <a:ext cx="0" cy="272"/>
            </a:xfrm>
            <a:prstGeom prst="line">
              <a:avLst/>
            </a:prstGeom>
            <a:ln w="28575" cap="flat" cmpd="sng">
              <a:solidFill>
                <a:schemeClr val="tx1"/>
              </a:solidFill>
              <a:prstDash val="solid"/>
              <a:round/>
              <a:headEnd type="none" w="med" len="med"/>
              <a:tailEnd type="none" w="med" len="med"/>
            </a:ln>
          </p:spPr>
        </p:sp>
      </p:grpSp>
      <p:grpSp>
        <p:nvGrpSpPr>
          <p:cNvPr id="40070" name="Group 153"/>
          <p:cNvGrpSpPr/>
          <p:nvPr/>
        </p:nvGrpSpPr>
        <p:grpSpPr>
          <a:xfrm>
            <a:off x="107950" y="4724400"/>
            <a:ext cx="1987550" cy="1439863"/>
            <a:chOff x="18" y="1888"/>
            <a:chExt cx="1252" cy="907"/>
          </a:xfrm>
        </p:grpSpPr>
        <p:sp>
          <p:nvSpPr>
            <p:cNvPr id="40071" name="Line 154"/>
            <p:cNvSpPr/>
            <p:nvPr/>
          </p:nvSpPr>
          <p:spPr>
            <a:xfrm>
              <a:off x="170" y="1949"/>
              <a:ext cx="973" cy="0"/>
            </a:xfrm>
            <a:prstGeom prst="line">
              <a:avLst/>
            </a:prstGeom>
            <a:ln w="28575" cap="flat" cmpd="sng">
              <a:solidFill>
                <a:schemeClr val="tx1"/>
              </a:solidFill>
              <a:prstDash val="solid"/>
              <a:round/>
              <a:headEnd type="none" w="med" len="med"/>
              <a:tailEnd type="none" w="med" len="med"/>
            </a:ln>
          </p:spPr>
        </p:sp>
        <p:sp>
          <p:nvSpPr>
            <p:cNvPr id="40072" name="Line 155"/>
            <p:cNvSpPr/>
            <p:nvPr/>
          </p:nvSpPr>
          <p:spPr>
            <a:xfrm>
              <a:off x="85" y="2018"/>
              <a:ext cx="0" cy="259"/>
            </a:xfrm>
            <a:prstGeom prst="line">
              <a:avLst/>
            </a:prstGeom>
            <a:ln w="28575" cap="flat" cmpd="sng">
              <a:solidFill>
                <a:schemeClr val="hlink"/>
              </a:solidFill>
              <a:prstDash val="solid"/>
              <a:round/>
              <a:headEnd type="none" w="med" len="med"/>
              <a:tailEnd type="none" w="med" len="med"/>
            </a:ln>
          </p:spPr>
        </p:sp>
        <p:sp>
          <p:nvSpPr>
            <p:cNvPr id="40073" name="Oval 156"/>
            <p:cNvSpPr/>
            <p:nvPr/>
          </p:nvSpPr>
          <p:spPr>
            <a:xfrm>
              <a:off x="593" y="1888"/>
              <a:ext cx="126"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74" name="Oval 157"/>
            <p:cNvSpPr/>
            <p:nvPr/>
          </p:nvSpPr>
          <p:spPr>
            <a:xfrm>
              <a:off x="1143" y="1888"/>
              <a:ext cx="127" cy="130"/>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75" name="Oval 158"/>
            <p:cNvSpPr/>
            <p:nvPr/>
          </p:nvSpPr>
          <p:spPr>
            <a:xfrm>
              <a:off x="1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76" name="Line 159"/>
            <p:cNvSpPr/>
            <p:nvPr/>
          </p:nvSpPr>
          <p:spPr>
            <a:xfrm>
              <a:off x="170" y="2752"/>
              <a:ext cx="973" cy="0"/>
            </a:xfrm>
            <a:prstGeom prst="line">
              <a:avLst/>
            </a:prstGeom>
            <a:ln w="28575" cap="flat" cmpd="sng">
              <a:solidFill>
                <a:schemeClr val="hlink"/>
              </a:solidFill>
              <a:prstDash val="solid"/>
              <a:round/>
              <a:headEnd type="none" w="med" len="med"/>
              <a:tailEnd type="none" w="med" len="med"/>
            </a:ln>
          </p:spPr>
        </p:sp>
        <p:sp>
          <p:nvSpPr>
            <p:cNvPr id="40077" name="Oval 160"/>
            <p:cNvSpPr/>
            <p:nvPr/>
          </p:nvSpPr>
          <p:spPr>
            <a:xfrm>
              <a:off x="4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78" name="Oval 161"/>
            <p:cNvSpPr/>
            <p:nvPr/>
          </p:nvSpPr>
          <p:spPr>
            <a:xfrm>
              <a:off x="114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79" name="Line 162"/>
            <p:cNvSpPr/>
            <p:nvPr/>
          </p:nvSpPr>
          <p:spPr>
            <a:xfrm>
              <a:off x="1228" y="2387"/>
              <a:ext cx="0" cy="278"/>
            </a:xfrm>
            <a:prstGeom prst="line">
              <a:avLst/>
            </a:prstGeom>
            <a:ln w="28575" cap="flat" cmpd="sng">
              <a:solidFill>
                <a:schemeClr val="hlink"/>
              </a:solidFill>
              <a:prstDash val="solid"/>
              <a:round/>
              <a:headEnd type="none" w="med" len="med"/>
              <a:tailEnd type="none" w="med" len="med"/>
            </a:ln>
          </p:spPr>
        </p:sp>
        <p:sp>
          <p:nvSpPr>
            <p:cNvPr id="40080" name="Oval 163"/>
            <p:cNvSpPr/>
            <p:nvPr/>
          </p:nvSpPr>
          <p:spPr>
            <a:xfrm>
              <a:off x="4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81" name="Oval 164"/>
            <p:cNvSpPr/>
            <p:nvPr/>
          </p:nvSpPr>
          <p:spPr>
            <a:xfrm>
              <a:off x="1143" y="226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82" name="Line 165"/>
            <p:cNvSpPr/>
            <p:nvPr/>
          </p:nvSpPr>
          <p:spPr>
            <a:xfrm>
              <a:off x="127" y="2320"/>
              <a:ext cx="1016" cy="0"/>
            </a:xfrm>
            <a:prstGeom prst="line">
              <a:avLst/>
            </a:prstGeom>
            <a:ln w="28575" cap="flat" cmpd="sng">
              <a:solidFill>
                <a:schemeClr val="hlink"/>
              </a:solidFill>
              <a:prstDash val="solid"/>
              <a:round/>
              <a:headEnd type="none" w="med" len="med"/>
              <a:tailEnd type="none" w="med" len="med"/>
            </a:ln>
          </p:spPr>
        </p:sp>
        <p:sp>
          <p:nvSpPr>
            <p:cNvPr id="40083" name="Line 166"/>
            <p:cNvSpPr/>
            <p:nvPr/>
          </p:nvSpPr>
          <p:spPr>
            <a:xfrm flipV="1">
              <a:off x="127" y="1975"/>
              <a:ext cx="508" cy="302"/>
            </a:xfrm>
            <a:prstGeom prst="line">
              <a:avLst/>
            </a:prstGeom>
            <a:ln w="28575" cap="flat" cmpd="sng">
              <a:solidFill>
                <a:schemeClr val="hlink"/>
              </a:solidFill>
              <a:prstDash val="solid"/>
              <a:round/>
              <a:headEnd type="none" w="med" len="med"/>
              <a:tailEnd type="none" w="med" len="med"/>
            </a:ln>
          </p:spPr>
        </p:sp>
        <p:sp>
          <p:nvSpPr>
            <p:cNvPr id="40084" name="Line 167"/>
            <p:cNvSpPr/>
            <p:nvPr/>
          </p:nvSpPr>
          <p:spPr>
            <a:xfrm>
              <a:off x="719" y="1975"/>
              <a:ext cx="466" cy="302"/>
            </a:xfrm>
            <a:prstGeom prst="line">
              <a:avLst/>
            </a:prstGeom>
            <a:ln w="28575" cap="flat" cmpd="sng">
              <a:solidFill>
                <a:schemeClr val="hlink"/>
              </a:solidFill>
              <a:prstDash val="solid"/>
              <a:round/>
              <a:headEnd type="none" w="med" len="med"/>
              <a:tailEnd type="none" w="med" len="med"/>
            </a:ln>
          </p:spPr>
        </p:sp>
        <p:sp>
          <p:nvSpPr>
            <p:cNvPr id="40085" name="Line 168"/>
            <p:cNvSpPr/>
            <p:nvPr/>
          </p:nvSpPr>
          <p:spPr>
            <a:xfrm>
              <a:off x="85" y="2363"/>
              <a:ext cx="0" cy="302"/>
            </a:xfrm>
            <a:prstGeom prst="line">
              <a:avLst/>
            </a:prstGeom>
            <a:ln w="28575" cap="flat" cmpd="sng">
              <a:solidFill>
                <a:schemeClr val="hlink"/>
              </a:solidFill>
              <a:prstDash val="solid"/>
              <a:round/>
              <a:headEnd type="none" w="med" len="med"/>
              <a:tailEnd type="none" w="med" len="med"/>
            </a:ln>
          </p:spPr>
        </p:sp>
        <p:sp>
          <p:nvSpPr>
            <p:cNvPr id="40086" name="Line 169"/>
            <p:cNvSpPr/>
            <p:nvPr/>
          </p:nvSpPr>
          <p:spPr>
            <a:xfrm>
              <a:off x="1229" y="2024"/>
              <a:ext cx="0" cy="272"/>
            </a:xfrm>
            <a:prstGeom prst="line">
              <a:avLst/>
            </a:prstGeom>
            <a:ln w="28575" cap="flat" cmpd="sng">
              <a:solidFill>
                <a:schemeClr val="hlink"/>
              </a:solidFill>
              <a:prstDash val="solid"/>
              <a:round/>
              <a:headEnd type="none" w="med" len="med"/>
              <a:tailEnd type="none" w="med" len="med"/>
            </a:ln>
          </p:spPr>
        </p:sp>
      </p:grpSp>
      <p:grpSp>
        <p:nvGrpSpPr>
          <p:cNvPr id="40087" name="Group 188"/>
          <p:cNvGrpSpPr/>
          <p:nvPr/>
        </p:nvGrpSpPr>
        <p:grpSpPr>
          <a:xfrm>
            <a:off x="2439988" y="4724400"/>
            <a:ext cx="1987550" cy="1439863"/>
            <a:chOff x="1537" y="2976"/>
            <a:chExt cx="1252" cy="907"/>
          </a:xfrm>
        </p:grpSpPr>
        <p:sp>
          <p:nvSpPr>
            <p:cNvPr id="40088" name="Line 171"/>
            <p:cNvSpPr/>
            <p:nvPr/>
          </p:nvSpPr>
          <p:spPr>
            <a:xfrm>
              <a:off x="2200" y="3037"/>
              <a:ext cx="462" cy="0"/>
            </a:xfrm>
            <a:prstGeom prst="line">
              <a:avLst/>
            </a:prstGeom>
            <a:ln w="28575" cap="flat" cmpd="sng">
              <a:solidFill>
                <a:schemeClr val="hlink"/>
              </a:solidFill>
              <a:prstDash val="solid"/>
              <a:round/>
              <a:headEnd type="none" w="med" len="med"/>
              <a:tailEnd type="none" w="med" len="med"/>
            </a:ln>
          </p:spPr>
        </p:sp>
        <p:sp>
          <p:nvSpPr>
            <p:cNvPr id="40089" name="Line 172"/>
            <p:cNvSpPr/>
            <p:nvPr/>
          </p:nvSpPr>
          <p:spPr>
            <a:xfrm>
              <a:off x="1604" y="3106"/>
              <a:ext cx="0" cy="259"/>
            </a:xfrm>
            <a:prstGeom prst="line">
              <a:avLst/>
            </a:prstGeom>
            <a:ln w="28575" cap="flat" cmpd="sng">
              <a:solidFill>
                <a:schemeClr val="hlink"/>
              </a:solidFill>
              <a:prstDash val="solid"/>
              <a:round/>
              <a:headEnd type="none" w="med" len="med"/>
              <a:tailEnd type="none" w="med" len="med"/>
            </a:ln>
          </p:spPr>
        </p:sp>
        <p:sp>
          <p:nvSpPr>
            <p:cNvPr id="40090" name="Oval 173"/>
            <p:cNvSpPr/>
            <p:nvPr/>
          </p:nvSpPr>
          <p:spPr>
            <a:xfrm>
              <a:off x="2112" y="2976"/>
              <a:ext cx="126" cy="130"/>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91" name="Oval 174"/>
            <p:cNvSpPr/>
            <p:nvPr/>
          </p:nvSpPr>
          <p:spPr>
            <a:xfrm>
              <a:off x="2662" y="2976"/>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92" name="Oval 175"/>
            <p:cNvSpPr/>
            <p:nvPr/>
          </p:nvSpPr>
          <p:spPr>
            <a:xfrm>
              <a:off x="1537" y="3322"/>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93" name="Line 176"/>
            <p:cNvSpPr/>
            <p:nvPr/>
          </p:nvSpPr>
          <p:spPr>
            <a:xfrm>
              <a:off x="1689" y="3840"/>
              <a:ext cx="973" cy="0"/>
            </a:xfrm>
            <a:prstGeom prst="line">
              <a:avLst/>
            </a:prstGeom>
            <a:ln w="28575" cap="flat" cmpd="sng">
              <a:solidFill>
                <a:schemeClr val="hlink"/>
              </a:solidFill>
              <a:prstDash val="solid"/>
              <a:round/>
              <a:headEnd type="none" w="med" len="med"/>
              <a:tailEnd type="none" w="med" len="med"/>
            </a:ln>
          </p:spPr>
        </p:sp>
        <p:sp>
          <p:nvSpPr>
            <p:cNvPr id="40094" name="Oval 177"/>
            <p:cNvSpPr/>
            <p:nvPr/>
          </p:nvSpPr>
          <p:spPr>
            <a:xfrm>
              <a:off x="1562" y="3753"/>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95" name="Oval 178"/>
            <p:cNvSpPr/>
            <p:nvPr/>
          </p:nvSpPr>
          <p:spPr>
            <a:xfrm>
              <a:off x="2662" y="3753"/>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96" name="Line 179"/>
            <p:cNvSpPr/>
            <p:nvPr/>
          </p:nvSpPr>
          <p:spPr>
            <a:xfrm>
              <a:off x="2747" y="3475"/>
              <a:ext cx="0" cy="278"/>
            </a:xfrm>
            <a:prstGeom prst="line">
              <a:avLst/>
            </a:prstGeom>
            <a:ln w="28575" cap="flat" cmpd="sng">
              <a:solidFill>
                <a:schemeClr val="hlink"/>
              </a:solidFill>
              <a:prstDash val="solid"/>
              <a:round/>
              <a:headEnd type="none" w="med" len="med"/>
              <a:tailEnd type="none" w="med" len="med"/>
            </a:ln>
          </p:spPr>
        </p:sp>
        <p:sp>
          <p:nvSpPr>
            <p:cNvPr id="40097" name="Oval 180"/>
            <p:cNvSpPr/>
            <p:nvPr/>
          </p:nvSpPr>
          <p:spPr>
            <a:xfrm>
              <a:off x="1561" y="2976"/>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98" name="Oval 181"/>
            <p:cNvSpPr/>
            <p:nvPr/>
          </p:nvSpPr>
          <p:spPr>
            <a:xfrm>
              <a:off x="2662" y="3356"/>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099" name="Line 182"/>
            <p:cNvSpPr/>
            <p:nvPr/>
          </p:nvSpPr>
          <p:spPr>
            <a:xfrm>
              <a:off x="1646" y="3408"/>
              <a:ext cx="1016" cy="0"/>
            </a:xfrm>
            <a:prstGeom prst="line">
              <a:avLst/>
            </a:prstGeom>
            <a:ln w="28575" cap="flat" cmpd="sng">
              <a:solidFill>
                <a:schemeClr val="hlink"/>
              </a:solidFill>
              <a:prstDash val="solid"/>
              <a:round/>
              <a:headEnd type="none" w="med" len="med"/>
              <a:tailEnd type="none" w="med" len="med"/>
            </a:ln>
          </p:spPr>
        </p:sp>
        <p:sp>
          <p:nvSpPr>
            <p:cNvPr id="40100" name="Line 183"/>
            <p:cNvSpPr/>
            <p:nvPr/>
          </p:nvSpPr>
          <p:spPr>
            <a:xfrm flipV="1">
              <a:off x="1646" y="3063"/>
              <a:ext cx="508" cy="302"/>
            </a:xfrm>
            <a:prstGeom prst="line">
              <a:avLst/>
            </a:prstGeom>
            <a:ln w="28575" cap="flat" cmpd="sng">
              <a:solidFill>
                <a:schemeClr val="hlink"/>
              </a:solidFill>
              <a:prstDash val="solid"/>
              <a:round/>
              <a:headEnd type="none" w="med" len="med"/>
              <a:tailEnd type="none" w="med" len="med"/>
            </a:ln>
          </p:spPr>
        </p:sp>
        <p:sp>
          <p:nvSpPr>
            <p:cNvPr id="40101" name="Line 184"/>
            <p:cNvSpPr/>
            <p:nvPr/>
          </p:nvSpPr>
          <p:spPr>
            <a:xfrm>
              <a:off x="2238" y="3063"/>
              <a:ext cx="466" cy="302"/>
            </a:xfrm>
            <a:prstGeom prst="line">
              <a:avLst/>
            </a:prstGeom>
            <a:ln w="28575" cap="flat" cmpd="sng">
              <a:solidFill>
                <a:schemeClr val="hlink"/>
              </a:solidFill>
              <a:prstDash val="solid"/>
              <a:round/>
              <a:headEnd type="none" w="med" len="med"/>
              <a:tailEnd type="none" w="med" len="med"/>
            </a:ln>
          </p:spPr>
        </p:sp>
        <p:sp>
          <p:nvSpPr>
            <p:cNvPr id="40102" name="Line 185"/>
            <p:cNvSpPr/>
            <p:nvPr/>
          </p:nvSpPr>
          <p:spPr>
            <a:xfrm>
              <a:off x="1604" y="3451"/>
              <a:ext cx="0" cy="302"/>
            </a:xfrm>
            <a:prstGeom prst="line">
              <a:avLst/>
            </a:prstGeom>
            <a:ln w="28575" cap="flat" cmpd="sng">
              <a:solidFill>
                <a:schemeClr val="hlink"/>
              </a:solidFill>
              <a:prstDash val="solid"/>
              <a:round/>
              <a:headEnd type="none" w="med" len="med"/>
              <a:tailEnd type="none" w="med" len="med"/>
            </a:ln>
          </p:spPr>
        </p:sp>
        <p:sp>
          <p:nvSpPr>
            <p:cNvPr id="40103" name="Line 186"/>
            <p:cNvSpPr/>
            <p:nvPr/>
          </p:nvSpPr>
          <p:spPr>
            <a:xfrm>
              <a:off x="2748" y="3112"/>
              <a:ext cx="0" cy="272"/>
            </a:xfrm>
            <a:prstGeom prst="line">
              <a:avLst/>
            </a:prstGeom>
            <a:ln w="28575" cap="flat" cmpd="sng">
              <a:solidFill>
                <a:schemeClr val="hlink"/>
              </a:solidFill>
              <a:prstDash val="solid"/>
              <a:round/>
              <a:headEnd type="none" w="med" len="med"/>
              <a:tailEnd type="none" w="med" len="med"/>
            </a:ln>
          </p:spPr>
        </p:sp>
        <p:sp>
          <p:nvSpPr>
            <p:cNvPr id="40104" name="Line 187"/>
            <p:cNvSpPr/>
            <p:nvPr/>
          </p:nvSpPr>
          <p:spPr>
            <a:xfrm>
              <a:off x="1655" y="3022"/>
              <a:ext cx="454" cy="0"/>
            </a:xfrm>
            <a:prstGeom prst="line">
              <a:avLst/>
            </a:prstGeom>
            <a:ln w="28575" cap="flat" cmpd="sng">
              <a:solidFill>
                <a:schemeClr val="tx1"/>
              </a:solidFill>
              <a:prstDash val="solid"/>
              <a:round/>
              <a:headEnd type="none" w="med" len="med"/>
              <a:tailEnd type="none" w="med" len="med"/>
            </a:ln>
          </p:spPr>
        </p:sp>
      </p:grpSp>
      <p:grpSp>
        <p:nvGrpSpPr>
          <p:cNvPr id="40105" name="Group 189"/>
          <p:cNvGrpSpPr/>
          <p:nvPr/>
        </p:nvGrpSpPr>
        <p:grpSpPr>
          <a:xfrm>
            <a:off x="4745038" y="4724400"/>
            <a:ext cx="1987550" cy="1439863"/>
            <a:chOff x="1537" y="2976"/>
            <a:chExt cx="1252" cy="907"/>
          </a:xfrm>
        </p:grpSpPr>
        <p:sp>
          <p:nvSpPr>
            <p:cNvPr id="40106" name="Line 190"/>
            <p:cNvSpPr/>
            <p:nvPr/>
          </p:nvSpPr>
          <p:spPr>
            <a:xfrm>
              <a:off x="2200" y="3037"/>
              <a:ext cx="462" cy="0"/>
            </a:xfrm>
            <a:prstGeom prst="line">
              <a:avLst/>
            </a:prstGeom>
            <a:ln w="28575" cap="flat" cmpd="sng">
              <a:solidFill>
                <a:schemeClr val="hlink"/>
              </a:solidFill>
              <a:prstDash val="solid"/>
              <a:round/>
              <a:headEnd type="none" w="med" len="med"/>
              <a:tailEnd type="none" w="med" len="med"/>
            </a:ln>
          </p:spPr>
        </p:sp>
        <p:sp>
          <p:nvSpPr>
            <p:cNvPr id="40107" name="Line 191"/>
            <p:cNvSpPr/>
            <p:nvPr/>
          </p:nvSpPr>
          <p:spPr>
            <a:xfrm>
              <a:off x="1604" y="3106"/>
              <a:ext cx="0" cy="259"/>
            </a:xfrm>
            <a:prstGeom prst="line">
              <a:avLst/>
            </a:prstGeom>
            <a:ln w="28575" cap="flat" cmpd="sng">
              <a:solidFill>
                <a:schemeClr val="hlink"/>
              </a:solidFill>
              <a:prstDash val="solid"/>
              <a:round/>
              <a:headEnd type="none" w="med" len="med"/>
              <a:tailEnd type="none" w="med" len="med"/>
            </a:ln>
          </p:spPr>
        </p:sp>
        <p:sp>
          <p:nvSpPr>
            <p:cNvPr id="40108" name="Oval 192"/>
            <p:cNvSpPr/>
            <p:nvPr/>
          </p:nvSpPr>
          <p:spPr>
            <a:xfrm>
              <a:off x="2112" y="2976"/>
              <a:ext cx="126"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109" name="Oval 193"/>
            <p:cNvSpPr/>
            <p:nvPr/>
          </p:nvSpPr>
          <p:spPr>
            <a:xfrm>
              <a:off x="2662" y="2976"/>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110" name="Oval 194"/>
            <p:cNvSpPr/>
            <p:nvPr/>
          </p:nvSpPr>
          <p:spPr>
            <a:xfrm>
              <a:off x="1537" y="3322"/>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111" name="Line 195"/>
            <p:cNvSpPr/>
            <p:nvPr/>
          </p:nvSpPr>
          <p:spPr>
            <a:xfrm>
              <a:off x="1689" y="3840"/>
              <a:ext cx="973" cy="0"/>
            </a:xfrm>
            <a:prstGeom prst="line">
              <a:avLst/>
            </a:prstGeom>
            <a:ln w="28575" cap="flat" cmpd="sng">
              <a:solidFill>
                <a:schemeClr val="hlink"/>
              </a:solidFill>
              <a:prstDash val="solid"/>
              <a:round/>
              <a:headEnd type="none" w="med" len="med"/>
              <a:tailEnd type="none" w="med" len="med"/>
            </a:ln>
          </p:spPr>
        </p:sp>
        <p:sp>
          <p:nvSpPr>
            <p:cNvPr id="40112" name="Oval 196"/>
            <p:cNvSpPr/>
            <p:nvPr/>
          </p:nvSpPr>
          <p:spPr>
            <a:xfrm>
              <a:off x="1562" y="3753"/>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113" name="Oval 197"/>
            <p:cNvSpPr/>
            <p:nvPr/>
          </p:nvSpPr>
          <p:spPr>
            <a:xfrm>
              <a:off x="2662" y="3753"/>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114" name="Line 198"/>
            <p:cNvSpPr/>
            <p:nvPr/>
          </p:nvSpPr>
          <p:spPr>
            <a:xfrm>
              <a:off x="2747" y="3475"/>
              <a:ext cx="0" cy="278"/>
            </a:xfrm>
            <a:prstGeom prst="line">
              <a:avLst/>
            </a:prstGeom>
            <a:ln w="28575" cap="flat" cmpd="sng">
              <a:solidFill>
                <a:schemeClr val="hlink"/>
              </a:solidFill>
              <a:prstDash val="solid"/>
              <a:round/>
              <a:headEnd type="none" w="med" len="med"/>
              <a:tailEnd type="none" w="med" len="med"/>
            </a:ln>
          </p:spPr>
        </p:sp>
        <p:sp>
          <p:nvSpPr>
            <p:cNvPr id="40115" name="Oval 199"/>
            <p:cNvSpPr/>
            <p:nvPr/>
          </p:nvSpPr>
          <p:spPr>
            <a:xfrm>
              <a:off x="1561" y="2976"/>
              <a:ext cx="127" cy="130"/>
            </a:xfrm>
            <a:prstGeom prst="ellipse">
              <a:avLst/>
            </a:prstGeom>
            <a:gradFill rotWithShape="1">
              <a:gsLst>
                <a:gs pos="0">
                  <a:schemeClr val="bg1"/>
                </a:gs>
                <a:gs pos="100000">
                  <a:schemeClr va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116" name="Oval 200"/>
            <p:cNvSpPr/>
            <p:nvPr/>
          </p:nvSpPr>
          <p:spPr>
            <a:xfrm>
              <a:off x="2662" y="3356"/>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117" name="Line 201"/>
            <p:cNvSpPr/>
            <p:nvPr/>
          </p:nvSpPr>
          <p:spPr>
            <a:xfrm>
              <a:off x="1646" y="3408"/>
              <a:ext cx="1016" cy="0"/>
            </a:xfrm>
            <a:prstGeom prst="line">
              <a:avLst/>
            </a:prstGeom>
            <a:ln w="28575" cap="flat" cmpd="sng">
              <a:solidFill>
                <a:schemeClr val="hlink"/>
              </a:solidFill>
              <a:prstDash val="solid"/>
              <a:round/>
              <a:headEnd type="none" w="med" len="med"/>
              <a:tailEnd type="none" w="med" len="med"/>
            </a:ln>
          </p:spPr>
        </p:sp>
        <p:sp>
          <p:nvSpPr>
            <p:cNvPr id="40118" name="Line 202"/>
            <p:cNvSpPr/>
            <p:nvPr/>
          </p:nvSpPr>
          <p:spPr>
            <a:xfrm flipV="1">
              <a:off x="1646" y="3063"/>
              <a:ext cx="508" cy="302"/>
            </a:xfrm>
            <a:prstGeom prst="line">
              <a:avLst/>
            </a:prstGeom>
            <a:ln w="28575" cap="flat" cmpd="sng">
              <a:solidFill>
                <a:schemeClr val="hlink"/>
              </a:solidFill>
              <a:prstDash val="solid"/>
              <a:round/>
              <a:headEnd type="none" w="med" len="med"/>
              <a:tailEnd type="none" w="med" len="med"/>
            </a:ln>
          </p:spPr>
        </p:sp>
        <p:sp>
          <p:nvSpPr>
            <p:cNvPr id="40119" name="Line 203"/>
            <p:cNvSpPr/>
            <p:nvPr/>
          </p:nvSpPr>
          <p:spPr>
            <a:xfrm>
              <a:off x="2238" y="3063"/>
              <a:ext cx="466" cy="302"/>
            </a:xfrm>
            <a:prstGeom prst="line">
              <a:avLst/>
            </a:prstGeom>
            <a:ln w="28575" cap="flat" cmpd="sng">
              <a:solidFill>
                <a:schemeClr val="hlink"/>
              </a:solidFill>
              <a:prstDash val="solid"/>
              <a:round/>
              <a:headEnd type="none" w="med" len="med"/>
              <a:tailEnd type="none" w="med" len="med"/>
            </a:ln>
          </p:spPr>
        </p:sp>
        <p:sp>
          <p:nvSpPr>
            <p:cNvPr id="40120" name="Line 204"/>
            <p:cNvSpPr/>
            <p:nvPr/>
          </p:nvSpPr>
          <p:spPr>
            <a:xfrm>
              <a:off x="1604" y="3451"/>
              <a:ext cx="0" cy="302"/>
            </a:xfrm>
            <a:prstGeom prst="line">
              <a:avLst/>
            </a:prstGeom>
            <a:ln w="28575" cap="flat" cmpd="sng">
              <a:solidFill>
                <a:schemeClr val="hlink"/>
              </a:solidFill>
              <a:prstDash val="solid"/>
              <a:round/>
              <a:headEnd type="none" w="med" len="med"/>
              <a:tailEnd type="none" w="med" len="med"/>
            </a:ln>
          </p:spPr>
        </p:sp>
        <p:sp>
          <p:nvSpPr>
            <p:cNvPr id="40121" name="Line 205"/>
            <p:cNvSpPr/>
            <p:nvPr/>
          </p:nvSpPr>
          <p:spPr>
            <a:xfrm>
              <a:off x="2748" y="3112"/>
              <a:ext cx="0" cy="272"/>
            </a:xfrm>
            <a:prstGeom prst="line">
              <a:avLst/>
            </a:prstGeom>
            <a:ln w="28575" cap="flat" cmpd="sng">
              <a:solidFill>
                <a:schemeClr val="hlink"/>
              </a:solidFill>
              <a:prstDash val="solid"/>
              <a:round/>
              <a:headEnd type="none" w="med" len="med"/>
              <a:tailEnd type="none" w="med" len="med"/>
            </a:ln>
          </p:spPr>
        </p:sp>
        <p:sp>
          <p:nvSpPr>
            <p:cNvPr id="40122" name="Line 206"/>
            <p:cNvSpPr/>
            <p:nvPr/>
          </p:nvSpPr>
          <p:spPr>
            <a:xfrm>
              <a:off x="1655" y="3022"/>
              <a:ext cx="454" cy="0"/>
            </a:xfrm>
            <a:prstGeom prst="line">
              <a:avLst/>
            </a:prstGeom>
            <a:ln w="28575" cap="flat" cmpd="sng">
              <a:solidFill>
                <a:schemeClr val="hlink"/>
              </a:solidFill>
              <a:prstDash val="solid"/>
              <a:round/>
              <a:headEnd type="none" w="med" len="med"/>
              <a:tailEnd type="none" w="med" len="med"/>
            </a:ln>
          </p:spPr>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en-US" altLang="zh-CN" b="0"/>
              <a:t>Fleury</a:t>
            </a:r>
            <a:r>
              <a:rPr lang="zh-CN" altLang="en-US" b="0"/>
              <a:t>算法</a:t>
            </a:r>
            <a:r>
              <a:rPr lang="en-US" altLang="zh-CN" b="0"/>
              <a:t>(</a:t>
            </a:r>
            <a:r>
              <a:rPr lang="zh-CN" altLang="en-US" b="0"/>
              <a:t>正确性证明</a:t>
            </a:r>
            <a:r>
              <a:rPr lang="en-US" altLang="zh-CN" b="0"/>
              <a:t>)</a:t>
            </a:r>
            <a:endParaRPr lang="zh-CN" altLang="en-US" b="0"/>
          </a:p>
        </p:txBody>
      </p:sp>
      <p:sp>
        <p:nvSpPr>
          <p:cNvPr id="41986" name="Rectangle 3"/>
          <p:cNvSpPr>
            <a:spLocks noGrp="1"/>
          </p:cNvSpPr>
          <p:nvPr>
            <p:ph idx="1"/>
          </p:nvPr>
        </p:nvSpPr>
        <p:spPr/>
        <p:txBody>
          <a:bodyPr vert="horz" wrap="square" lIns="91440" tIns="45720" rIns="91440" bIns="45720" anchor="t" anchorCtr="0"/>
          <a:p>
            <a:r>
              <a:rPr lang="zh-CN" altLang="en-US">
                <a:solidFill>
                  <a:schemeClr val="hlink"/>
                </a:solidFill>
              </a:rPr>
              <a:t>定理</a:t>
            </a:r>
            <a:r>
              <a:rPr lang="en-US" altLang="zh-CN">
                <a:solidFill>
                  <a:schemeClr val="hlink"/>
                </a:solidFill>
              </a:rPr>
              <a:t>8.5:</a:t>
            </a:r>
            <a:r>
              <a:rPr lang="en-US" altLang="zh-CN"/>
              <a:t> </a:t>
            </a:r>
            <a:r>
              <a:rPr lang="zh-CN" altLang="en-US"/>
              <a:t>设</a:t>
            </a:r>
            <a:r>
              <a:rPr lang="en-US" altLang="zh-CN"/>
              <a:t>G</a:t>
            </a:r>
            <a:r>
              <a:rPr lang="zh-CN" altLang="en-US"/>
              <a:t>是无向欧拉图</a:t>
            </a:r>
            <a:r>
              <a:rPr lang="en-US" altLang="zh-CN"/>
              <a:t>,</a:t>
            </a:r>
            <a:r>
              <a:rPr lang="zh-CN" altLang="en-US"/>
              <a:t>则</a:t>
            </a:r>
            <a:r>
              <a:rPr lang="en-US" altLang="zh-CN"/>
              <a:t>Fleury</a:t>
            </a:r>
            <a:r>
              <a:rPr lang="zh-CN" altLang="en-US"/>
              <a:t>算法终止时得到的简单通路是欧拉回路。</a:t>
            </a:r>
            <a:endParaRPr lang="en-US" altLang="zh-CN"/>
          </a:p>
          <a:p>
            <a:pPr>
              <a:buNone/>
            </a:pPr>
            <a:r>
              <a:rPr lang="zh-CN" altLang="en-US">
                <a:solidFill>
                  <a:schemeClr val="hlink"/>
                </a:solidFill>
              </a:rPr>
              <a:t>证明</a:t>
            </a:r>
            <a:r>
              <a:rPr lang="en-US" altLang="zh-CN">
                <a:solidFill>
                  <a:schemeClr val="hlink"/>
                </a:solidFill>
              </a:rPr>
              <a:t>:</a:t>
            </a:r>
            <a:r>
              <a:rPr lang="en-US" altLang="zh-CN"/>
              <a:t> (1)</a:t>
            </a:r>
            <a:r>
              <a:rPr lang="zh-CN" altLang="en-US"/>
              <a:t> 证明</a:t>
            </a:r>
            <a:r>
              <a:rPr lang="en-US" altLang="zh-CN"/>
              <a:t>P</a:t>
            </a:r>
            <a:r>
              <a:rPr lang="en-US" altLang="zh-CN" i="1" baseline="-25000"/>
              <a:t>m</a:t>
            </a:r>
            <a:r>
              <a:rPr lang="zh-CN" altLang="en-US"/>
              <a:t>是回路</a:t>
            </a:r>
            <a:r>
              <a:rPr lang="en-US" altLang="zh-CN"/>
              <a:t>.</a:t>
            </a:r>
            <a:endParaRPr lang="en-US" altLang="zh-CN"/>
          </a:p>
          <a:p>
            <a:pPr>
              <a:buNone/>
            </a:pPr>
            <a:r>
              <a:rPr lang="en-US" altLang="zh-CN"/>
              <a:t>(2) </a:t>
            </a:r>
            <a:r>
              <a:rPr lang="en-US" altLang="zh-CN">
                <a:solidFill>
                  <a:srgbClr val="0066FF"/>
                </a:solidFill>
              </a:rPr>
              <a:t>P</a:t>
            </a:r>
            <a:r>
              <a:rPr lang="en-US" altLang="zh-CN" i="1" baseline="-25000">
                <a:solidFill>
                  <a:srgbClr val="0066FF"/>
                </a:solidFill>
              </a:rPr>
              <a:t>m</a:t>
            </a:r>
            <a:r>
              <a:rPr lang="zh-CN" altLang="en-US"/>
              <a:t>经过</a:t>
            </a:r>
            <a:r>
              <a:rPr lang="en-US" altLang="zh-CN"/>
              <a:t>G</a:t>
            </a:r>
            <a:r>
              <a:rPr lang="zh-CN" altLang="en-US"/>
              <a:t>中所有边</a:t>
            </a:r>
            <a:r>
              <a:rPr lang="en-US" altLang="zh-CN"/>
              <a:t>: (</a:t>
            </a:r>
            <a:r>
              <a:rPr lang="zh-CN" altLang="en-US">
                <a:solidFill>
                  <a:srgbClr val="FF00FF"/>
                </a:solidFill>
              </a:rPr>
              <a:t>反证</a:t>
            </a:r>
            <a:r>
              <a:rPr lang="en-US" altLang="zh-CN"/>
              <a:t>)</a:t>
            </a:r>
            <a:r>
              <a:rPr lang="zh-CN" altLang="en-US"/>
              <a:t>否则</a:t>
            </a:r>
            <a:r>
              <a:rPr lang="en-US" altLang="zh-CN"/>
              <a:t>,</a:t>
            </a:r>
            <a:endParaRPr lang="en-US" altLang="zh-CN"/>
          </a:p>
          <a:p>
            <a:pPr>
              <a:buNone/>
            </a:pPr>
            <a:r>
              <a:rPr lang="en-US" altLang="zh-CN"/>
              <a:t>    G- P</a:t>
            </a:r>
            <a:r>
              <a:rPr lang="en-US" altLang="zh-CN" i="1" baseline="-25000"/>
              <a:t>m</a:t>
            </a:r>
            <a:r>
              <a:rPr lang="zh-CN" altLang="en-US"/>
              <a:t>的连通分支还是欧拉回路</a:t>
            </a:r>
            <a:r>
              <a:rPr lang="en-US" altLang="zh-CN"/>
              <a:t>, </a:t>
            </a:r>
            <a:r>
              <a:rPr lang="zh-CN" altLang="en-US"/>
              <a:t>并且与</a:t>
            </a:r>
            <a:r>
              <a:rPr lang="en-US" altLang="zh-CN"/>
              <a:t>P</a:t>
            </a:r>
            <a:r>
              <a:rPr lang="en-US" altLang="zh-CN" i="1" baseline="-25000"/>
              <a:t>m</a:t>
            </a:r>
            <a:r>
              <a:rPr lang="zh-CN" altLang="en-US"/>
              <a:t>相交</a:t>
            </a:r>
            <a:r>
              <a:rPr lang="en-US" altLang="zh-CN"/>
              <a:t>. </a:t>
            </a:r>
            <a:r>
              <a:rPr lang="zh-CN" altLang="en-US"/>
              <a:t>若</a:t>
            </a:r>
            <a:r>
              <a:rPr lang="en-US" altLang="zh-CN" i="1">
                <a:solidFill>
                  <a:srgbClr val="FF9933"/>
                </a:solidFill>
              </a:rPr>
              <a:t>v</a:t>
            </a:r>
            <a:r>
              <a:rPr lang="en-US" altLang="zh-CN" baseline="-25000">
                <a:solidFill>
                  <a:srgbClr val="FF9933"/>
                </a:solidFill>
              </a:rPr>
              <a:t>0</a:t>
            </a:r>
            <a:r>
              <a:rPr lang="zh-CN" altLang="en-US"/>
              <a:t>是</a:t>
            </a:r>
            <a:r>
              <a:rPr lang="zh-CN" altLang="en-US">
                <a:solidFill>
                  <a:srgbClr val="FF00FF"/>
                </a:solidFill>
              </a:rPr>
              <a:t>交点</a:t>
            </a:r>
            <a:r>
              <a:rPr lang="en-US" altLang="zh-CN"/>
              <a:t>,</a:t>
            </a:r>
            <a:r>
              <a:rPr lang="zh-CN" altLang="en-US"/>
              <a:t>则算法不应结束</a:t>
            </a:r>
            <a:r>
              <a:rPr lang="en-US" altLang="zh-CN"/>
              <a:t>; </a:t>
            </a:r>
            <a:r>
              <a:rPr lang="zh-CN" altLang="en-US"/>
              <a:t>若</a:t>
            </a:r>
            <a:r>
              <a:rPr lang="en-US" altLang="zh-CN" i="1"/>
              <a:t>v</a:t>
            </a:r>
            <a:r>
              <a:rPr lang="en-US" altLang="zh-CN" baseline="-25000"/>
              <a:t>0</a:t>
            </a:r>
            <a:r>
              <a:rPr lang="zh-CN" altLang="en-US"/>
              <a:t>不是交点</a:t>
            </a:r>
            <a:r>
              <a:rPr lang="en-US" altLang="zh-CN"/>
              <a:t>,</a:t>
            </a:r>
            <a:r>
              <a:rPr lang="zh-CN" altLang="en-US"/>
              <a:t>则算法在最后离开</a:t>
            </a:r>
            <a:r>
              <a:rPr lang="zh-CN" altLang="en-US">
                <a:solidFill>
                  <a:srgbClr val="FF00FF"/>
                </a:solidFill>
              </a:rPr>
              <a:t>交点</a:t>
            </a:r>
            <a:r>
              <a:rPr lang="zh-CN" altLang="en-US"/>
              <a:t>回到</a:t>
            </a:r>
            <a:r>
              <a:rPr lang="en-US" altLang="zh-CN" i="1"/>
              <a:t>v</a:t>
            </a:r>
            <a:r>
              <a:rPr lang="en-US" altLang="zh-CN" baseline="-25000"/>
              <a:t>0</a:t>
            </a:r>
            <a:r>
              <a:rPr lang="zh-CN" altLang="en-US"/>
              <a:t>时走了</a:t>
            </a:r>
            <a:r>
              <a:rPr lang="zh-CN" altLang="en-US">
                <a:solidFill>
                  <a:srgbClr val="FF0000"/>
                </a:solidFill>
              </a:rPr>
              <a:t>桥</a:t>
            </a:r>
            <a:r>
              <a:rPr lang="en-US" altLang="zh-CN"/>
              <a:t>; </a:t>
            </a:r>
            <a:r>
              <a:rPr lang="zh-CN" altLang="en-US"/>
              <a:t>这都是矛盾</a:t>
            </a:r>
            <a:r>
              <a:rPr lang="en-US" altLang="zh-CN"/>
              <a:t>! </a:t>
            </a:r>
            <a:endParaRPr lang="zh-CN" altLang="en-US"/>
          </a:p>
        </p:txBody>
      </p:sp>
      <p:grpSp>
        <p:nvGrpSpPr>
          <p:cNvPr id="40963" name="Group 16"/>
          <p:cNvGrpSpPr/>
          <p:nvPr/>
        </p:nvGrpSpPr>
        <p:grpSpPr>
          <a:xfrm>
            <a:off x="3851275" y="5157788"/>
            <a:ext cx="2305050" cy="1293812"/>
            <a:chOff x="2426" y="3249"/>
            <a:chExt cx="1452" cy="815"/>
          </a:xfrm>
        </p:grpSpPr>
        <p:grpSp>
          <p:nvGrpSpPr>
            <p:cNvPr id="40964" name="Group 12"/>
            <p:cNvGrpSpPr/>
            <p:nvPr/>
          </p:nvGrpSpPr>
          <p:grpSpPr>
            <a:xfrm>
              <a:off x="2744" y="3566"/>
              <a:ext cx="1134" cy="498"/>
              <a:chOff x="2744" y="3566"/>
              <a:chExt cx="1134" cy="498"/>
            </a:xfrm>
          </p:grpSpPr>
          <p:sp>
            <p:nvSpPr>
              <p:cNvPr id="40965" name="Oval 8"/>
              <p:cNvSpPr/>
              <p:nvPr/>
            </p:nvSpPr>
            <p:spPr>
              <a:xfrm>
                <a:off x="2744" y="3611"/>
                <a:ext cx="907" cy="453"/>
              </a:xfrm>
              <a:prstGeom prst="ellipse">
                <a:avLst/>
              </a:prstGeom>
              <a:noFill/>
              <a:ln w="28575" cap="flat" cmpd="sng">
                <a:solidFill>
                  <a:srgbClr val="0066FF"/>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966" name="Oval 9"/>
              <p:cNvSpPr/>
              <p:nvPr/>
            </p:nvSpPr>
            <p:spPr>
              <a:xfrm>
                <a:off x="3288" y="3566"/>
                <a:ext cx="590" cy="436"/>
              </a:xfrm>
              <a:prstGeom prst="ellipse">
                <a:avLst/>
              </a:prstGeom>
              <a:noFill/>
              <a:ln w="28575" cap="flat" cmpd="sng">
                <a:solidFill>
                  <a:schemeClr val="accent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967" name="Oval 10"/>
              <p:cNvSpPr/>
              <p:nvPr/>
            </p:nvSpPr>
            <p:spPr>
              <a:xfrm>
                <a:off x="3288" y="3566"/>
                <a:ext cx="136" cy="136"/>
              </a:xfrm>
              <a:prstGeom prst="ellipse">
                <a:avLst/>
              </a:prstGeom>
              <a:gradFill rotWithShape="1">
                <a:gsLst>
                  <a:gs pos="0">
                    <a:schemeClr val="bg1"/>
                  </a:gs>
                  <a:gs pos="100000">
                    <a:srgbClr val="FF00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968" name="Oval 11"/>
              <p:cNvSpPr/>
              <p:nvPr/>
            </p:nvSpPr>
            <p:spPr>
              <a:xfrm>
                <a:off x="2880" y="3566"/>
                <a:ext cx="136" cy="136"/>
              </a:xfrm>
              <a:prstGeom prst="ellipse">
                <a:avLst/>
              </a:prstGeom>
              <a:gradFill rotWithShape="1">
                <a:gsLst>
                  <a:gs pos="0">
                    <a:schemeClr val="bg1"/>
                  </a:gs>
                  <a:gs pos="100000">
                    <a:srgbClr val="FF9933"/>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40969" name="Text Box 13"/>
            <p:cNvSpPr txBox="1"/>
            <p:nvPr/>
          </p:nvSpPr>
          <p:spPr>
            <a:xfrm>
              <a:off x="2740" y="3249"/>
              <a:ext cx="276" cy="308"/>
            </a:xfrm>
            <a:prstGeom prst="rect">
              <a:avLst/>
            </a:prstGeom>
            <a:noFill/>
            <a:ln w="9525">
              <a:noFill/>
            </a:ln>
          </p:spPr>
          <p:txBody>
            <a:bodyPr wrap="none" anchor="t" anchorCtr="0">
              <a:spAutoFit/>
            </a:bodyPr>
            <a:p>
              <a:pPr>
                <a:buSzTx/>
              </a:pPr>
              <a:r>
                <a:rPr lang="en-US" altLang="zh-CN" sz="2600" i="1">
                  <a:latin typeface="Times New Roman" panose="02020603050405020304" pitchFamily="18" charset="0"/>
                  <a:ea typeface="宋体" panose="02010600030101010101" pitchFamily="2" charset="-122"/>
                </a:rPr>
                <a:t>v</a:t>
              </a:r>
              <a:r>
                <a:rPr lang="en-US" altLang="zh-CN" sz="2600" baseline="-25000">
                  <a:latin typeface="Times New Roman" panose="02020603050405020304" pitchFamily="18" charset="0"/>
                  <a:ea typeface="宋体" panose="02010600030101010101" pitchFamily="2" charset="-122"/>
                </a:rPr>
                <a:t>0</a:t>
              </a:r>
              <a:endParaRPr lang="en-US" altLang="zh-CN" sz="2600" baseline="-25000">
                <a:latin typeface="Times New Roman" panose="02020603050405020304" pitchFamily="18" charset="0"/>
                <a:ea typeface="宋体" panose="02010600030101010101" pitchFamily="2" charset="-122"/>
              </a:endParaRPr>
            </a:p>
          </p:txBody>
        </p:sp>
        <p:sp>
          <p:nvSpPr>
            <p:cNvPr id="40970" name="Text Box 14"/>
            <p:cNvSpPr txBox="1"/>
            <p:nvPr/>
          </p:nvSpPr>
          <p:spPr>
            <a:xfrm>
              <a:off x="2426" y="3709"/>
              <a:ext cx="349" cy="308"/>
            </a:xfrm>
            <a:prstGeom prst="rect">
              <a:avLst/>
            </a:prstGeom>
            <a:noFill/>
            <a:ln w="9525">
              <a:noFill/>
            </a:ln>
          </p:spPr>
          <p:txBody>
            <a:bodyPr wrap="none" anchor="t" anchorCtr="0">
              <a:spAutoFit/>
            </a:bodyPr>
            <a:p>
              <a:pPr>
                <a:buSzTx/>
              </a:pPr>
              <a:r>
                <a:rPr lang="en-US" altLang="zh-CN" sz="2600" i="1">
                  <a:latin typeface="Times New Roman" panose="02020603050405020304" pitchFamily="18" charset="0"/>
                  <a:ea typeface="宋体" panose="02010600030101010101" pitchFamily="2" charset="-122"/>
                </a:rPr>
                <a:t>P</a:t>
              </a:r>
              <a:r>
                <a:rPr lang="en-US" altLang="zh-CN" sz="2600" i="1" baseline="-25000">
                  <a:latin typeface="Times New Roman" panose="02020603050405020304" pitchFamily="18" charset="0"/>
                  <a:ea typeface="宋体" panose="02010600030101010101" pitchFamily="2" charset="-122"/>
                </a:rPr>
                <a:t>m</a:t>
              </a:r>
              <a:endParaRPr lang="en-US" altLang="zh-CN" sz="2600" i="1" baseline="-25000">
                <a:latin typeface="Times New Roman" panose="02020603050405020304" pitchFamily="18" charset="0"/>
                <a:ea typeface="宋体" panose="02010600030101010101" pitchFamily="2" charset="-122"/>
              </a:endParaRPr>
            </a:p>
          </p:txBody>
        </p:sp>
        <p:sp>
          <p:nvSpPr>
            <p:cNvPr id="40971" name="Freeform 15"/>
            <p:cNvSpPr/>
            <p:nvPr/>
          </p:nvSpPr>
          <p:spPr>
            <a:xfrm>
              <a:off x="3016" y="3521"/>
              <a:ext cx="272" cy="45"/>
            </a:xfrm>
            <a:custGeom>
              <a:avLst/>
              <a:gdLst/>
              <a:ahLst/>
              <a:cxnLst>
                <a:cxn ang="0">
                  <a:pos x="272" y="45"/>
                </a:cxn>
                <a:cxn ang="0">
                  <a:pos x="136" y="0"/>
                </a:cxn>
                <a:cxn ang="0">
                  <a:pos x="0" y="45"/>
                </a:cxn>
              </a:cxnLst>
              <a:pathLst>
                <a:path w="272" h="45">
                  <a:moveTo>
                    <a:pt x="272" y="45"/>
                  </a:moveTo>
                  <a:cubicBezTo>
                    <a:pt x="226" y="22"/>
                    <a:pt x="181" y="0"/>
                    <a:pt x="136" y="0"/>
                  </a:cubicBezTo>
                  <a:cubicBezTo>
                    <a:pt x="91" y="0"/>
                    <a:pt x="45" y="22"/>
                    <a:pt x="0" y="45"/>
                  </a:cubicBezTo>
                </a:path>
              </a:pathLst>
            </a:custGeom>
            <a:noFill/>
            <a:ln w="9525" cap="flat" cmpd="sng">
              <a:solidFill>
                <a:schemeClr val="hlink"/>
              </a:solidFill>
              <a:prstDash val="solid"/>
              <a:round/>
              <a:headEnd type="none" w="med" len="med"/>
              <a:tailEnd type="none" w="med" len="med"/>
            </a:ln>
          </p:spPr>
          <p:txBody>
            <a:bodyPr/>
            <a:p>
              <a:endParaRPr lang="zh-CN" altLang="en-US"/>
            </a:p>
          </p:txBody>
        </p:sp>
      </p:grpSp>
      <p:grpSp>
        <p:nvGrpSpPr>
          <p:cNvPr id="40972" name="组 1"/>
          <p:cNvGrpSpPr/>
          <p:nvPr/>
        </p:nvGrpSpPr>
        <p:grpSpPr>
          <a:xfrm>
            <a:off x="468313" y="5516563"/>
            <a:ext cx="3071812" cy="868362"/>
            <a:chOff x="467544" y="5516563"/>
            <a:chExt cx="3072669" cy="868258"/>
          </a:xfrm>
        </p:grpSpPr>
        <p:grpSp>
          <p:nvGrpSpPr>
            <p:cNvPr id="40973" name="Group 7"/>
            <p:cNvGrpSpPr/>
            <p:nvPr/>
          </p:nvGrpSpPr>
          <p:grpSpPr>
            <a:xfrm>
              <a:off x="971550" y="5516563"/>
              <a:ext cx="1800225" cy="790575"/>
              <a:chOff x="612" y="3612"/>
              <a:chExt cx="1134" cy="498"/>
            </a:xfrm>
          </p:grpSpPr>
          <p:sp>
            <p:nvSpPr>
              <p:cNvPr id="40974" name="Oval 4"/>
              <p:cNvSpPr/>
              <p:nvPr/>
            </p:nvSpPr>
            <p:spPr>
              <a:xfrm>
                <a:off x="612" y="3657"/>
                <a:ext cx="907" cy="453"/>
              </a:xfrm>
              <a:prstGeom prst="ellipse">
                <a:avLst/>
              </a:prstGeom>
              <a:noFill/>
              <a:ln w="28575" cap="flat" cmpd="sng">
                <a:solidFill>
                  <a:srgbClr val="0066FF"/>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975" name="Oval 5"/>
              <p:cNvSpPr/>
              <p:nvPr/>
            </p:nvSpPr>
            <p:spPr>
              <a:xfrm>
                <a:off x="1156" y="3612"/>
                <a:ext cx="590" cy="436"/>
              </a:xfrm>
              <a:prstGeom prst="ellipse">
                <a:avLst/>
              </a:prstGeom>
              <a:noFill/>
              <a:ln w="28575" cap="flat" cmpd="sng">
                <a:solidFill>
                  <a:schemeClr val="accent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0976" name="Oval 6"/>
              <p:cNvSpPr/>
              <p:nvPr/>
            </p:nvSpPr>
            <p:spPr>
              <a:xfrm>
                <a:off x="1156" y="3612"/>
                <a:ext cx="136" cy="136"/>
              </a:xfrm>
              <a:prstGeom prst="ellipse">
                <a:avLst/>
              </a:prstGeom>
              <a:gradFill rotWithShape="1">
                <a:gsLst>
                  <a:gs pos="0">
                    <a:schemeClr val="bg1"/>
                  </a:gs>
                  <a:gs pos="100000">
                    <a:srgbClr val="FF9933"/>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40977" name="Text Box 14"/>
            <p:cNvSpPr txBox="1"/>
            <p:nvPr/>
          </p:nvSpPr>
          <p:spPr>
            <a:xfrm>
              <a:off x="467544" y="5661248"/>
              <a:ext cx="554038" cy="488950"/>
            </a:xfrm>
            <a:prstGeom prst="rect">
              <a:avLst/>
            </a:prstGeom>
            <a:noFill/>
            <a:ln w="9525">
              <a:noFill/>
            </a:ln>
          </p:spPr>
          <p:txBody>
            <a:bodyPr wrap="none" anchor="t" anchorCtr="0">
              <a:spAutoFit/>
            </a:bodyPr>
            <a:p>
              <a:pPr>
                <a:buSzTx/>
              </a:pPr>
              <a:r>
                <a:rPr lang="en-US" altLang="zh-CN" sz="2600" i="1">
                  <a:latin typeface="Times New Roman" panose="02020603050405020304" pitchFamily="18" charset="0"/>
                  <a:ea typeface="宋体" panose="02010600030101010101" pitchFamily="2" charset="-122"/>
                </a:rPr>
                <a:t>P</a:t>
              </a:r>
              <a:r>
                <a:rPr lang="en-US" altLang="zh-CN" sz="2600" i="1" baseline="-25000">
                  <a:latin typeface="Times New Roman" panose="02020603050405020304" pitchFamily="18" charset="0"/>
                  <a:ea typeface="宋体" panose="02010600030101010101" pitchFamily="2" charset="-122"/>
                </a:rPr>
                <a:t>m</a:t>
              </a:r>
              <a:endParaRPr lang="en-US" altLang="zh-CN" sz="2600" i="1" baseline="-25000">
                <a:latin typeface="Times New Roman" panose="02020603050405020304" pitchFamily="18" charset="0"/>
                <a:ea typeface="宋体" panose="02010600030101010101" pitchFamily="2" charset="-122"/>
              </a:endParaRPr>
            </a:p>
          </p:txBody>
        </p:sp>
        <p:sp>
          <p:nvSpPr>
            <p:cNvPr id="40978" name="Text Box 14"/>
            <p:cNvSpPr txBox="1"/>
            <p:nvPr/>
          </p:nvSpPr>
          <p:spPr>
            <a:xfrm>
              <a:off x="2627784" y="5892378"/>
              <a:ext cx="912429" cy="492443"/>
            </a:xfrm>
            <a:prstGeom prst="rect">
              <a:avLst/>
            </a:prstGeom>
            <a:noFill/>
            <a:ln w="9525">
              <a:noFill/>
            </a:ln>
          </p:spPr>
          <p:txBody>
            <a:bodyPr wrap="none" anchor="t" anchorCtr="0">
              <a:spAutoFit/>
            </a:bodyPr>
            <a:p>
              <a:pPr>
                <a:buSzTx/>
              </a:pPr>
              <a:r>
                <a:rPr lang="en-US" altLang="zh-CN" sz="2600" i="1">
                  <a:latin typeface="Times New Roman" panose="02020603050405020304" pitchFamily="18" charset="0"/>
                  <a:ea typeface="宋体" panose="02010600030101010101" pitchFamily="2" charset="-122"/>
                </a:rPr>
                <a:t>G</a:t>
              </a:r>
              <a:r>
                <a:rPr lang="en-US" altLang="zh-CN" sz="2600">
                  <a:latin typeface="Times New Roman" panose="02020603050405020304" pitchFamily="18" charset="0"/>
                  <a:ea typeface="宋体" panose="02010600030101010101" pitchFamily="2" charset="-122"/>
                </a:rPr>
                <a:t>-</a:t>
              </a:r>
              <a:r>
                <a:rPr lang="en-US" altLang="zh-CN" sz="2600" i="1">
                  <a:latin typeface="Times New Roman" panose="02020603050405020304" pitchFamily="18" charset="0"/>
                  <a:ea typeface="宋体" panose="02010600030101010101" pitchFamily="2" charset="-122"/>
                </a:rPr>
                <a:t>P</a:t>
              </a:r>
              <a:r>
                <a:rPr lang="en-US" altLang="zh-CN" sz="2600" i="1" baseline="-25000">
                  <a:latin typeface="Times New Roman" panose="02020603050405020304" pitchFamily="18" charset="0"/>
                  <a:ea typeface="宋体" panose="02010600030101010101" pitchFamily="2" charset="-122"/>
                </a:rPr>
                <a:t>m</a:t>
              </a:r>
              <a:endParaRPr lang="en-US" altLang="zh-CN" sz="2600" i="1" baseline="-25000">
                <a:latin typeface="Times New Roman" panose="02020603050405020304" pitchFamily="18" charset="0"/>
                <a:ea typeface="宋体" panose="02010600030101010101" pitchFamily="2" charset="-122"/>
              </a:endParaRPr>
            </a:p>
          </p:txBody>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6">
                                            <p:txEl>
                                              <p:charRg st="0" end="4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6">
                                            <p:txEl>
                                              <p:charRg st="42" end="5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986">
                                            <p:txEl>
                                              <p:charRg st="59" end="8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86">
                                            <p:txEl>
                                              <p:charRg st="82" end="16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逐步插入回路算法</a:t>
            </a:r>
            <a:endParaRPr lang="zh-CN" altLang="en-US" b="0"/>
          </a:p>
        </p:txBody>
      </p:sp>
      <p:sp>
        <p:nvSpPr>
          <p:cNvPr id="41986" name="Rectangle 3"/>
          <p:cNvSpPr>
            <a:spLocks noGrp="1"/>
          </p:cNvSpPr>
          <p:nvPr>
            <p:ph idx="1"/>
          </p:nvPr>
        </p:nvSpPr>
        <p:spPr/>
        <p:txBody>
          <a:bodyPr vert="horz" wrap="square" lIns="91440" tIns="45720" rIns="91440" bIns="45720" anchor="t" anchorCtr="0"/>
          <a:p>
            <a:pPr>
              <a:lnSpc>
                <a:spcPct val="120000"/>
              </a:lnSpc>
              <a:spcBef>
                <a:spcPct val="0"/>
              </a:spcBef>
              <a:buNone/>
            </a:pPr>
            <a:r>
              <a:rPr lang="en-US" altLang="zh-CN"/>
              <a:t>(0) </a:t>
            </a:r>
            <a:r>
              <a:rPr lang="en-US" altLang="zh-CN" i="1"/>
              <a:t>i</a:t>
            </a:r>
            <a:r>
              <a:rPr lang="en-US" altLang="zh-CN"/>
              <a:t>:=0, </a:t>
            </a:r>
            <a:r>
              <a:rPr lang="en-US" altLang="zh-CN" i="1">
                <a:solidFill>
                  <a:srgbClr val="FF9933"/>
                </a:solidFill>
              </a:rPr>
              <a:t>v</a:t>
            </a:r>
            <a:r>
              <a:rPr lang="en-US" altLang="zh-CN">
                <a:solidFill>
                  <a:srgbClr val="FF9933"/>
                </a:solidFill>
              </a:rPr>
              <a:t>*</a:t>
            </a:r>
            <a:r>
              <a:rPr lang="en-US" altLang="zh-CN"/>
              <a:t>:=</a:t>
            </a:r>
            <a:r>
              <a:rPr lang="en-US" altLang="zh-CN" i="1"/>
              <a:t>v</a:t>
            </a:r>
            <a:r>
              <a:rPr lang="en-US" altLang="zh-CN" baseline="-25000"/>
              <a:t>1</a:t>
            </a:r>
            <a:r>
              <a:rPr lang="en-US" altLang="zh-CN"/>
              <a:t>,</a:t>
            </a:r>
            <a:r>
              <a:rPr lang="en-US" altLang="zh-CN" i="1">
                <a:solidFill>
                  <a:srgbClr val="0066FF"/>
                </a:solidFill>
              </a:rPr>
              <a:t>v</a:t>
            </a:r>
            <a:r>
              <a:rPr lang="en-US" altLang="zh-CN"/>
              <a:t>:=</a:t>
            </a:r>
            <a:r>
              <a:rPr lang="en-US" altLang="zh-CN" i="1"/>
              <a:t>v</a:t>
            </a:r>
            <a:r>
              <a:rPr lang="en-US" altLang="zh-CN" baseline="-25000"/>
              <a:t>1</a:t>
            </a:r>
            <a:r>
              <a:rPr lang="en-US" altLang="zh-CN"/>
              <a:t>,P</a:t>
            </a:r>
            <a:r>
              <a:rPr lang="en-US" altLang="zh-CN" baseline="-25000"/>
              <a:t>0</a:t>
            </a:r>
            <a:r>
              <a:rPr lang="en-US" altLang="zh-CN"/>
              <a:t>=</a:t>
            </a:r>
            <a:r>
              <a:rPr lang="en-US" altLang="zh-CN" i="1"/>
              <a:t>v</a:t>
            </a:r>
            <a:r>
              <a:rPr lang="en-US" altLang="zh-CN" baseline="-25000"/>
              <a:t>1</a:t>
            </a:r>
            <a:r>
              <a:rPr lang="en-US" altLang="zh-CN"/>
              <a:t>, G</a:t>
            </a:r>
            <a:r>
              <a:rPr lang="en-US" altLang="zh-CN" baseline="-25000"/>
              <a:t>0</a:t>
            </a:r>
            <a:r>
              <a:rPr lang="en-US" altLang="zh-CN"/>
              <a:t>=G. //</a:t>
            </a:r>
            <a:r>
              <a:rPr lang="zh-CN" altLang="en-US" sz="2000">
                <a:solidFill>
                  <a:schemeClr val="tx2"/>
                </a:solidFill>
              </a:rPr>
              <a:t>保存起始点</a:t>
            </a:r>
            <a:r>
              <a:rPr lang="en-US" altLang="zh-CN" sz="2000">
                <a:solidFill>
                  <a:schemeClr val="tx2"/>
                </a:solidFill>
              </a:rPr>
              <a:t>,</a:t>
            </a:r>
            <a:r>
              <a:rPr lang="zh-CN" altLang="en-US" sz="2000">
                <a:solidFill>
                  <a:schemeClr val="tx2"/>
                </a:solidFill>
              </a:rPr>
              <a:t>初始化</a:t>
            </a:r>
            <a:endParaRPr lang="zh-CN" altLang="en-US" sz="2000">
              <a:solidFill>
                <a:schemeClr val="tx2"/>
              </a:solidFill>
            </a:endParaRPr>
          </a:p>
          <a:p>
            <a:pPr>
              <a:lnSpc>
                <a:spcPct val="120000"/>
              </a:lnSpc>
              <a:spcBef>
                <a:spcPct val="0"/>
              </a:spcBef>
              <a:buNone/>
            </a:pPr>
            <a:r>
              <a:rPr lang="en-US" altLang="zh-CN"/>
              <a:t>(1) e:=</a:t>
            </a:r>
            <a:r>
              <a:rPr lang="zh-CN" altLang="en-US"/>
              <a:t>在</a:t>
            </a:r>
            <a:r>
              <a:rPr lang="en-US" altLang="zh-CN"/>
              <a:t>G</a:t>
            </a:r>
            <a:r>
              <a:rPr lang="en-US" altLang="zh-CN" i="1" baseline="-25000"/>
              <a:t>i</a:t>
            </a:r>
            <a:r>
              <a:rPr lang="zh-CN" altLang="en-US"/>
              <a:t>中与</a:t>
            </a:r>
            <a:r>
              <a:rPr lang="en-US" altLang="zh-CN" i="1"/>
              <a:t>v</a:t>
            </a:r>
            <a:r>
              <a:rPr lang="zh-CN" altLang="en-US"/>
              <a:t>关联的任意边</a:t>
            </a:r>
            <a:r>
              <a:rPr lang="en-US" altLang="zh-CN"/>
              <a:t>(</a:t>
            </a:r>
            <a:r>
              <a:rPr lang="en-US" altLang="zh-CN" i="1"/>
              <a:t>v</a:t>
            </a:r>
            <a:r>
              <a:rPr lang="en-US" altLang="zh-CN"/>
              <a:t>,</a:t>
            </a:r>
            <a:r>
              <a:rPr lang="en-US" altLang="zh-CN" i="1"/>
              <a:t>v</a:t>
            </a:r>
            <a:r>
              <a:rPr lang="en-US" altLang="zh-CN">
                <a:latin typeface="Tahoma" panose="020B0604030504040204" pitchFamily="34" charset="0"/>
              </a:rPr>
              <a:t>’</a:t>
            </a:r>
            <a:r>
              <a:rPr lang="en-US" altLang="zh-CN"/>
              <a:t>),</a:t>
            </a:r>
            <a:endParaRPr lang="en-US" altLang="zh-CN"/>
          </a:p>
          <a:p>
            <a:pPr>
              <a:lnSpc>
                <a:spcPct val="120000"/>
              </a:lnSpc>
              <a:spcBef>
                <a:spcPct val="0"/>
              </a:spcBef>
              <a:buNone/>
            </a:pPr>
            <a:r>
              <a:rPr lang="en-US" altLang="zh-CN"/>
              <a:t>      </a:t>
            </a:r>
            <a:r>
              <a:rPr lang="en-US" altLang="zh-CN">
                <a:solidFill>
                  <a:schemeClr val="hlink"/>
                </a:solidFill>
              </a:rPr>
              <a:t>P</a:t>
            </a:r>
            <a:r>
              <a:rPr lang="en-US" altLang="zh-CN" i="1" baseline="-25000">
                <a:solidFill>
                  <a:schemeClr val="hlink"/>
                </a:solidFill>
              </a:rPr>
              <a:t>i</a:t>
            </a:r>
            <a:r>
              <a:rPr lang="en-US" altLang="zh-CN" baseline="-25000">
                <a:solidFill>
                  <a:schemeClr val="hlink"/>
                </a:solidFill>
              </a:rPr>
              <a:t>+1</a:t>
            </a:r>
            <a:r>
              <a:rPr lang="en-US" altLang="zh-CN"/>
              <a:t>:=“P</a:t>
            </a:r>
            <a:r>
              <a:rPr lang="en-US" altLang="zh-CN" i="1" baseline="-25000"/>
              <a:t>i</a:t>
            </a:r>
            <a:r>
              <a:rPr lang="en-US" altLang="zh-CN"/>
              <a:t>”</a:t>
            </a:r>
            <a:r>
              <a:rPr lang="en-US" altLang="zh-CN" i="1"/>
              <a:t>ev</a:t>
            </a:r>
            <a:r>
              <a:rPr lang="en-US" altLang="zh-CN">
                <a:latin typeface="Tahoma" panose="020B0604030504040204" pitchFamily="34" charset="0"/>
              </a:rPr>
              <a:t>’</a:t>
            </a:r>
            <a:r>
              <a:rPr lang="en-US" altLang="zh-CN"/>
              <a:t>.</a:t>
            </a:r>
            <a:r>
              <a:rPr lang="en-US" altLang="zh-CN" sz="2400"/>
              <a:t>                            //</a:t>
            </a:r>
            <a:r>
              <a:rPr lang="zh-CN" altLang="en-US" sz="2000">
                <a:solidFill>
                  <a:schemeClr val="tx2"/>
                </a:solidFill>
              </a:rPr>
              <a:t>通路增加</a:t>
            </a:r>
            <a:r>
              <a:rPr lang="en-US" altLang="zh-CN" sz="2000">
                <a:solidFill>
                  <a:schemeClr val="tx2"/>
                </a:solidFill>
              </a:rPr>
              <a:t>1</a:t>
            </a:r>
            <a:endParaRPr lang="en-US" altLang="zh-CN" sz="2000">
              <a:solidFill>
                <a:schemeClr val="tx2"/>
              </a:solidFill>
            </a:endParaRPr>
          </a:p>
          <a:p>
            <a:pPr>
              <a:lnSpc>
                <a:spcPct val="120000"/>
              </a:lnSpc>
              <a:spcBef>
                <a:spcPct val="0"/>
              </a:spcBef>
              <a:buNone/>
            </a:pPr>
            <a:r>
              <a:rPr lang="en-US" altLang="zh-CN"/>
              <a:t>(2)</a:t>
            </a:r>
            <a:r>
              <a:rPr lang="en-US" altLang="zh-CN" sz="2400"/>
              <a:t> </a:t>
            </a:r>
            <a:r>
              <a:rPr lang="en-US" altLang="zh-CN">
                <a:solidFill>
                  <a:srgbClr val="0066FF"/>
                </a:solidFill>
              </a:rPr>
              <a:t>if </a:t>
            </a:r>
            <a:r>
              <a:rPr lang="en-US" altLang="zh-CN" i="1"/>
              <a:t>v</a:t>
            </a:r>
            <a:r>
              <a:rPr lang="en-US" altLang="zh-CN">
                <a:latin typeface="Tahoma" panose="020B0604030504040204" pitchFamily="34" charset="0"/>
              </a:rPr>
              <a:t>’</a:t>
            </a:r>
            <a:r>
              <a:rPr lang="en-US" altLang="zh-CN"/>
              <a:t>≠</a:t>
            </a:r>
            <a:r>
              <a:rPr lang="en-US" altLang="zh-CN" i="1"/>
              <a:t>v</a:t>
            </a:r>
            <a:r>
              <a:rPr lang="en-US" altLang="zh-CN"/>
              <a:t>* </a:t>
            </a:r>
            <a:r>
              <a:rPr lang="en-US" altLang="zh-CN">
                <a:solidFill>
                  <a:srgbClr val="0066FF"/>
                </a:solidFill>
              </a:rPr>
              <a:t>then</a:t>
            </a:r>
            <a:r>
              <a:rPr lang="en-US" altLang="zh-CN"/>
              <a:t> </a:t>
            </a:r>
            <a:r>
              <a:rPr lang="en-US" altLang="zh-CN" i="1"/>
              <a:t>i</a:t>
            </a:r>
            <a:r>
              <a:rPr lang="en-US" altLang="zh-CN"/>
              <a:t>:=</a:t>
            </a:r>
            <a:r>
              <a:rPr lang="en-US" altLang="zh-CN" i="1"/>
              <a:t>i</a:t>
            </a:r>
            <a:r>
              <a:rPr lang="en-US" altLang="zh-CN"/>
              <a:t>+1, </a:t>
            </a:r>
            <a:r>
              <a:rPr lang="en-US" altLang="zh-CN" i="1"/>
              <a:t>v</a:t>
            </a:r>
            <a:r>
              <a:rPr lang="en-US" altLang="zh-CN"/>
              <a:t>=</a:t>
            </a:r>
            <a:r>
              <a:rPr lang="en-US" altLang="zh-CN" i="1"/>
              <a:t>v</a:t>
            </a:r>
            <a:r>
              <a:rPr lang="en-US" altLang="zh-CN">
                <a:latin typeface="Tahoma" panose="020B0604030504040204" pitchFamily="34" charset="0"/>
              </a:rPr>
              <a:t>’</a:t>
            </a:r>
            <a:r>
              <a:rPr lang="en-US" altLang="zh-CN"/>
              <a:t>, goto (1).</a:t>
            </a:r>
            <a:r>
              <a:rPr lang="en-US" altLang="zh-CN" sz="2400"/>
              <a:t> </a:t>
            </a:r>
            <a:endParaRPr lang="en-US" altLang="zh-CN" sz="2000">
              <a:solidFill>
                <a:schemeClr val="tx2"/>
              </a:solidFill>
            </a:endParaRPr>
          </a:p>
          <a:p>
            <a:pPr>
              <a:lnSpc>
                <a:spcPct val="120000"/>
              </a:lnSpc>
              <a:spcBef>
                <a:spcPct val="0"/>
              </a:spcBef>
              <a:buNone/>
            </a:pPr>
            <a:r>
              <a:rPr lang="zh-CN" altLang="en-US" sz="2000">
                <a:solidFill>
                  <a:schemeClr val="tx2"/>
                </a:solidFill>
              </a:rPr>
              <a:t>       </a:t>
            </a:r>
            <a:r>
              <a:rPr lang="en-US" altLang="zh-CN" sz="2400"/>
              <a:t>//</a:t>
            </a:r>
            <a:r>
              <a:rPr lang="zh-CN" altLang="en-US" sz="2000">
                <a:solidFill>
                  <a:schemeClr val="tx2"/>
                </a:solidFill>
              </a:rPr>
              <a:t>如果未回到起点</a:t>
            </a:r>
            <a:r>
              <a:rPr lang="en-US" altLang="zh-CN" sz="2000">
                <a:solidFill>
                  <a:schemeClr val="tx2"/>
                </a:solidFill>
              </a:rPr>
              <a:t>,</a:t>
            </a:r>
            <a:r>
              <a:rPr lang="zh-CN" altLang="en-US" sz="2000">
                <a:solidFill>
                  <a:schemeClr val="tx2"/>
                </a:solidFill>
              </a:rPr>
              <a:t>以</a:t>
            </a:r>
            <a:r>
              <a:rPr lang="en-US" altLang="zh-CN" sz="2000">
                <a:solidFill>
                  <a:schemeClr val="tx2"/>
                </a:solidFill>
              </a:rPr>
              <a:t>v’</a:t>
            </a:r>
            <a:r>
              <a:rPr lang="zh-CN" altLang="en-US" sz="2000">
                <a:solidFill>
                  <a:schemeClr val="tx2"/>
                </a:solidFill>
              </a:rPr>
              <a:t>为起点 继续扩大路径</a:t>
            </a:r>
            <a:endParaRPr lang="zh-CN" altLang="en-US" sz="2400"/>
          </a:p>
          <a:p>
            <a:pPr>
              <a:lnSpc>
                <a:spcPct val="120000"/>
              </a:lnSpc>
              <a:spcBef>
                <a:spcPct val="0"/>
              </a:spcBef>
              <a:buNone/>
            </a:pPr>
            <a:r>
              <a:rPr lang="en-US" altLang="zh-CN"/>
              <a:t>(3)</a:t>
            </a:r>
            <a:r>
              <a:rPr lang="en-US" altLang="zh-CN" sz="2400">
                <a:solidFill>
                  <a:srgbClr val="0066FF"/>
                </a:solidFill>
              </a:rPr>
              <a:t> </a:t>
            </a:r>
            <a:r>
              <a:rPr lang="en-US" altLang="zh-CN">
                <a:solidFill>
                  <a:srgbClr val="0066FF"/>
                </a:solidFill>
              </a:rPr>
              <a:t>if</a:t>
            </a:r>
            <a:r>
              <a:rPr lang="en-US" altLang="zh-CN"/>
              <a:t> E(P</a:t>
            </a:r>
            <a:r>
              <a:rPr lang="en-US" altLang="zh-CN" i="1" baseline="-25000"/>
              <a:t>i</a:t>
            </a:r>
            <a:r>
              <a:rPr lang="en-US" altLang="zh-CN" baseline="-25000"/>
              <a:t>+1</a:t>
            </a:r>
            <a:r>
              <a:rPr lang="en-US" altLang="zh-CN"/>
              <a:t>)=E(G) then </a:t>
            </a:r>
            <a:r>
              <a:rPr lang="zh-CN" altLang="en-US"/>
              <a:t>结束</a:t>
            </a:r>
            <a:r>
              <a:rPr lang="en-US" altLang="zh-CN" sz="2400"/>
              <a:t>//</a:t>
            </a:r>
            <a:r>
              <a:rPr lang="en-US" altLang="zh-CN" sz="2000">
                <a:solidFill>
                  <a:schemeClr val="tx2"/>
                </a:solidFill>
              </a:rPr>
              <a:t>P</a:t>
            </a:r>
            <a:r>
              <a:rPr lang="en-US" altLang="zh-CN" sz="2000" baseline="-25000">
                <a:solidFill>
                  <a:schemeClr val="tx2"/>
                </a:solidFill>
              </a:rPr>
              <a:t>i+1</a:t>
            </a:r>
            <a:r>
              <a:rPr lang="zh-CN" altLang="en-US" sz="2000">
                <a:solidFill>
                  <a:schemeClr val="tx2"/>
                </a:solidFill>
              </a:rPr>
              <a:t>是欧拉回路</a:t>
            </a:r>
            <a:r>
              <a:rPr lang="en-US" altLang="zh-CN" sz="2000">
                <a:solidFill>
                  <a:schemeClr val="tx2"/>
                </a:solidFill>
              </a:rPr>
              <a:t>,</a:t>
            </a:r>
            <a:r>
              <a:rPr lang="zh-CN" altLang="en-US" sz="2000">
                <a:solidFill>
                  <a:schemeClr val="tx2"/>
                </a:solidFill>
              </a:rPr>
              <a:t>结束</a:t>
            </a:r>
            <a:endParaRPr lang="zh-CN" altLang="en-US"/>
          </a:p>
          <a:p>
            <a:pPr>
              <a:lnSpc>
                <a:spcPct val="120000"/>
              </a:lnSpc>
              <a:spcBef>
                <a:spcPct val="0"/>
              </a:spcBef>
              <a:buNone/>
            </a:pPr>
            <a:r>
              <a:rPr lang="en-US" altLang="zh-CN"/>
              <a:t>     </a:t>
            </a:r>
            <a:r>
              <a:rPr lang="en-US" altLang="zh-CN">
                <a:solidFill>
                  <a:srgbClr val="0066FF"/>
                </a:solidFill>
              </a:rPr>
              <a:t>else</a:t>
            </a:r>
            <a:r>
              <a:rPr lang="en-US" altLang="zh-CN"/>
              <a:t> G</a:t>
            </a:r>
            <a:r>
              <a:rPr lang="en-US" altLang="zh-CN" i="1" baseline="-25000"/>
              <a:t>i</a:t>
            </a:r>
            <a:r>
              <a:rPr lang="en-US" altLang="zh-CN" baseline="-25000"/>
              <a:t>+1</a:t>
            </a:r>
            <a:r>
              <a:rPr lang="en-US" altLang="zh-CN"/>
              <a:t>:=G-E(P</a:t>
            </a:r>
            <a:r>
              <a:rPr lang="en-US" altLang="zh-CN" i="1" baseline="-25000"/>
              <a:t>i</a:t>
            </a:r>
            <a:r>
              <a:rPr lang="en-US" altLang="zh-CN" baseline="-25000"/>
              <a:t>+1</a:t>
            </a:r>
            <a:r>
              <a:rPr lang="en-US" altLang="zh-CN"/>
              <a:t>), </a:t>
            </a:r>
            <a:r>
              <a:rPr lang="en-US" altLang="zh-CN" sz="2400"/>
              <a:t>// </a:t>
            </a:r>
            <a:r>
              <a:rPr lang="en-US" altLang="zh-CN" sz="2000">
                <a:solidFill>
                  <a:schemeClr val="tx2"/>
                </a:solidFill>
              </a:rPr>
              <a:t>P</a:t>
            </a:r>
            <a:r>
              <a:rPr lang="en-US" altLang="zh-CN" sz="2000" i="1" baseline="-25000">
                <a:solidFill>
                  <a:schemeClr val="tx2"/>
                </a:solidFill>
              </a:rPr>
              <a:t>i</a:t>
            </a:r>
            <a:r>
              <a:rPr lang="en-US" altLang="zh-CN" sz="2000" baseline="-25000">
                <a:solidFill>
                  <a:schemeClr val="tx2"/>
                </a:solidFill>
              </a:rPr>
              <a:t>+1</a:t>
            </a:r>
            <a:r>
              <a:rPr lang="zh-CN" altLang="en-US" sz="2000">
                <a:solidFill>
                  <a:schemeClr val="tx2"/>
                </a:solidFill>
              </a:rPr>
              <a:t>不是欧拉回路</a:t>
            </a:r>
            <a:r>
              <a:rPr lang="en-US" altLang="zh-CN" sz="2000">
                <a:solidFill>
                  <a:schemeClr val="tx2"/>
                </a:solidFill>
              </a:rPr>
              <a:t>,</a:t>
            </a:r>
            <a:r>
              <a:rPr lang="zh-CN" altLang="en-US" sz="2000">
                <a:solidFill>
                  <a:schemeClr val="tx2"/>
                </a:solidFill>
              </a:rPr>
              <a:t>从交点开始寻找回路</a:t>
            </a:r>
            <a:r>
              <a:rPr lang="en-US" altLang="zh-CN" sz="2000">
                <a:solidFill>
                  <a:schemeClr val="tx2"/>
                </a:solidFill>
              </a:rPr>
              <a:t>.</a:t>
            </a:r>
            <a:endParaRPr lang="en-US" altLang="zh-CN"/>
          </a:p>
          <a:p>
            <a:pPr>
              <a:lnSpc>
                <a:spcPct val="120000"/>
              </a:lnSpc>
              <a:spcBef>
                <a:spcPct val="0"/>
              </a:spcBef>
              <a:buNone/>
            </a:pPr>
            <a:r>
              <a:rPr lang="en-US" altLang="zh-CN"/>
              <a:t>             e:= G</a:t>
            </a:r>
            <a:r>
              <a:rPr lang="en-US" altLang="zh-CN" i="1" baseline="-25000"/>
              <a:t>i</a:t>
            </a:r>
            <a:r>
              <a:rPr lang="en-US" altLang="zh-CN" baseline="-25000"/>
              <a:t>+1</a:t>
            </a:r>
            <a:r>
              <a:rPr lang="zh-CN" altLang="en-US"/>
              <a:t>中与</a:t>
            </a:r>
            <a:r>
              <a:rPr lang="en-US" altLang="zh-CN"/>
              <a:t>P</a:t>
            </a:r>
            <a:r>
              <a:rPr lang="en-US" altLang="zh-CN" i="1" baseline="-25000"/>
              <a:t>i</a:t>
            </a:r>
            <a:r>
              <a:rPr lang="en-US" altLang="zh-CN" baseline="-25000"/>
              <a:t>+1</a:t>
            </a:r>
            <a:r>
              <a:rPr lang="zh-CN" altLang="en-US"/>
              <a:t>上</a:t>
            </a:r>
            <a:r>
              <a:rPr lang="en-US" altLang="zh-CN" i="1"/>
              <a:t>v</a:t>
            </a:r>
            <a:r>
              <a:rPr lang="en-US" altLang="zh-CN" i="1" baseline="-25000"/>
              <a:t>k</a:t>
            </a:r>
            <a:r>
              <a:rPr lang="zh-CN" altLang="en-US"/>
              <a:t>关联的任意边</a:t>
            </a:r>
            <a:r>
              <a:rPr lang="en-US" altLang="zh-CN"/>
              <a:t>,</a:t>
            </a:r>
            <a:endParaRPr lang="en-US" altLang="zh-CN"/>
          </a:p>
          <a:p>
            <a:pPr>
              <a:lnSpc>
                <a:spcPct val="120000"/>
              </a:lnSpc>
              <a:spcBef>
                <a:spcPct val="0"/>
              </a:spcBef>
              <a:buNone/>
            </a:pPr>
            <a:r>
              <a:rPr lang="en-US" altLang="zh-CN"/>
              <a:t>             P</a:t>
            </a:r>
            <a:r>
              <a:rPr lang="en-US" altLang="zh-CN" i="1" baseline="-25000"/>
              <a:t>i</a:t>
            </a:r>
            <a:r>
              <a:rPr lang="en-US" altLang="zh-CN" baseline="-25000"/>
              <a:t>+1</a:t>
            </a:r>
            <a:r>
              <a:rPr lang="en-US" altLang="zh-CN"/>
              <a:t>:= </a:t>
            </a:r>
            <a:r>
              <a:rPr lang="en-US" altLang="zh-CN" i="1"/>
              <a:t>v</a:t>
            </a:r>
            <a:r>
              <a:rPr lang="en-US" altLang="zh-CN" i="1" baseline="-25000"/>
              <a:t>k</a:t>
            </a:r>
            <a:r>
              <a:rPr lang="en-US" altLang="zh-CN"/>
              <a:t> … </a:t>
            </a:r>
            <a:r>
              <a:rPr lang="en-US" altLang="zh-CN" i="1"/>
              <a:t>v</a:t>
            </a:r>
            <a:r>
              <a:rPr lang="en-US" altLang="zh-CN" i="1" baseline="-25000"/>
              <a:t>k</a:t>
            </a:r>
            <a:r>
              <a:rPr lang="en-US" altLang="zh-CN"/>
              <a:t>.</a:t>
            </a:r>
            <a:endParaRPr lang="en-US" altLang="zh-CN"/>
          </a:p>
          <a:p>
            <a:pPr>
              <a:lnSpc>
                <a:spcPct val="120000"/>
              </a:lnSpc>
              <a:spcBef>
                <a:spcPct val="0"/>
              </a:spcBef>
              <a:buNone/>
            </a:pPr>
            <a:r>
              <a:rPr lang="en-US" altLang="zh-CN"/>
              <a:t>            </a:t>
            </a:r>
            <a:r>
              <a:rPr lang="en-US" altLang="zh-CN" i="1">
                <a:solidFill>
                  <a:srgbClr val="FF9933"/>
                </a:solidFill>
              </a:rPr>
              <a:t>v</a:t>
            </a:r>
            <a:r>
              <a:rPr lang="en-US" altLang="zh-CN">
                <a:solidFill>
                  <a:srgbClr val="FF9933"/>
                </a:solidFill>
              </a:rPr>
              <a:t>*</a:t>
            </a:r>
            <a:r>
              <a:rPr lang="en-US" altLang="zh-CN"/>
              <a:t>:= </a:t>
            </a:r>
            <a:r>
              <a:rPr lang="en-US" altLang="zh-CN" i="1"/>
              <a:t>v</a:t>
            </a:r>
            <a:r>
              <a:rPr lang="en-US" altLang="zh-CN" i="1" baseline="-25000"/>
              <a:t>k</a:t>
            </a:r>
            <a:r>
              <a:rPr lang="en-US" altLang="zh-CN"/>
              <a:t>,</a:t>
            </a:r>
            <a:r>
              <a:rPr lang="en-US" altLang="zh-CN" i="1">
                <a:solidFill>
                  <a:srgbClr val="0066FF"/>
                </a:solidFill>
              </a:rPr>
              <a:t>v</a:t>
            </a:r>
            <a:r>
              <a:rPr lang="en-US" altLang="zh-CN"/>
              <a:t>:= </a:t>
            </a:r>
            <a:r>
              <a:rPr lang="en-US" altLang="zh-CN" i="1"/>
              <a:t>v</a:t>
            </a:r>
            <a:r>
              <a:rPr lang="en-US" altLang="zh-CN" i="1" baseline="-25000"/>
              <a:t>k</a:t>
            </a:r>
            <a:r>
              <a:rPr lang="en-US" altLang="zh-CN"/>
              <a:t>, </a:t>
            </a:r>
            <a:r>
              <a:rPr lang="en-US" altLang="zh-CN" i="1"/>
              <a:t>i</a:t>
            </a:r>
            <a:r>
              <a:rPr lang="en-US" altLang="zh-CN"/>
              <a:t>:=</a:t>
            </a:r>
            <a:r>
              <a:rPr lang="en-US" altLang="zh-CN" i="1"/>
              <a:t>i</a:t>
            </a:r>
            <a:r>
              <a:rPr lang="en-US" altLang="zh-CN"/>
              <a:t>+1, </a:t>
            </a:r>
            <a:r>
              <a:rPr lang="en-US" altLang="zh-CN">
                <a:solidFill>
                  <a:srgbClr val="0066FF"/>
                </a:solidFill>
              </a:rPr>
              <a:t>goto</a:t>
            </a:r>
            <a:r>
              <a:rPr lang="en-US" altLang="zh-CN"/>
              <a:t> (1). </a:t>
            </a:r>
            <a:endParaRPr lang="zh-CN" altLang="en-US"/>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en-US" altLang="en-US" b="0"/>
              <a:t>逐步插入回路算法</a:t>
            </a:r>
            <a:r>
              <a:rPr lang="en-US" altLang="zh-CN" b="0"/>
              <a:t>(</a:t>
            </a:r>
            <a:r>
              <a:rPr lang="en-US" altLang="en-US" b="0"/>
              <a:t>举例</a:t>
            </a:r>
            <a:r>
              <a:rPr lang="en-US" altLang="zh-CN" b="0"/>
              <a:t>)</a:t>
            </a:r>
            <a:endParaRPr lang="zh-CN" altLang="en-US" b="0"/>
          </a:p>
        </p:txBody>
      </p:sp>
      <p:grpSp>
        <p:nvGrpSpPr>
          <p:cNvPr id="43026" name="Group 19"/>
          <p:cNvGrpSpPr/>
          <p:nvPr/>
        </p:nvGrpSpPr>
        <p:grpSpPr>
          <a:xfrm>
            <a:off x="2411413" y="1341438"/>
            <a:ext cx="2016125" cy="1439862"/>
            <a:chOff x="2136" y="1026"/>
            <a:chExt cx="1334" cy="952"/>
          </a:xfrm>
        </p:grpSpPr>
        <p:sp>
          <p:nvSpPr>
            <p:cNvPr id="43027" name="Line 20"/>
            <p:cNvSpPr/>
            <p:nvPr/>
          </p:nvSpPr>
          <p:spPr>
            <a:xfrm>
              <a:off x="2200" y="1162"/>
              <a:ext cx="0" cy="272"/>
            </a:xfrm>
            <a:prstGeom prst="line">
              <a:avLst/>
            </a:prstGeom>
            <a:ln w="28575" cap="flat" cmpd="sng">
              <a:solidFill>
                <a:schemeClr val="hlink"/>
              </a:solidFill>
              <a:prstDash val="solid"/>
              <a:round/>
              <a:headEnd type="none" w="med" len="med"/>
              <a:tailEnd type="none" w="med" len="med"/>
            </a:ln>
          </p:spPr>
        </p:sp>
        <p:sp>
          <p:nvSpPr>
            <p:cNvPr id="43028" name="Oval 21"/>
            <p:cNvSpPr/>
            <p:nvPr/>
          </p:nvSpPr>
          <p:spPr>
            <a:xfrm>
              <a:off x="2136" y="1389"/>
              <a:ext cx="136" cy="136"/>
            </a:xfrm>
            <a:prstGeom prst="ellipse">
              <a:avLst/>
            </a:prstGeom>
            <a:gradFill rotWithShape="1">
              <a:gsLst>
                <a:gs pos="0">
                  <a:schemeClr val="bg1"/>
                </a:gs>
                <a:gs pos="100000">
                  <a:srgbClr val="0066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29" name="Oval 22"/>
            <p:cNvSpPr/>
            <p:nvPr/>
          </p:nvSpPr>
          <p:spPr>
            <a:xfrm>
              <a:off x="3334"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30" name="Line 23"/>
            <p:cNvSpPr/>
            <p:nvPr/>
          </p:nvSpPr>
          <p:spPr>
            <a:xfrm>
              <a:off x="2291" y="1090"/>
              <a:ext cx="1043" cy="0"/>
            </a:xfrm>
            <a:prstGeom prst="line">
              <a:avLst/>
            </a:prstGeom>
            <a:ln w="28575" cap="flat" cmpd="sng">
              <a:solidFill>
                <a:schemeClr val="tx1"/>
              </a:solidFill>
              <a:prstDash val="solid"/>
              <a:round/>
              <a:headEnd type="none" w="med" len="med"/>
              <a:tailEnd type="none" w="med" len="med"/>
            </a:ln>
          </p:spPr>
        </p:sp>
        <p:sp>
          <p:nvSpPr>
            <p:cNvPr id="43031" name="Oval 24"/>
            <p:cNvSpPr/>
            <p:nvPr/>
          </p:nvSpPr>
          <p:spPr>
            <a:xfrm>
              <a:off x="2744"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32" name="Line 25"/>
            <p:cNvSpPr/>
            <p:nvPr/>
          </p:nvSpPr>
          <p:spPr>
            <a:xfrm>
              <a:off x="2291" y="1933"/>
              <a:ext cx="1043" cy="0"/>
            </a:xfrm>
            <a:prstGeom prst="line">
              <a:avLst/>
            </a:prstGeom>
            <a:ln w="28575" cap="flat" cmpd="sng">
              <a:solidFill>
                <a:schemeClr val="tx1"/>
              </a:solidFill>
              <a:prstDash val="solid"/>
              <a:round/>
              <a:headEnd type="none" w="med" len="med"/>
              <a:tailEnd type="none" w="med" len="med"/>
            </a:ln>
          </p:spPr>
        </p:sp>
        <p:sp>
          <p:nvSpPr>
            <p:cNvPr id="43033" name="Oval 26"/>
            <p:cNvSpPr/>
            <p:nvPr/>
          </p:nvSpPr>
          <p:spPr>
            <a:xfrm>
              <a:off x="2155"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34" name="Oval 27"/>
            <p:cNvSpPr/>
            <p:nvPr/>
          </p:nvSpPr>
          <p:spPr>
            <a:xfrm>
              <a:off x="3334"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35" name="Line 28"/>
            <p:cNvSpPr/>
            <p:nvPr/>
          </p:nvSpPr>
          <p:spPr>
            <a:xfrm>
              <a:off x="3425" y="1162"/>
              <a:ext cx="0" cy="680"/>
            </a:xfrm>
            <a:prstGeom prst="line">
              <a:avLst/>
            </a:prstGeom>
            <a:ln w="28575" cap="flat" cmpd="sng">
              <a:solidFill>
                <a:schemeClr val="tx1"/>
              </a:solidFill>
              <a:prstDash val="solid"/>
              <a:round/>
              <a:headEnd type="none" w="med" len="med"/>
              <a:tailEnd type="none" w="med" len="med"/>
            </a:ln>
          </p:spPr>
        </p:sp>
        <p:sp>
          <p:nvSpPr>
            <p:cNvPr id="43036" name="Oval 29"/>
            <p:cNvSpPr/>
            <p:nvPr/>
          </p:nvSpPr>
          <p:spPr>
            <a:xfrm>
              <a:off x="2154" y="1026"/>
              <a:ext cx="136" cy="136"/>
            </a:xfrm>
            <a:prstGeom prst="ellipse">
              <a:avLst/>
            </a:prstGeom>
            <a:gradFill rotWithShape="1">
              <a:gsLst>
                <a:gs pos="0">
                  <a:schemeClr val="bg1"/>
                </a:gs>
                <a:gs pos="100000">
                  <a:srgbClr val="FF9933"/>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37" name="Oval 30"/>
            <p:cNvSpPr/>
            <p:nvPr/>
          </p:nvSpPr>
          <p:spPr>
            <a:xfrm>
              <a:off x="3334" y="1425"/>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38" name="Line 31"/>
            <p:cNvSpPr/>
            <p:nvPr/>
          </p:nvSpPr>
          <p:spPr>
            <a:xfrm>
              <a:off x="2245" y="1479"/>
              <a:ext cx="1089" cy="0"/>
            </a:xfrm>
            <a:prstGeom prst="line">
              <a:avLst/>
            </a:prstGeom>
            <a:ln w="28575" cap="flat" cmpd="sng">
              <a:solidFill>
                <a:schemeClr val="tx1"/>
              </a:solidFill>
              <a:prstDash val="solid"/>
              <a:round/>
              <a:headEnd type="none" w="med" len="med"/>
              <a:tailEnd type="none" w="med" len="med"/>
            </a:ln>
          </p:spPr>
        </p:sp>
        <p:sp>
          <p:nvSpPr>
            <p:cNvPr id="43039" name="Line 32"/>
            <p:cNvSpPr/>
            <p:nvPr/>
          </p:nvSpPr>
          <p:spPr>
            <a:xfrm flipV="1">
              <a:off x="2245" y="1117"/>
              <a:ext cx="545" cy="317"/>
            </a:xfrm>
            <a:prstGeom prst="line">
              <a:avLst/>
            </a:prstGeom>
            <a:ln w="28575" cap="flat" cmpd="sng">
              <a:solidFill>
                <a:schemeClr val="tx1"/>
              </a:solidFill>
              <a:prstDash val="solid"/>
              <a:round/>
              <a:headEnd type="none" w="med" len="med"/>
              <a:tailEnd type="none" w="med" len="med"/>
            </a:ln>
          </p:spPr>
        </p:sp>
        <p:sp>
          <p:nvSpPr>
            <p:cNvPr id="43040" name="Line 33"/>
            <p:cNvSpPr/>
            <p:nvPr/>
          </p:nvSpPr>
          <p:spPr>
            <a:xfrm>
              <a:off x="2880" y="1117"/>
              <a:ext cx="499" cy="317"/>
            </a:xfrm>
            <a:prstGeom prst="line">
              <a:avLst/>
            </a:prstGeom>
            <a:ln w="28575" cap="flat" cmpd="sng">
              <a:solidFill>
                <a:schemeClr val="tx1"/>
              </a:solidFill>
              <a:prstDash val="solid"/>
              <a:round/>
              <a:headEnd type="none" w="med" len="med"/>
              <a:tailEnd type="none" w="med" len="med"/>
            </a:ln>
          </p:spPr>
        </p:sp>
        <p:sp>
          <p:nvSpPr>
            <p:cNvPr id="43041" name="Line 34"/>
            <p:cNvSpPr/>
            <p:nvPr/>
          </p:nvSpPr>
          <p:spPr>
            <a:xfrm>
              <a:off x="2200" y="1525"/>
              <a:ext cx="0" cy="317"/>
            </a:xfrm>
            <a:prstGeom prst="line">
              <a:avLst/>
            </a:prstGeom>
            <a:ln w="28575" cap="flat" cmpd="sng">
              <a:solidFill>
                <a:schemeClr val="tx1"/>
              </a:solidFill>
              <a:prstDash val="solid"/>
              <a:round/>
              <a:headEnd type="none" w="med" len="med"/>
              <a:tailEnd type="none" w="med" len="med"/>
            </a:ln>
          </p:spPr>
        </p:sp>
      </p:grpSp>
      <p:grpSp>
        <p:nvGrpSpPr>
          <p:cNvPr id="43042" name="Group 35"/>
          <p:cNvGrpSpPr/>
          <p:nvPr/>
        </p:nvGrpSpPr>
        <p:grpSpPr>
          <a:xfrm>
            <a:off x="4716463" y="1341438"/>
            <a:ext cx="2017712" cy="1439862"/>
            <a:chOff x="3923" y="1026"/>
            <a:chExt cx="1361" cy="952"/>
          </a:xfrm>
        </p:grpSpPr>
        <p:sp>
          <p:nvSpPr>
            <p:cNvPr id="43043" name="Line 36"/>
            <p:cNvSpPr/>
            <p:nvPr/>
          </p:nvSpPr>
          <p:spPr>
            <a:xfrm>
              <a:off x="4105" y="1090"/>
              <a:ext cx="1043" cy="0"/>
            </a:xfrm>
            <a:prstGeom prst="line">
              <a:avLst/>
            </a:prstGeom>
            <a:ln w="28575" cap="flat" cmpd="sng">
              <a:solidFill>
                <a:schemeClr val="tx1"/>
              </a:solidFill>
              <a:prstDash val="solid"/>
              <a:round/>
              <a:headEnd type="none" w="med" len="med"/>
              <a:tailEnd type="none" w="med" len="med"/>
            </a:ln>
          </p:spPr>
        </p:sp>
        <p:sp>
          <p:nvSpPr>
            <p:cNvPr id="43044" name="Line 37"/>
            <p:cNvSpPr/>
            <p:nvPr/>
          </p:nvSpPr>
          <p:spPr>
            <a:xfrm>
              <a:off x="4014" y="1162"/>
              <a:ext cx="0" cy="272"/>
            </a:xfrm>
            <a:prstGeom prst="line">
              <a:avLst/>
            </a:prstGeom>
            <a:ln w="28575" cap="flat" cmpd="sng">
              <a:solidFill>
                <a:schemeClr val="hlink"/>
              </a:solidFill>
              <a:prstDash val="solid"/>
              <a:round/>
              <a:headEnd type="none" w="med" len="med"/>
              <a:tailEnd type="none" w="med" len="med"/>
            </a:ln>
          </p:spPr>
        </p:sp>
        <p:sp>
          <p:nvSpPr>
            <p:cNvPr id="43045" name="Oval 38"/>
            <p:cNvSpPr/>
            <p:nvPr/>
          </p:nvSpPr>
          <p:spPr>
            <a:xfrm>
              <a:off x="4558" y="1026"/>
              <a:ext cx="136" cy="136"/>
            </a:xfrm>
            <a:prstGeom prst="ellipse">
              <a:avLst/>
            </a:prstGeom>
            <a:gradFill rotWithShape="1">
              <a:gsLst>
                <a:gs pos="0">
                  <a:schemeClr val="bg1"/>
                </a:gs>
                <a:gs pos="100000">
                  <a:schemeClr val="fo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46" name="Oval 39"/>
            <p:cNvSpPr/>
            <p:nvPr/>
          </p:nvSpPr>
          <p:spPr>
            <a:xfrm>
              <a:off x="5148" y="1026"/>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47" name="Oval 40"/>
            <p:cNvSpPr/>
            <p:nvPr/>
          </p:nvSpPr>
          <p:spPr>
            <a:xfrm>
              <a:off x="3923" y="138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48" name="Line 41"/>
            <p:cNvSpPr/>
            <p:nvPr/>
          </p:nvSpPr>
          <p:spPr>
            <a:xfrm>
              <a:off x="4105" y="1933"/>
              <a:ext cx="1043" cy="0"/>
            </a:xfrm>
            <a:prstGeom prst="line">
              <a:avLst/>
            </a:prstGeom>
            <a:ln w="28575" cap="flat" cmpd="sng">
              <a:solidFill>
                <a:schemeClr val="tx1"/>
              </a:solidFill>
              <a:prstDash val="solid"/>
              <a:round/>
              <a:headEnd type="none" w="med" len="med"/>
              <a:tailEnd type="none" w="med" len="med"/>
            </a:ln>
          </p:spPr>
        </p:sp>
        <p:sp>
          <p:nvSpPr>
            <p:cNvPr id="43049" name="Oval 42"/>
            <p:cNvSpPr/>
            <p:nvPr/>
          </p:nvSpPr>
          <p:spPr>
            <a:xfrm>
              <a:off x="3969"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50" name="Oval 43"/>
            <p:cNvSpPr/>
            <p:nvPr/>
          </p:nvSpPr>
          <p:spPr>
            <a:xfrm>
              <a:off x="5148" y="184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51" name="Line 44"/>
            <p:cNvSpPr/>
            <p:nvPr/>
          </p:nvSpPr>
          <p:spPr>
            <a:xfrm>
              <a:off x="5239" y="1162"/>
              <a:ext cx="0" cy="680"/>
            </a:xfrm>
            <a:prstGeom prst="line">
              <a:avLst/>
            </a:prstGeom>
            <a:ln w="28575" cap="flat" cmpd="sng">
              <a:solidFill>
                <a:schemeClr val="tx1"/>
              </a:solidFill>
              <a:prstDash val="solid"/>
              <a:round/>
              <a:headEnd type="none" w="med" len="med"/>
              <a:tailEnd type="none" w="med" len="med"/>
            </a:ln>
          </p:spPr>
        </p:sp>
        <p:sp>
          <p:nvSpPr>
            <p:cNvPr id="43052" name="Oval 45"/>
            <p:cNvSpPr/>
            <p:nvPr/>
          </p:nvSpPr>
          <p:spPr>
            <a:xfrm>
              <a:off x="3968" y="1026"/>
              <a:ext cx="136" cy="136"/>
            </a:xfrm>
            <a:prstGeom prst="ellipse">
              <a:avLst/>
            </a:prstGeom>
            <a:gradFill rotWithShape="1">
              <a:gsLst>
                <a:gs pos="0">
                  <a:schemeClr val="bg1"/>
                </a:gs>
                <a:gs pos="100000">
                  <a:srgbClr val="FF9933"/>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53" name="Oval 46"/>
            <p:cNvSpPr/>
            <p:nvPr/>
          </p:nvSpPr>
          <p:spPr>
            <a:xfrm>
              <a:off x="5148" y="1425"/>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54" name="Line 47"/>
            <p:cNvSpPr/>
            <p:nvPr/>
          </p:nvSpPr>
          <p:spPr>
            <a:xfrm>
              <a:off x="4059" y="1479"/>
              <a:ext cx="1089" cy="0"/>
            </a:xfrm>
            <a:prstGeom prst="line">
              <a:avLst/>
            </a:prstGeom>
            <a:ln w="28575" cap="flat" cmpd="sng">
              <a:solidFill>
                <a:schemeClr val="tx1"/>
              </a:solidFill>
              <a:prstDash val="solid"/>
              <a:round/>
              <a:headEnd type="none" w="med" len="med"/>
              <a:tailEnd type="none" w="med" len="med"/>
            </a:ln>
          </p:spPr>
        </p:sp>
        <p:sp>
          <p:nvSpPr>
            <p:cNvPr id="43055" name="Line 48"/>
            <p:cNvSpPr/>
            <p:nvPr/>
          </p:nvSpPr>
          <p:spPr>
            <a:xfrm flipV="1">
              <a:off x="4059" y="1117"/>
              <a:ext cx="545" cy="317"/>
            </a:xfrm>
            <a:prstGeom prst="line">
              <a:avLst/>
            </a:prstGeom>
            <a:ln w="28575" cap="flat" cmpd="sng">
              <a:solidFill>
                <a:schemeClr val="hlink"/>
              </a:solidFill>
              <a:prstDash val="solid"/>
              <a:round/>
              <a:headEnd type="none" w="med" len="med"/>
              <a:tailEnd type="none" w="med" len="med"/>
            </a:ln>
          </p:spPr>
        </p:sp>
        <p:sp>
          <p:nvSpPr>
            <p:cNvPr id="43056" name="Line 49"/>
            <p:cNvSpPr/>
            <p:nvPr/>
          </p:nvSpPr>
          <p:spPr>
            <a:xfrm>
              <a:off x="4694" y="1117"/>
              <a:ext cx="499" cy="317"/>
            </a:xfrm>
            <a:prstGeom prst="line">
              <a:avLst/>
            </a:prstGeom>
            <a:ln w="28575" cap="flat" cmpd="sng">
              <a:solidFill>
                <a:schemeClr val="tx1"/>
              </a:solidFill>
              <a:prstDash val="solid"/>
              <a:round/>
              <a:headEnd type="none" w="med" len="med"/>
              <a:tailEnd type="none" w="med" len="med"/>
            </a:ln>
          </p:spPr>
        </p:sp>
        <p:sp>
          <p:nvSpPr>
            <p:cNvPr id="43057" name="Line 50"/>
            <p:cNvSpPr/>
            <p:nvPr/>
          </p:nvSpPr>
          <p:spPr>
            <a:xfrm>
              <a:off x="4014" y="1525"/>
              <a:ext cx="0" cy="317"/>
            </a:xfrm>
            <a:prstGeom prst="line">
              <a:avLst/>
            </a:prstGeom>
            <a:ln w="28575" cap="flat" cmpd="sng">
              <a:solidFill>
                <a:schemeClr val="tx1"/>
              </a:solidFill>
              <a:prstDash val="solid"/>
              <a:round/>
              <a:headEnd type="none" w="med" len="med"/>
              <a:tailEnd type="none" w="med" len="med"/>
            </a:ln>
          </p:spPr>
        </p:sp>
      </p:grpSp>
      <p:grpSp>
        <p:nvGrpSpPr>
          <p:cNvPr id="43058" name="Group 189"/>
          <p:cNvGrpSpPr/>
          <p:nvPr/>
        </p:nvGrpSpPr>
        <p:grpSpPr>
          <a:xfrm>
            <a:off x="6948488" y="1341438"/>
            <a:ext cx="2016125" cy="1439862"/>
            <a:chOff x="4377" y="845"/>
            <a:chExt cx="1270" cy="907"/>
          </a:xfrm>
        </p:grpSpPr>
        <p:sp>
          <p:nvSpPr>
            <p:cNvPr id="43059" name="Line 52"/>
            <p:cNvSpPr/>
            <p:nvPr/>
          </p:nvSpPr>
          <p:spPr>
            <a:xfrm>
              <a:off x="4547" y="906"/>
              <a:ext cx="465" cy="0"/>
            </a:xfrm>
            <a:prstGeom prst="line">
              <a:avLst/>
            </a:prstGeom>
            <a:ln w="28575" cap="flat" cmpd="sng">
              <a:solidFill>
                <a:schemeClr val="hlink"/>
              </a:solidFill>
              <a:prstDash val="solid"/>
              <a:round/>
              <a:headEnd type="none" w="med" len="med"/>
              <a:tailEnd type="none" w="med" len="med"/>
            </a:ln>
          </p:spPr>
        </p:sp>
        <p:sp>
          <p:nvSpPr>
            <p:cNvPr id="43060" name="Line 53"/>
            <p:cNvSpPr/>
            <p:nvPr/>
          </p:nvSpPr>
          <p:spPr>
            <a:xfrm>
              <a:off x="4462" y="975"/>
              <a:ext cx="0" cy="259"/>
            </a:xfrm>
            <a:prstGeom prst="line">
              <a:avLst/>
            </a:prstGeom>
            <a:ln w="28575" cap="flat" cmpd="sng">
              <a:solidFill>
                <a:schemeClr val="hlink"/>
              </a:solidFill>
              <a:prstDash val="solid"/>
              <a:round/>
              <a:headEnd type="none" w="med" len="med"/>
              <a:tailEnd type="none" w="med" len="med"/>
            </a:ln>
          </p:spPr>
        </p:sp>
        <p:sp>
          <p:nvSpPr>
            <p:cNvPr id="43061" name="Oval 54"/>
            <p:cNvSpPr/>
            <p:nvPr/>
          </p:nvSpPr>
          <p:spPr>
            <a:xfrm>
              <a:off x="4970" y="845"/>
              <a:ext cx="126"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62" name="Oval 55"/>
            <p:cNvSpPr/>
            <p:nvPr/>
          </p:nvSpPr>
          <p:spPr>
            <a:xfrm>
              <a:off x="5520" y="84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63" name="Oval 56"/>
            <p:cNvSpPr/>
            <p:nvPr/>
          </p:nvSpPr>
          <p:spPr>
            <a:xfrm>
              <a:off x="4377" y="1191"/>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64" name="Line 57"/>
            <p:cNvSpPr/>
            <p:nvPr/>
          </p:nvSpPr>
          <p:spPr>
            <a:xfrm>
              <a:off x="4547" y="1709"/>
              <a:ext cx="973" cy="0"/>
            </a:xfrm>
            <a:prstGeom prst="line">
              <a:avLst/>
            </a:prstGeom>
            <a:ln w="28575" cap="flat" cmpd="sng">
              <a:solidFill>
                <a:schemeClr val="tx1"/>
              </a:solidFill>
              <a:prstDash val="solid"/>
              <a:round/>
              <a:headEnd type="none" w="med" len="med"/>
              <a:tailEnd type="none" w="med" len="med"/>
            </a:ln>
          </p:spPr>
        </p:sp>
        <p:sp>
          <p:nvSpPr>
            <p:cNvPr id="43065" name="Oval 58"/>
            <p:cNvSpPr/>
            <p:nvPr/>
          </p:nvSpPr>
          <p:spPr>
            <a:xfrm>
              <a:off x="4420" y="1622"/>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66" name="Oval 59"/>
            <p:cNvSpPr/>
            <p:nvPr/>
          </p:nvSpPr>
          <p:spPr>
            <a:xfrm>
              <a:off x="5520" y="1622"/>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67" name="Line 60"/>
            <p:cNvSpPr/>
            <p:nvPr/>
          </p:nvSpPr>
          <p:spPr>
            <a:xfrm>
              <a:off x="5605" y="975"/>
              <a:ext cx="0" cy="647"/>
            </a:xfrm>
            <a:prstGeom prst="line">
              <a:avLst/>
            </a:prstGeom>
            <a:ln w="28575" cap="flat" cmpd="sng">
              <a:solidFill>
                <a:schemeClr val="tx1"/>
              </a:solidFill>
              <a:prstDash val="solid"/>
              <a:round/>
              <a:headEnd type="none" w="med" len="med"/>
              <a:tailEnd type="none" w="med" len="med"/>
            </a:ln>
          </p:spPr>
        </p:sp>
        <p:sp>
          <p:nvSpPr>
            <p:cNvPr id="43068" name="Oval 61"/>
            <p:cNvSpPr/>
            <p:nvPr/>
          </p:nvSpPr>
          <p:spPr>
            <a:xfrm>
              <a:off x="4419" y="845"/>
              <a:ext cx="127" cy="130"/>
            </a:xfrm>
            <a:prstGeom prst="ellipse">
              <a:avLst/>
            </a:prstGeom>
            <a:gradFill rotWithShape="1">
              <a:gsLst>
                <a:gs pos="0">
                  <a:schemeClr val="bg1"/>
                </a:gs>
                <a:gs pos="100000">
                  <a:srgbClr val="FF9933"/>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69" name="Oval 62"/>
            <p:cNvSpPr/>
            <p:nvPr/>
          </p:nvSpPr>
          <p:spPr>
            <a:xfrm>
              <a:off x="5520" y="122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70" name="Line 63"/>
            <p:cNvSpPr/>
            <p:nvPr/>
          </p:nvSpPr>
          <p:spPr>
            <a:xfrm>
              <a:off x="4504" y="1277"/>
              <a:ext cx="1016" cy="0"/>
            </a:xfrm>
            <a:prstGeom prst="line">
              <a:avLst/>
            </a:prstGeom>
            <a:ln w="28575" cap="flat" cmpd="sng">
              <a:solidFill>
                <a:schemeClr val="tx1"/>
              </a:solidFill>
              <a:prstDash val="solid"/>
              <a:round/>
              <a:headEnd type="none" w="med" len="med"/>
              <a:tailEnd type="none" w="med" len="med"/>
            </a:ln>
          </p:spPr>
        </p:sp>
        <p:sp>
          <p:nvSpPr>
            <p:cNvPr id="43071" name="Line 64"/>
            <p:cNvSpPr/>
            <p:nvPr/>
          </p:nvSpPr>
          <p:spPr>
            <a:xfrm flipV="1">
              <a:off x="4504" y="932"/>
              <a:ext cx="508" cy="302"/>
            </a:xfrm>
            <a:prstGeom prst="line">
              <a:avLst/>
            </a:prstGeom>
            <a:ln w="28575" cap="flat" cmpd="sng">
              <a:solidFill>
                <a:schemeClr val="hlink"/>
              </a:solidFill>
              <a:prstDash val="solid"/>
              <a:round/>
              <a:headEnd type="none" w="med" len="med"/>
              <a:tailEnd type="none" w="med" len="med"/>
            </a:ln>
          </p:spPr>
        </p:sp>
        <p:sp>
          <p:nvSpPr>
            <p:cNvPr id="43072" name="Line 65"/>
            <p:cNvSpPr/>
            <p:nvPr/>
          </p:nvSpPr>
          <p:spPr>
            <a:xfrm>
              <a:off x="5096" y="932"/>
              <a:ext cx="466" cy="302"/>
            </a:xfrm>
            <a:prstGeom prst="line">
              <a:avLst/>
            </a:prstGeom>
            <a:ln w="28575" cap="flat" cmpd="sng">
              <a:solidFill>
                <a:schemeClr val="tx1"/>
              </a:solidFill>
              <a:prstDash val="solid"/>
              <a:round/>
              <a:headEnd type="none" w="med" len="med"/>
              <a:tailEnd type="none" w="med" len="med"/>
            </a:ln>
          </p:spPr>
        </p:sp>
        <p:sp>
          <p:nvSpPr>
            <p:cNvPr id="43073" name="Line 66"/>
            <p:cNvSpPr/>
            <p:nvPr/>
          </p:nvSpPr>
          <p:spPr>
            <a:xfrm>
              <a:off x="4462" y="1320"/>
              <a:ext cx="0" cy="302"/>
            </a:xfrm>
            <a:prstGeom prst="line">
              <a:avLst/>
            </a:prstGeom>
            <a:ln w="28575" cap="flat" cmpd="sng">
              <a:solidFill>
                <a:schemeClr val="tx1"/>
              </a:solidFill>
              <a:prstDash val="solid"/>
              <a:round/>
              <a:headEnd type="none" w="med" len="med"/>
              <a:tailEnd type="none" w="med" len="med"/>
            </a:ln>
          </p:spPr>
        </p:sp>
        <p:sp>
          <p:nvSpPr>
            <p:cNvPr id="43074" name="Line 188"/>
            <p:cNvSpPr/>
            <p:nvPr/>
          </p:nvSpPr>
          <p:spPr>
            <a:xfrm>
              <a:off x="5103" y="899"/>
              <a:ext cx="453" cy="0"/>
            </a:xfrm>
            <a:prstGeom prst="line">
              <a:avLst/>
            </a:prstGeom>
            <a:ln w="28575" cap="flat" cmpd="sng">
              <a:solidFill>
                <a:schemeClr val="tx1"/>
              </a:solidFill>
              <a:prstDash val="solid"/>
              <a:round/>
              <a:headEnd type="none" w="med" len="med"/>
              <a:tailEnd type="none" w="med" len="med"/>
            </a:ln>
          </p:spPr>
        </p:sp>
      </p:grpSp>
      <p:grpSp>
        <p:nvGrpSpPr>
          <p:cNvPr id="43075" name="Group 192"/>
          <p:cNvGrpSpPr/>
          <p:nvPr/>
        </p:nvGrpSpPr>
        <p:grpSpPr>
          <a:xfrm>
            <a:off x="107950" y="2997200"/>
            <a:ext cx="1987550" cy="1439863"/>
            <a:chOff x="68" y="1888"/>
            <a:chExt cx="1252" cy="907"/>
          </a:xfrm>
        </p:grpSpPr>
        <p:grpSp>
          <p:nvGrpSpPr>
            <p:cNvPr id="43076" name="Group 191"/>
            <p:cNvGrpSpPr/>
            <p:nvPr/>
          </p:nvGrpSpPr>
          <p:grpSpPr>
            <a:xfrm>
              <a:off x="68" y="1888"/>
              <a:ext cx="1252" cy="907"/>
              <a:chOff x="68" y="1888"/>
              <a:chExt cx="1252" cy="907"/>
            </a:xfrm>
          </p:grpSpPr>
          <p:sp>
            <p:nvSpPr>
              <p:cNvPr id="43077" name="Line 68"/>
              <p:cNvSpPr/>
              <p:nvPr/>
            </p:nvSpPr>
            <p:spPr>
              <a:xfrm>
                <a:off x="220" y="1949"/>
                <a:ext cx="437" cy="0"/>
              </a:xfrm>
              <a:prstGeom prst="line">
                <a:avLst/>
              </a:prstGeom>
              <a:ln w="28575" cap="flat" cmpd="sng">
                <a:solidFill>
                  <a:schemeClr val="hlink"/>
                </a:solidFill>
                <a:prstDash val="solid"/>
                <a:round/>
                <a:headEnd type="none" w="med" len="med"/>
                <a:tailEnd type="none" w="med" len="med"/>
              </a:ln>
            </p:spPr>
          </p:sp>
          <p:sp>
            <p:nvSpPr>
              <p:cNvPr id="43078" name="Line 69"/>
              <p:cNvSpPr/>
              <p:nvPr/>
            </p:nvSpPr>
            <p:spPr>
              <a:xfrm>
                <a:off x="135" y="2018"/>
                <a:ext cx="0" cy="259"/>
              </a:xfrm>
              <a:prstGeom prst="line">
                <a:avLst/>
              </a:prstGeom>
              <a:ln w="28575" cap="flat" cmpd="sng">
                <a:solidFill>
                  <a:schemeClr val="hlink"/>
                </a:solidFill>
                <a:prstDash val="solid"/>
                <a:round/>
                <a:headEnd type="none" w="med" len="med"/>
                <a:tailEnd type="none" w="med" len="med"/>
              </a:ln>
            </p:spPr>
          </p:sp>
          <p:sp>
            <p:nvSpPr>
              <p:cNvPr id="43079" name="Oval 70"/>
              <p:cNvSpPr/>
              <p:nvPr/>
            </p:nvSpPr>
            <p:spPr>
              <a:xfrm>
                <a:off x="643" y="1888"/>
                <a:ext cx="126" cy="130"/>
              </a:xfrm>
              <a:prstGeom prst="ellipse">
                <a:avLst/>
              </a:prstGeom>
              <a:gradFill rotWithShape="1">
                <a:gsLst>
                  <a:gs pos="0">
                    <a:schemeClr val="bg1"/>
                  </a:gs>
                  <a:gs pos="100000">
                    <a:srgbClr val="FF00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80" name="Oval 71"/>
              <p:cNvSpPr/>
              <p:nvPr/>
            </p:nvSpPr>
            <p:spPr>
              <a:xfrm>
                <a:off x="119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81" name="Oval 72"/>
              <p:cNvSpPr/>
              <p:nvPr/>
            </p:nvSpPr>
            <p:spPr>
              <a:xfrm>
                <a:off x="6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82" name="Line 73"/>
              <p:cNvSpPr/>
              <p:nvPr/>
            </p:nvSpPr>
            <p:spPr>
              <a:xfrm>
                <a:off x="220" y="2752"/>
                <a:ext cx="973" cy="0"/>
              </a:xfrm>
              <a:prstGeom prst="line">
                <a:avLst/>
              </a:prstGeom>
              <a:ln w="28575" cap="flat" cmpd="sng">
                <a:solidFill>
                  <a:schemeClr val="tx1"/>
                </a:solidFill>
                <a:prstDash val="solid"/>
                <a:round/>
                <a:headEnd type="none" w="med" len="med"/>
                <a:tailEnd type="none" w="med" len="med"/>
              </a:ln>
            </p:spPr>
          </p:sp>
          <p:sp>
            <p:nvSpPr>
              <p:cNvPr id="43083" name="Oval 74"/>
              <p:cNvSpPr/>
              <p:nvPr/>
            </p:nvSpPr>
            <p:spPr>
              <a:xfrm>
                <a:off x="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84" name="Oval 75"/>
              <p:cNvSpPr/>
              <p:nvPr/>
            </p:nvSpPr>
            <p:spPr>
              <a:xfrm>
                <a:off x="11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85" name="Line 76"/>
              <p:cNvSpPr/>
              <p:nvPr/>
            </p:nvSpPr>
            <p:spPr>
              <a:xfrm>
                <a:off x="1278" y="2387"/>
                <a:ext cx="0" cy="278"/>
              </a:xfrm>
              <a:prstGeom prst="line">
                <a:avLst/>
              </a:prstGeom>
              <a:ln w="28575" cap="flat" cmpd="sng">
                <a:solidFill>
                  <a:schemeClr val="tx1"/>
                </a:solidFill>
                <a:prstDash val="solid"/>
                <a:round/>
                <a:headEnd type="none" w="med" len="med"/>
                <a:tailEnd type="none" w="med" len="med"/>
              </a:ln>
            </p:spPr>
          </p:sp>
          <p:sp>
            <p:nvSpPr>
              <p:cNvPr id="43086" name="Oval 77"/>
              <p:cNvSpPr/>
              <p:nvPr/>
            </p:nvSpPr>
            <p:spPr>
              <a:xfrm>
                <a:off x="9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87" name="Oval 78"/>
              <p:cNvSpPr/>
              <p:nvPr/>
            </p:nvSpPr>
            <p:spPr>
              <a:xfrm>
                <a:off x="1193" y="2268"/>
                <a:ext cx="127" cy="130"/>
              </a:xfrm>
              <a:prstGeom prst="ellipse">
                <a:avLst/>
              </a:prstGeom>
              <a:gradFill rotWithShape="1">
                <a:gsLst>
                  <a:gs pos="0">
                    <a:schemeClr val="bg1"/>
                  </a:gs>
                  <a:gs pos="100000">
                    <a:srgbClr val="0066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88" name="Line 79"/>
              <p:cNvSpPr/>
              <p:nvPr/>
            </p:nvSpPr>
            <p:spPr>
              <a:xfrm>
                <a:off x="177" y="2320"/>
                <a:ext cx="1016" cy="0"/>
              </a:xfrm>
              <a:prstGeom prst="line">
                <a:avLst/>
              </a:prstGeom>
              <a:ln w="28575" cap="flat" cmpd="sng">
                <a:solidFill>
                  <a:schemeClr val="tx1"/>
                </a:solidFill>
                <a:prstDash val="solid"/>
                <a:round/>
                <a:headEnd type="none" w="med" len="med"/>
                <a:tailEnd type="none" w="med" len="med"/>
              </a:ln>
            </p:spPr>
          </p:sp>
          <p:sp>
            <p:nvSpPr>
              <p:cNvPr id="43089" name="Line 80"/>
              <p:cNvSpPr/>
              <p:nvPr/>
            </p:nvSpPr>
            <p:spPr>
              <a:xfrm flipV="1">
                <a:off x="177" y="1975"/>
                <a:ext cx="508" cy="302"/>
              </a:xfrm>
              <a:prstGeom prst="line">
                <a:avLst/>
              </a:prstGeom>
              <a:ln w="28575" cap="flat" cmpd="sng">
                <a:solidFill>
                  <a:schemeClr val="hlink"/>
                </a:solidFill>
                <a:prstDash val="solid"/>
                <a:round/>
                <a:headEnd type="none" w="med" len="med"/>
                <a:tailEnd type="none" w="med" len="med"/>
              </a:ln>
            </p:spPr>
          </p:sp>
          <p:sp>
            <p:nvSpPr>
              <p:cNvPr id="43090" name="Line 81"/>
              <p:cNvSpPr/>
              <p:nvPr/>
            </p:nvSpPr>
            <p:spPr>
              <a:xfrm>
                <a:off x="769" y="1975"/>
                <a:ext cx="466" cy="302"/>
              </a:xfrm>
              <a:prstGeom prst="line">
                <a:avLst/>
              </a:prstGeom>
              <a:ln w="28575" cap="flat" cmpd="sng">
                <a:solidFill>
                  <a:srgbClr val="FF0000"/>
                </a:solidFill>
                <a:prstDash val="solid"/>
                <a:round/>
                <a:headEnd type="none" w="med" len="med"/>
                <a:tailEnd type="none" w="med" len="med"/>
              </a:ln>
            </p:spPr>
          </p:sp>
          <p:sp>
            <p:nvSpPr>
              <p:cNvPr id="43091" name="Line 82"/>
              <p:cNvSpPr/>
              <p:nvPr/>
            </p:nvSpPr>
            <p:spPr>
              <a:xfrm>
                <a:off x="135" y="2363"/>
                <a:ext cx="0" cy="302"/>
              </a:xfrm>
              <a:prstGeom prst="line">
                <a:avLst/>
              </a:prstGeom>
              <a:ln w="28575" cap="flat" cmpd="sng">
                <a:solidFill>
                  <a:schemeClr val="tx1"/>
                </a:solidFill>
                <a:prstDash val="solid"/>
                <a:round/>
                <a:headEnd type="none" w="med" len="med"/>
                <a:tailEnd type="none" w="med" len="med"/>
              </a:ln>
            </p:spPr>
          </p:sp>
          <p:sp>
            <p:nvSpPr>
              <p:cNvPr id="43092" name="Line 83"/>
              <p:cNvSpPr/>
              <p:nvPr/>
            </p:nvSpPr>
            <p:spPr>
              <a:xfrm>
                <a:off x="1279" y="2024"/>
                <a:ext cx="0" cy="272"/>
              </a:xfrm>
              <a:prstGeom prst="line">
                <a:avLst/>
              </a:prstGeom>
              <a:ln w="28575" cap="flat" cmpd="sng">
                <a:solidFill>
                  <a:schemeClr val="tx1"/>
                </a:solidFill>
                <a:prstDash val="solid"/>
                <a:round/>
                <a:headEnd type="none" w="med" len="med"/>
                <a:tailEnd type="none" w="med" len="med"/>
              </a:ln>
            </p:spPr>
          </p:sp>
        </p:grpSp>
        <p:sp>
          <p:nvSpPr>
            <p:cNvPr id="43093" name="Line 190"/>
            <p:cNvSpPr/>
            <p:nvPr/>
          </p:nvSpPr>
          <p:spPr>
            <a:xfrm>
              <a:off x="748" y="1951"/>
              <a:ext cx="499" cy="0"/>
            </a:xfrm>
            <a:prstGeom prst="line">
              <a:avLst/>
            </a:prstGeom>
            <a:ln w="28575" cap="flat" cmpd="sng">
              <a:solidFill>
                <a:schemeClr val="tx1"/>
              </a:solidFill>
              <a:prstDash val="solid"/>
              <a:round/>
              <a:headEnd type="none" w="med" len="med"/>
              <a:tailEnd type="none" w="med" len="med"/>
            </a:ln>
          </p:spPr>
        </p:sp>
      </p:grpSp>
      <p:grpSp>
        <p:nvGrpSpPr>
          <p:cNvPr id="43094" name="Group 193"/>
          <p:cNvGrpSpPr/>
          <p:nvPr/>
        </p:nvGrpSpPr>
        <p:grpSpPr>
          <a:xfrm>
            <a:off x="2368550" y="2997200"/>
            <a:ext cx="1987550" cy="1439863"/>
            <a:chOff x="68" y="1888"/>
            <a:chExt cx="1252" cy="907"/>
          </a:xfrm>
        </p:grpSpPr>
        <p:grpSp>
          <p:nvGrpSpPr>
            <p:cNvPr id="43095" name="Group 194"/>
            <p:cNvGrpSpPr/>
            <p:nvPr/>
          </p:nvGrpSpPr>
          <p:grpSpPr>
            <a:xfrm>
              <a:off x="68" y="1888"/>
              <a:ext cx="1252" cy="907"/>
              <a:chOff x="68" y="1888"/>
              <a:chExt cx="1252" cy="907"/>
            </a:xfrm>
          </p:grpSpPr>
          <p:sp>
            <p:nvSpPr>
              <p:cNvPr id="43096" name="Line 195"/>
              <p:cNvSpPr/>
              <p:nvPr/>
            </p:nvSpPr>
            <p:spPr>
              <a:xfrm>
                <a:off x="220" y="1949"/>
                <a:ext cx="437" cy="0"/>
              </a:xfrm>
              <a:prstGeom prst="line">
                <a:avLst/>
              </a:prstGeom>
              <a:ln w="28575" cap="flat" cmpd="sng">
                <a:solidFill>
                  <a:schemeClr val="hlink"/>
                </a:solidFill>
                <a:prstDash val="solid"/>
                <a:round/>
                <a:headEnd type="none" w="med" len="med"/>
                <a:tailEnd type="none" w="med" len="med"/>
              </a:ln>
            </p:spPr>
          </p:sp>
          <p:sp>
            <p:nvSpPr>
              <p:cNvPr id="43097" name="Line 196"/>
              <p:cNvSpPr/>
              <p:nvPr/>
            </p:nvSpPr>
            <p:spPr>
              <a:xfrm>
                <a:off x="135" y="2018"/>
                <a:ext cx="0" cy="259"/>
              </a:xfrm>
              <a:prstGeom prst="line">
                <a:avLst/>
              </a:prstGeom>
              <a:ln w="28575" cap="flat" cmpd="sng">
                <a:solidFill>
                  <a:schemeClr val="hlink"/>
                </a:solidFill>
                <a:prstDash val="solid"/>
                <a:round/>
                <a:headEnd type="none" w="med" len="med"/>
                <a:tailEnd type="none" w="med" len="med"/>
              </a:ln>
            </p:spPr>
          </p:sp>
          <p:sp>
            <p:nvSpPr>
              <p:cNvPr id="43098" name="Oval 197"/>
              <p:cNvSpPr/>
              <p:nvPr/>
            </p:nvSpPr>
            <p:spPr>
              <a:xfrm>
                <a:off x="643" y="1888"/>
                <a:ext cx="126" cy="130"/>
              </a:xfrm>
              <a:prstGeom prst="ellipse">
                <a:avLst/>
              </a:prstGeom>
              <a:gradFill rotWithShape="1">
                <a:gsLst>
                  <a:gs pos="0">
                    <a:schemeClr val="bg1"/>
                  </a:gs>
                  <a:gs pos="100000">
                    <a:srgbClr val="FF00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099" name="Oval 198"/>
              <p:cNvSpPr/>
              <p:nvPr/>
            </p:nvSpPr>
            <p:spPr>
              <a:xfrm>
                <a:off x="1193" y="1888"/>
                <a:ext cx="127" cy="130"/>
              </a:xfrm>
              <a:prstGeom prst="ellipse">
                <a:avLst/>
              </a:prstGeom>
              <a:gradFill rotWithShape="1">
                <a:gsLst>
                  <a:gs pos="0">
                    <a:schemeClr val="bg1"/>
                  </a:gs>
                  <a:gs pos="100000">
                    <a:srgbClr val="0066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00" name="Oval 199"/>
              <p:cNvSpPr/>
              <p:nvPr/>
            </p:nvSpPr>
            <p:spPr>
              <a:xfrm>
                <a:off x="6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01" name="Line 200"/>
              <p:cNvSpPr/>
              <p:nvPr/>
            </p:nvSpPr>
            <p:spPr>
              <a:xfrm>
                <a:off x="220" y="2752"/>
                <a:ext cx="973" cy="0"/>
              </a:xfrm>
              <a:prstGeom prst="line">
                <a:avLst/>
              </a:prstGeom>
              <a:ln w="28575" cap="flat" cmpd="sng">
                <a:solidFill>
                  <a:schemeClr val="tx1"/>
                </a:solidFill>
                <a:prstDash val="solid"/>
                <a:round/>
                <a:headEnd type="none" w="med" len="med"/>
                <a:tailEnd type="none" w="med" len="med"/>
              </a:ln>
            </p:spPr>
          </p:sp>
          <p:sp>
            <p:nvSpPr>
              <p:cNvPr id="43102" name="Oval 201"/>
              <p:cNvSpPr/>
              <p:nvPr/>
            </p:nvSpPr>
            <p:spPr>
              <a:xfrm>
                <a:off x="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03" name="Oval 202"/>
              <p:cNvSpPr/>
              <p:nvPr/>
            </p:nvSpPr>
            <p:spPr>
              <a:xfrm>
                <a:off x="11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04" name="Line 203"/>
              <p:cNvSpPr/>
              <p:nvPr/>
            </p:nvSpPr>
            <p:spPr>
              <a:xfrm>
                <a:off x="1278" y="2387"/>
                <a:ext cx="0" cy="278"/>
              </a:xfrm>
              <a:prstGeom prst="line">
                <a:avLst/>
              </a:prstGeom>
              <a:ln w="28575" cap="flat" cmpd="sng">
                <a:solidFill>
                  <a:schemeClr val="tx1"/>
                </a:solidFill>
                <a:prstDash val="solid"/>
                <a:round/>
                <a:headEnd type="none" w="med" len="med"/>
                <a:tailEnd type="none" w="med" len="med"/>
              </a:ln>
            </p:spPr>
          </p:sp>
          <p:sp>
            <p:nvSpPr>
              <p:cNvPr id="43105" name="Oval 204"/>
              <p:cNvSpPr/>
              <p:nvPr/>
            </p:nvSpPr>
            <p:spPr>
              <a:xfrm>
                <a:off x="9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06" name="Oval 205"/>
              <p:cNvSpPr/>
              <p:nvPr/>
            </p:nvSpPr>
            <p:spPr>
              <a:xfrm>
                <a:off x="1193" y="226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07" name="Line 206"/>
              <p:cNvSpPr/>
              <p:nvPr/>
            </p:nvSpPr>
            <p:spPr>
              <a:xfrm>
                <a:off x="177" y="2320"/>
                <a:ext cx="1016" cy="0"/>
              </a:xfrm>
              <a:prstGeom prst="line">
                <a:avLst/>
              </a:prstGeom>
              <a:ln w="28575" cap="flat" cmpd="sng">
                <a:solidFill>
                  <a:schemeClr val="tx1"/>
                </a:solidFill>
                <a:prstDash val="solid"/>
                <a:round/>
                <a:headEnd type="none" w="med" len="med"/>
                <a:tailEnd type="none" w="med" len="med"/>
              </a:ln>
            </p:spPr>
          </p:sp>
          <p:sp>
            <p:nvSpPr>
              <p:cNvPr id="43108" name="Line 207"/>
              <p:cNvSpPr/>
              <p:nvPr/>
            </p:nvSpPr>
            <p:spPr>
              <a:xfrm flipV="1">
                <a:off x="177" y="1975"/>
                <a:ext cx="508" cy="302"/>
              </a:xfrm>
              <a:prstGeom prst="line">
                <a:avLst/>
              </a:prstGeom>
              <a:ln w="28575" cap="flat" cmpd="sng">
                <a:solidFill>
                  <a:schemeClr val="hlink"/>
                </a:solidFill>
                <a:prstDash val="solid"/>
                <a:round/>
                <a:headEnd type="none" w="med" len="med"/>
                <a:tailEnd type="none" w="med" len="med"/>
              </a:ln>
            </p:spPr>
          </p:sp>
          <p:sp>
            <p:nvSpPr>
              <p:cNvPr id="43109" name="Line 208"/>
              <p:cNvSpPr/>
              <p:nvPr/>
            </p:nvSpPr>
            <p:spPr>
              <a:xfrm>
                <a:off x="769" y="1975"/>
                <a:ext cx="466" cy="302"/>
              </a:xfrm>
              <a:prstGeom prst="line">
                <a:avLst/>
              </a:prstGeom>
              <a:ln w="28575" cap="flat" cmpd="sng">
                <a:solidFill>
                  <a:srgbClr val="FF0000"/>
                </a:solidFill>
                <a:prstDash val="solid"/>
                <a:round/>
                <a:headEnd type="none" w="med" len="med"/>
                <a:tailEnd type="none" w="med" len="med"/>
              </a:ln>
            </p:spPr>
          </p:sp>
          <p:sp>
            <p:nvSpPr>
              <p:cNvPr id="43110" name="Line 209"/>
              <p:cNvSpPr/>
              <p:nvPr/>
            </p:nvSpPr>
            <p:spPr>
              <a:xfrm>
                <a:off x="135" y="2363"/>
                <a:ext cx="0" cy="302"/>
              </a:xfrm>
              <a:prstGeom prst="line">
                <a:avLst/>
              </a:prstGeom>
              <a:ln w="28575" cap="flat" cmpd="sng">
                <a:solidFill>
                  <a:schemeClr val="tx1"/>
                </a:solidFill>
                <a:prstDash val="solid"/>
                <a:round/>
                <a:headEnd type="none" w="med" len="med"/>
                <a:tailEnd type="none" w="med" len="med"/>
              </a:ln>
            </p:spPr>
          </p:sp>
          <p:sp>
            <p:nvSpPr>
              <p:cNvPr id="43111" name="Line 210"/>
              <p:cNvSpPr/>
              <p:nvPr/>
            </p:nvSpPr>
            <p:spPr>
              <a:xfrm>
                <a:off x="1279" y="2024"/>
                <a:ext cx="0" cy="272"/>
              </a:xfrm>
              <a:prstGeom prst="line">
                <a:avLst/>
              </a:prstGeom>
              <a:ln w="28575" cap="flat" cmpd="sng">
                <a:solidFill>
                  <a:srgbClr val="FF0000"/>
                </a:solidFill>
                <a:prstDash val="solid"/>
                <a:round/>
                <a:headEnd type="none" w="med" len="med"/>
                <a:tailEnd type="none" w="med" len="med"/>
              </a:ln>
            </p:spPr>
          </p:sp>
        </p:grpSp>
        <p:sp>
          <p:nvSpPr>
            <p:cNvPr id="43112" name="Line 211"/>
            <p:cNvSpPr/>
            <p:nvPr/>
          </p:nvSpPr>
          <p:spPr>
            <a:xfrm>
              <a:off x="748" y="1951"/>
              <a:ext cx="499" cy="0"/>
            </a:xfrm>
            <a:prstGeom prst="line">
              <a:avLst/>
            </a:prstGeom>
            <a:ln w="28575" cap="flat" cmpd="sng">
              <a:solidFill>
                <a:schemeClr val="tx1"/>
              </a:solidFill>
              <a:prstDash val="solid"/>
              <a:round/>
              <a:headEnd type="none" w="med" len="med"/>
              <a:tailEnd type="none" w="med" len="med"/>
            </a:ln>
          </p:spPr>
        </p:sp>
      </p:grpSp>
      <p:grpSp>
        <p:nvGrpSpPr>
          <p:cNvPr id="43113" name="Group 212"/>
          <p:cNvGrpSpPr/>
          <p:nvPr/>
        </p:nvGrpSpPr>
        <p:grpSpPr>
          <a:xfrm>
            <a:off x="4745038" y="2997200"/>
            <a:ext cx="1987550" cy="1439863"/>
            <a:chOff x="68" y="1888"/>
            <a:chExt cx="1252" cy="907"/>
          </a:xfrm>
        </p:grpSpPr>
        <p:grpSp>
          <p:nvGrpSpPr>
            <p:cNvPr id="43114" name="Group 213"/>
            <p:cNvGrpSpPr/>
            <p:nvPr/>
          </p:nvGrpSpPr>
          <p:grpSpPr>
            <a:xfrm>
              <a:off x="68" y="1888"/>
              <a:ext cx="1252" cy="907"/>
              <a:chOff x="68" y="1888"/>
              <a:chExt cx="1252" cy="907"/>
            </a:xfrm>
          </p:grpSpPr>
          <p:sp>
            <p:nvSpPr>
              <p:cNvPr id="43115" name="Line 214"/>
              <p:cNvSpPr/>
              <p:nvPr/>
            </p:nvSpPr>
            <p:spPr>
              <a:xfrm>
                <a:off x="220" y="1949"/>
                <a:ext cx="437" cy="0"/>
              </a:xfrm>
              <a:prstGeom prst="line">
                <a:avLst/>
              </a:prstGeom>
              <a:ln w="28575" cap="flat" cmpd="sng">
                <a:solidFill>
                  <a:schemeClr val="hlink"/>
                </a:solidFill>
                <a:prstDash val="solid"/>
                <a:round/>
                <a:headEnd type="none" w="med" len="med"/>
                <a:tailEnd type="none" w="med" len="med"/>
              </a:ln>
            </p:spPr>
          </p:sp>
          <p:sp>
            <p:nvSpPr>
              <p:cNvPr id="43116" name="Line 215"/>
              <p:cNvSpPr/>
              <p:nvPr/>
            </p:nvSpPr>
            <p:spPr>
              <a:xfrm>
                <a:off x="135" y="2018"/>
                <a:ext cx="0" cy="259"/>
              </a:xfrm>
              <a:prstGeom prst="line">
                <a:avLst/>
              </a:prstGeom>
              <a:ln w="28575" cap="flat" cmpd="sng">
                <a:solidFill>
                  <a:schemeClr val="hlink"/>
                </a:solidFill>
                <a:prstDash val="solid"/>
                <a:round/>
                <a:headEnd type="none" w="med" len="med"/>
                <a:tailEnd type="none" w="med" len="med"/>
              </a:ln>
            </p:spPr>
          </p:sp>
          <p:sp>
            <p:nvSpPr>
              <p:cNvPr id="43117" name="Oval 216"/>
              <p:cNvSpPr/>
              <p:nvPr/>
            </p:nvSpPr>
            <p:spPr>
              <a:xfrm>
                <a:off x="643" y="1888"/>
                <a:ext cx="126" cy="130"/>
              </a:xfrm>
              <a:prstGeom prst="ellipse">
                <a:avLst/>
              </a:prstGeom>
              <a:gradFill rotWithShape="1">
                <a:gsLst>
                  <a:gs pos="0">
                    <a:schemeClr val="bg1"/>
                  </a:gs>
                  <a:gs pos="100000">
                    <a:srgbClr val="FF00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18" name="Oval 217"/>
              <p:cNvSpPr/>
              <p:nvPr/>
            </p:nvSpPr>
            <p:spPr>
              <a:xfrm>
                <a:off x="119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19" name="Oval 218"/>
              <p:cNvSpPr/>
              <p:nvPr/>
            </p:nvSpPr>
            <p:spPr>
              <a:xfrm>
                <a:off x="6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20" name="Line 219"/>
              <p:cNvSpPr/>
              <p:nvPr/>
            </p:nvSpPr>
            <p:spPr>
              <a:xfrm>
                <a:off x="220" y="2752"/>
                <a:ext cx="973" cy="0"/>
              </a:xfrm>
              <a:prstGeom prst="line">
                <a:avLst/>
              </a:prstGeom>
              <a:ln w="28575" cap="flat" cmpd="sng">
                <a:solidFill>
                  <a:schemeClr val="tx1"/>
                </a:solidFill>
                <a:prstDash val="solid"/>
                <a:round/>
                <a:headEnd type="none" w="med" len="med"/>
                <a:tailEnd type="none" w="med" len="med"/>
              </a:ln>
            </p:spPr>
          </p:sp>
          <p:sp>
            <p:nvSpPr>
              <p:cNvPr id="43121" name="Oval 220"/>
              <p:cNvSpPr/>
              <p:nvPr/>
            </p:nvSpPr>
            <p:spPr>
              <a:xfrm>
                <a:off x="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22" name="Oval 221"/>
              <p:cNvSpPr/>
              <p:nvPr/>
            </p:nvSpPr>
            <p:spPr>
              <a:xfrm>
                <a:off x="11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23" name="Line 222"/>
              <p:cNvSpPr/>
              <p:nvPr/>
            </p:nvSpPr>
            <p:spPr>
              <a:xfrm>
                <a:off x="1278" y="2387"/>
                <a:ext cx="0" cy="278"/>
              </a:xfrm>
              <a:prstGeom prst="line">
                <a:avLst/>
              </a:prstGeom>
              <a:ln w="28575" cap="flat" cmpd="sng">
                <a:solidFill>
                  <a:schemeClr val="tx1"/>
                </a:solidFill>
                <a:prstDash val="solid"/>
                <a:round/>
                <a:headEnd type="none" w="med" len="med"/>
                <a:tailEnd type="none" w="med" len="med"/>
              </a:ln>
            </p:spPr>
          </p:sp>
          <p:sp>
            <p:nvSpPr>
              <p:cNvPr id="43124" name="Oval 223"/>
              <p:cNvSpPr/>
              <p:nvPr/>
            </p:nvSpPr>
            <p:spPr>
              <a:xfrm>
                <a:off x="9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25" name="Oval 224"/>
              <p:cNvSpPr/>
              <p:nvPr/>
            </p:nvSpPr>
            <p:spPr>
              <a:xfrm>
                <a:off x="1193" y="226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26" name="Line 225"/>
              <p:cNvSpPr/>
              <p:nvPr/>
            </p:nvSpPr>
            <p:spPr>
              <a:xfrm>
                <a:off x="177" y="2320"/>
                <a:ext cx="1016" cy="0"/>
              </a:xfrm>
              <a:prstGeom prst="line">
                <a:avLst/>
              </a:prstGeom>
              <a:ln w="28575" cap="flat" cmpd="sng">
                <a:solidFill>
                  <a:schemeClr val="tx1"/>
                </a:solidFill>
                <a:prstDash val="solid"/>
                <a:round/>
                <a:headEnd type="none" w="med" len="med"/>
                <a:tailEnd type="none" w="med" len="med"/>
              </a:ln>
            </p:spPr>
          </p:sp>
          <p:sp>
            <p:nvSpPr>
              <p:cNvPr id="43127" name="Line 226"/>
              <p:cNvSpPr/>
              <p:nvPr/>
            </p:nvSpPr>
            <p:spPr>
              <a:xfrm flipV="1">
                <a:off x="177" y="1975"/>
                <a:ext cx="508" cy="302"/>
              </a:xfrm>
              <a:prstGeom prst="line">
                <a:avLst/>
              </a:prstGeom>
              <a:ln w="28575" cap="flat" cmpd="sng">
                <a:solidFill>
                  <a:schemeClr val="hlink"/>
                </a:solidFill>
                <a:prstDash val="solid"/>
                <a:round/>
                <a:headEnd type="none" w="med" len="med"/>
                <a:tailEnd type="none" w="med" len="med"/>
              </a:ln>
            </p:spPr>
          </p:sp>
          <p:sp>
            <p:nvSpPr>
              <p:cNvPr id="43128" name="Line 227"/>
              <p:cNvSpPr/>
              <p:nvPr/>
            </p:nvSpPr>
            <p:spPr>
              <a:xfrm>
                <a:off x="769" y="1975"/>
                <a:ext cx="466" cy="302"/>
              </a:xfrm>
              <a:prstGeom prst="line">
                <a:avLst/>
              </a:prstGeom>
              <a:ln w="28575" cap="flat" cmpd="sng">
                <a:solidFill>
                  <a:srgbClr val="FF0000"/>
                </a:solidFill>
                <a:prstDash val="solid"/>
                <a:round/>
                <a:headEnd type="none" w="med" len="med"/>
                <a:tailEnd type="none" w="med" len="med"/>
              </a:ln>
            </p:spPr>
          </p:sp>
          <p:sp>
            <p:nvSpPr>
              <p:cNvPr id="43129" name="Line 228"/>
              <p:cNvSpPr/>
              <p:nvPr/>
            </p:nvSpPr>
            <p:spPr>
              <a:xfrm>
                <a:off x="135" y="2363"/>
                <a:ext cx="0" cy="302"/>
              </a:xfrm>
              <a:prstGeom prst="line">
                <a:avLst/>
              </a:prstGeom>
              <a:ln w="28575" cap="flat" cmpd="sng">
                <a:solidFill>
                  <a:schemeClr val="tx1"/>
                </a:solidFill>
                <a:prstDash val="solid"/>
                <a:round/>
                <a:headEnd type="none" w="med" len="med"/>
                <a:tailEnd type="none" w="med" len="med"/>
              </a:ln>
            </p:spPr>
          </p:sp>
          <p:sp>
            <p:nvSpPr>
              <p:cNvPr id="43130" name="Line 229"/>
              <p:cNvSpPr/>
              <p:nvPr/>
            </p:nvSpPr>
            <p:spPr>
              <a:xfrm>
                <a:off x="1279" y="2024"/>
                <a:ext cx="0" cy="272"/>
              </a:xfrm>
              <a:prstGeom prst="line">
                <a:avLst/>
              </a:prstGeom>
              <a:ln w="28575" cap="flat" cmpd="sng">
                <a:solidFill>
                  <a:srgbClr val="FF0000"/>
                </a:solidFill>
                <a:prstDash val="solid"/>
                <a:round/>
                <a:headEnd type="none" w="med" len="med"/>
                <a:tailEnd type="none" w="med" len="med"/>
              </a:ln>
            </p:spPr>
          </p:sp>
        </p:grpSp>
        <p:sp>
          <p:nvSpPr>
            <p:cNvPr id="43131" name="Line 230"/>
            <p:cNvSpPr/>
            <p:nvPr/>
          </p:nvSpPr>
          <p:spPr>
            <a:xfrm>
              <a:off x="748" y="1951"/>
              <a:ext cx="499" cy="0"/>
            </a:xfrm>
            <a:prstGeom prst="line">
              <a:avLst/>
            </a:prstGeom>
            <a:ln w="28575" cap="flat" cmpd="sng">
              <a:solidFill>
                <a:srgbClr val="FF0000"/>
              </a:solidFill>
              <a:prstDash val="solid"/>
              <a:round/>
              <a:headEnd type="none" w="med" len="med"/>
              <a:tailEnd type="none" w="med" len="med"/>
            </a:ln>
          </p:spPr>
        </p:sp>
      </p:grpSp>
      <p:grpSp>
        <p:nvGrpSpPr>
          <p:cNvPr id="43132" name="Group 250"/>
          <p:cNvGrpSpPr/>
          <p:nvPr/>
        </p:nvGrpSpPr>
        <p:grpSpPr>
          <a:xfrm>
            <a:off x="136525" y="4652963"/>
            <a:ext cx="1987550" cy="1439862"/>
            <a:chOff x="68" y="1888"/>
            <a:chExt cx="1252" cy="907"/>
          </a:xfrm>
        </p:grpSpPr>
        <p:grpSp>
          <p:nvGrpSpPr>
            <p:cNvPr id="43133" name="Group 251"/>
            <p:cNvGrpSpPr/>
            <p:nvPr/>
          </p:nvGrpSpPr>
          <p:grpSpPr>
            <a:xfrm>
              <a:off x="68" y="1888"/>
              <a:ext cx="1252" cy="907"/>
              <a:chOff x="68" y="1888"/>
              <a:chExt cx="1252" cy="907"/>
            </a:xfrm>
          </p:grpSpPr>
          <p:sp>
            <p:nvSpPr>
              <p:cNvPr id="43134" name="Line 252"/>
              <p:cNvSpPr/>
              <p:nvPr/>
            </p:nvSpPr>
            <p:spPr>
              <a:xfrm>
                <a:off x="220" y="1949"/>
                <a:ext cx="437" cy="0"/>
              </a:xfrm>
              <a:prstGeom prst="line">
                <a:avLst/>
              </a:prstGeom>
              <a:ln w="28575" cap="flat" cmpd="sng">
                <a:solidFill>
                  <a:schemeClr val="hlink"/>
                </a:solidFill>
                <a:prstDash val="solid"/>
                <a:round/>
                <a:headEnd type="none" w="med" len="med"/>
                <a:tailEnd type="none" w="med" len="med"/>
              </a:ln>
            </p:spPr>
          </p:sp>
          <p:sp>
            <p:nvSpPr>
              <p:cNvPr id="43135" name="Line 253"/>
              <p:cNvSpPr/>
              <p:nvPr/>
            </p:nvSpPr>
            <p:spPr>
              <a:xfrm>
                <a:off x="135" y="2018"/>
                <a:ext cx="0" cy="259"/>
              </a:xfrm>
              <a:prstGeom prst="line">
                <a:avLst/>
              </a:prstGeom>
              <a:ln w="28575" cap="flat" cmpd="sng">
                <a:solidFill>
                  <a:schemeClr val="hlink"/>
                </a:solidFill>
                <a:prstDash val="solid"/>
                <a:round/>
                <a:headEnd type="none" w="med" len="med"/>
                <a:tailEnd type="none" w="med" len="med"/>
              </a:ln>
            </p:spPr>
          </p:sp>
          <p:sp>
            <p:nvSpPr>
              <p:cNvPr id="43136" name="Oval 254"/>
              <p:cNvSpPr/>
              <p:nvPr/>
            </p:nvSpPr>
            <p:spPr>
              <a:xfrm>
                <a:off x="643" y="1888"/>
                <a:ext cx="126"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37" name="Oval 255"/>
              <p:cNvSpPr/>
              <p:nvPr/>
            </p:nvSpPr>
            <p:spPr>
              <a:xfrm>
                <a:off x="119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38" name="Oval 256"/>
              <p:cNvSpPr/>
              <p:nvPr/>
            </p:nvSpPr>
            <p:spPr>
              <a:xfrm>
                <a:off x="68" y="2234"/>
                <a:ext cx="127" cy="129"/>
              </a:xfrm>
              <a:prstGeom prst="ellipse">
                <a:avLst/>
              </a:prstGeom>
              <a:gradFill rotWithShape="1">
                <a:gsLst>
                  <a:gs pos="0">
                    <a:schemeClr val="bg1"/>
                  </a:gs>
                  <a:gs pos="100000">
                    <a:schemeClr val="folHlink"/>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39" name="Line 257"/>
              <p:cNvSpPr/>
              <p:nvPr/>
            </p:nvSpPr>
            <p:spPr>
              <a:xfrm>
                <a:off x="220" y="2752"/>
                <a:ext cx="973" cy="0"/>
              </a:xfrm>
              <a:prstGeom prst="line">
                <a:avLst/>
              </a:prstGeom>
              <a:ln w="28575" cap="flat" cmpd="sng">
                <a:solidFill>
                  <a:schemeClr val="tx1"/>
                </a:solidFill>
                <a:prstDash val="solid"/>
                <a:round/>
                <a:headEnd type="none" w="med" len="med"/>
                <a:tailEnd type="none" w="med" len="med"/>
              </a:ln>
            </p:spPr>
          </p:sp>
          <p:sp>
            <p:nvSpPr>
              <p:cNvPr id="43140" name="Oval 258"/>
              <p:cNvSpPr/>
              <p:nvPr/>
            </p:nvSpPr>
            <p:spPr>
              <a:xfrm>
                <a:off x="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41" name="Oval 259"/>
              <p:cNvSpPr/>
              <p:nvPr/>
            </p:nvSpPr>
            <p:spPr>
              <a:xfrm>
                <a:off x="11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42" name="Line 260"/>
              <p:cNvSpPr/>
              <p:nvPr/>
            </p:nvSpPr>
            <p:spPr>
              <a:xfrm>
                <a:off x="1278" y="2387"/>
                <a:ext cx="0" cy="278"/>
              </a:xfrm>
              <a:prstGeom prst="line">
                <a:avLst/>
              </a:prstGeom>
              <a:ln w="28575" cap="flat" cmpd="sng">
                <a:solidFill>
                  <a:schemeClr val="tx1"/>
                </a:solidFill>
                <a:prstDash val="solid"/>
                <a:round/>
                <a:headEnd type="none" w="med" len="med"/>
                <a:tailEnd type="none" w="med" len="med"/>
              </a:ln>
            </p:spPr>
          </p:sp>
          <p:sp>
            <p:nvSpPr>
              <p:cNvPr id="43143" name="Oval 261"/>
              <p:cNvSpPr/>
              <p:nvPr/>
            </p:nvSpPr>
            <p:spPr>
              <a:xfrm>
                <a:off x="9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44" name="Oval 262"/>
              <p:cNvSpPr/>
              <p:nvPr/>
            </p:nvSpPr>
            <p:spPr>
              <a:xfrm>
                <a:off x="1193" y="2268"/>
                <a:ext cx="127" cy="130"/>
              </a:xfrm>
              <a:prstGeom prst="ellipse">
                <a:avLst/>
              </a:prstGeom>
              <a:solidFill>
                <a:srgbClr val="219402"/>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45" name="Line 263"/>
              <p:cNvSpPr/>
              <p:nvPr/>
            </p:nvSpPr>
            <p:spPr>
              <a:xfrm>
                <a:off x="177" y="2320"/>
                <a:ext cx="1016" cy="0"/>
              </a:xfrm>
              <a:prstGeom prst="line">
                <a:avLst/>
              </a:prstGeom>
              <a:ln w="28575" cap="flat" cmpd="sng">
                <a:solidFill>
                  <a:srgbClr val="FF0000"/>
                </a:solidFill>
                <a:prstDash val="solid"/>
                <a:round/>
                <a:headEnd type="none" w="med" len="med"/>
                <a:tailEnd type="none" w="med" len="med"/>
              </a:ln>
            </p:spPr>
          </p:sp>
          <p:sp>
            <p:nvSpPr>
              <p:cNvPr id="43146" name="Line 264"/>
              <p:cNvSpPr/>
              <p:nvPr/>
            </p:nvSpPr>
            <p:spPr>
              <a:xfrm flipV="1">
                <a:off x="177" y="1975"/>
                <a:ext cx="508" cy="302"/>
              </a:xfrm>
              <a:prstGeom prst="line">
                <a:avLst/>
              </a:prstGeom>
              <a:ln w="28575" cap="flat" cmpd="sng">
                <a:solidFill>
                  <a:schemeClr val="hlink"/>
                </a:solidFill>
                <a:prstDash val="solid"/>
                <a:round/>
                <a:headEnd type="none" w="med" len="med"/>
                <a:tailEnd type="none" w="med" len="med"/>
              </a:ln>
            </p:spPr>
          </p:sp>
          <p:sp>
            <p:nvSpPr>
              <p:cNvPr id="43147" name="Line 265"/>
              <p:cNvSpPr/>
              <p:nvPr/>
            </p:nvSpPr>
            <p:spPr>
              <a:xfrm>
                <a:off x="769" y="1975"/>
                <a:ext cx="466" cy="302"/>
              </a:xfrm>
              <a:prstGeom prst="line">
                <a:avLst/>
              </a:prstGeom>
              <a:ln w="28575" cap="flat" cmpd="sng">
                <a:solidFill>
                  <a:srgbClr val="FF0000"/>
                </a:solidFill>
                <a:prstDash val="solid"/>
                <a:round/>
                <a:headEnd type="none" w="med" len="med"/>
                <a:tailEnd type="none" w="med" len="med"/>
              </a:ln>
            </p:spPr>
          </p:sp>
          <p:sp>
            <p:nvSpPr>
              <p:cNvPr id="43148" name="Line 266"/>
              <p:cNvSpPr/>
              <p:nvPr/>
            </p:nvSpPr>
            <p:spPr>
              <a:xfrm>
                <a:off x="135" y="2363"/>
                <a:ext cx="0" cy="302"/>
              </a:xfrm>
              <a:prstGeom prst="line">
                <a:avLst/>
              </a:prstGeom>
              <a:ln w="28575" cap="flat" cmpd="sng">
                <a:solidFill>
                  <a:schemeClr val="tx1"/>
                </a:solidFill>
                <a:prstDash val="solid"/>
                <a:round/>
                <a:headEnd type="none" w="med" len="med"/>
                <a:tailEnd type="none" w="med" len="med"/>
              </a:ln>
            </p:spPr>
          </p:sp>
          <p:sp>
            <p:nvSpPr>
              <p:cNvPr id="43149" name="Line 267"/>
              <p:cNvSpPr/>
              <p:nvPr/>
            </p:nvSpPr>
            <p:spPr>
              <a:xfrm>
                <a:off x="1279" y="2024"/>
                <a:ext cx="0" cy="272"/>
              </a:xfrm>
              <a:prstGeom prst="line">
                <a:avLst/>
              </a:prstGeom>
              <a:ln w="28575" cap="flat" cmpd="sng">
                <a:solidFill>
                  <a:srgbClr val="FF0000"/>
                </a:solidFill>
                <a:prstDash val="solid"/>
                <a:round/>
                <a:headEnd type="none" w="med" len="med"/>
                <a:tailEnd type="none" w="med" len="med"/>
              </a:ln>
            </p:spPr>
          </p:sp>
        </p:grpSp>
        <p:sp>
          <p:nvSpPr>
            <p:cNvPr id="43150" name="Line 268"/>
            <p:cNvSpPr/>
            <p:nvPr/>
          </p:nvSpPr>
          <p:spPr>
            <a:xfrm>
              <a:off x="748" y="1951"/>
              <a:ext cx="499" cy="0"/>
            </a:xfrm>
            <a:prstGeom prst="line">
              <a:avLst/>
            </a:prstGeom>
            <a:ln w="28575" cap="flat" cmpd="sng">
              <a:solidFill>
                <a:srgbClr val="FF0000"/>
              </a:solidFill>
              <a:prstDash val="solid"/>
              <a:round/>
              <a:headEnd type="none" w="med" len="med"/>
              <a:tailEnd type="none" w="med" len="med"/>
            </a:ln>
          </p:spPr>
        </p:sp>
      </p:grpSp>
      <p:grpSp>
        <p:nvGrpSpPr>
          <p:cNvPr id="43151" name="Group 269"/>
          <p:cNvGrpSpPr/>
          <p:nvPr/>
        </p:nvGrpSpPr>
        <p:grpSpPr>
          <a:xfrm>
            <a:off x="2368550" y="4652963"/>
            <a:ext cx="1987550" cy="1439862"/>
            <a:chOff x="68" y="1888"/>
            <a:chExt cx="1252" cy="907"/>
          </a:xfrm>
        </p:grpSpPr>
        <p:grpSp>
          <p:nvGrpSpPr>
            <p:cNvPr id="43152" name="Group 270"/>
            <p:cNvGrpSpPr/>
            <p:nvPr/>
          </p:nvGrpSpPr>
          <p:grpSpPr>
            <a:xfrm>
              <a:off x="68" y="1888"/>
              <a:ext cx="1252" cy="907"/>
              <a:chOff x="68" y="1888"/>
              <a:chExt cx="1252" cy="907"/>
            </a:xfrm>
          </p:grpSpPr>
          <p:sp>
            <p:nvSpPr>
              <p:cNvPr id="43153" name="Line 271"/>
              <p:cNvSpPr/>
              <p:nvPr/>
            </p:nvSpPr>
            <p:spPr>
              <a:xfrm>
                <a:off x="220" y="1949"/>
                <a:ext cx="437" cy="0"/>
              </a:xfrm>
              <a:prstGeom prst="line">
                <a:avLst/>
              </a:prstGeom>
              <a:ln w="28575" cap="flat" cmpd="sng">
                <a:solidFill>
                  <a:schemeClr val="hlink"/>
                </a:solidFill>
                <a:prstDash val="solid"/>
                <a:round/>
                <a:headEnd type="none" w="med" len="med"/>
                <a:tailEnd type="none" w="med" len="med"/>
              </a:ln>
            </p:spPr>
          </p:sp>
          <p:sp>
            <p:nvSpPr>
              <p:cNvPr id="43154" name="Line 272"/>
              <p:cNvSpPr/>
              <p:nvPr/>
            </p:nvSpPr>
            <p:spPr>
              <a:xfrm>
                <a:off x="135" y="2018"/>
                <a:ext cx="0" cy="259"/>
              </a:xfrm>
              <a:prstGeom prst="line">
                <a:avLst/>
              </a:prstGeom>
              <a:ln w="28575" cap="flat" cmpd="sng">
                <a:solidFill>
                  <a:schemeClr val="hlink"/>
                </a:solidFill>
                <a:prstDash val="solid"/>
                <a:round/>
                <a:headEnd type="none" w="med" len="med"/>
                <a:tailEnd type="none" w="med" len="med"/>
              </a:ln>
            </p:spPr>
          </p:sp>
          <p:sp>
            <p:nvSpPr>
              <p:cNvPr id="43155" name="Oval 273"/>
              <p:cNvSpPr/>
              <p:nvPr/>
            </p:nvSpPr>
            <p:spPr>
              <a:xfrm>
                <a:off x="643" y="1888"/>
                <a:ext cx="126" cy="130"/>
              </a:xfrm>
              <a:prstGeom prst="ellipse">
                <a:avLst/>
              </a:prstGeom>
              <a:gradFill rotWithShape="1">
                <a:gsLst>
                  <a:gs pos="0">
                    <a:schemeClr val="bg1"/>
                  </a:gs>
                  <a:gs pos="100000">
                    <a:srgbClr val="FF00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56" name="Oval 274"/>
              <p:cNvSpPr/>
              <p:nvPr/>
            </p:nvSpPr>
            <p:spPr>
              <a:xfrm>
                <a:off x="119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57" name="Oval 275"/>
              <p:cNvSpPr/>
              <p:nvPr/>
            </p:nvSpPr>
            <p:spPr>
              <a:xfrm>
                <a:off x="6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58" name="Line 276"/>
              <p:cNvSpPr/>
              <p:nvPr/>
            </p:nvSpPr>
            <p:spPr>
              <a:xfrm>
                <a:off x="220" y="2752"/>
                <a:ext cx="973" cy="0"/>
              </a:xfrm>
              <a:prstGeom prst="line">
                <a:avLst/>
              </a:prstGeom>
              <a:ln w="28575" cap="flat" cmpd="sng">
                <a:solidFill>
                  <a:schemeClr val="tx1"/>
                </a:solidFill>
                <a:prstDash val="solid"/>
                <a:round/>
                <a:headEnd type="none" w="med" len="med"/>
                <a:tailEnd type="none" w="med" len="med"/>
              </a:ln>
            </p:spPr>
          </p:sp>
          <p:sp>
            <p:nvSpPr>
              <p:cNvPr id="43159" name="Oval 277"/>
              <p:cNvSpPr/>
              <p:nvPr/>
            </p:nvSpPr>
            <p:spPr>
              <a:xfrm>
                <a:off x="93" y="2665"/>
                <a:ext cx="127" cy="130"/>
              </a:xfrm>
              <a:prstGeom prst="ellipse">
                <a:avLst/>
              </a:prstGeom>
              <a:gradFill rotWithShape="1">
                <a:gsLst>
                  <a:gs pos="0">
                    <a:schemeClr val="bg1"/>
                  </a:gs>
                  <a:gs pos="100000">
                    <a:srgbClr val="0066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60" name="Oval 278"/>
              <p:cNvSpPr/>
              <p:nvPr/>
            </p:nvSpPr>
            <p:spPr>
              <a:xfrm>
                <a:off x="11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61" name="Line 279"/>
              <p:cNvSpPr/>
              <p:nvPr/>
            </p:nvSpPr>
            <p:spPr>
              <a:xfrm>
                <a:off x="1278" y="2387"/>
                <a:ext cx="0" cy="278"/>
              </a:xfrm>
              <a:prstGeom prst="line">
                <a:avLst/>
              </a:prstGeom>
              <a:ln w="28575" cap="flat" cmpd="sng">
                <a:solidFill>
                  <a:schemeClr val="tx1"/>
                </a:solidFill>
                <a:prstDash val="solid"/>
                <a:round/>
                <a:headEnd type="none" w="med" len="med"/>
                <a:tailEnd type="none" w="med" len="med"/>
              </a:ln>
            </p:spPr>
          </p:sp>
          <p:sp>
            <p:nvSpPr>
              <p:cNvPr id="43162" name="Oval 280"/>
              <p:cNvSpPr/>
              <p:nvPr/>
            </p:nvSpPr>
            <p:spPr>
              <a:xfrm>
                <a:off x="9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63" name="Oval 281"/>
              <p:cNvSpPr/>
              <p:nvPr/>
            </p:nvSpPr>
            <p:spPr>
              <a:xfrm>
                <a:off x="1193" y="2268"/>
                <a:ext cx="127" cy="130"/>
              </a:xfrm>
              <a:prstGeom prst="ellipse">
                <a:avLst/>
              </a:prstGeom>
              <a:solidFill>
                <a:srgbClr val="219402"/>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64" name="Line 282"/>
              <p:cNvSpPr/>
              <p:nvPr/>
            </p:nvSpPr>
            <p:spPr>
              <a:xfrm>
                <a:off x="177" y="2320"/>
                <a:ext cx="1016" cy="0"/>
              </a:xfrm>
              <a:prstGeom prst="line">
                <a:avLst/>
              </a:prstGeom>
              <a:ln w="28575" cap="flat" cmpd="sng">
                <a:solidFill>
                  <a:srgbClr val="FF0000"/>
                </a:solidFill>
                <a:prstDash val="solid"/>
                <a:round/>
                <a:headEnd type="none" w="med" len="med"/>
                <a:tailEnd type="none" w="med" len="med"/>
              </a:ln>
            </p:spPr>
          </p:sp>
          <p:sp>
            <p:nvSpPr>
              <p:cNvPr id="43165" name="Line 283"/>
              <p:cNvSpPr/>
              <p:nvPr/>
            </p:nvSpPr>
            <p:spPr>
              <a:xfrm flipV="1">
                <a:off x="177" y="1975"/>
                <a:ext cx="508" cy="302"/>
              </a:xfrm>
              <a:prstGeom prst="line">
                <a:avLst/>
              </a:prstGeom>
              <a:ln w="28575" cap="flat" cmpd="sng">
                <a:solidFill>
                  <a:schemeClr val="hlink"/>
                </a:solidFill>
                <a:prstDash val="solid"/>
                <a:round/>
                <a:headEnd type="none" w="med" len="med"/>
                <a:tailEnd type="none" w="med" len="med"/>
              </a:ln>
            </p:spPr>
          </p:sp>
          <p:sp>
            <p:nvSpPr>
              <p:cNvPr id="43166" name="Line 284"/>
              <p:cNvSpPr/>
              <p:nvPr/>
            </p:nvSpPr>
            <p:spPr>
              <a:xfrm>
                <a:off x="769" y="1975"/>
                <a:ext cx="466" cy="302"/>
              </a:xfrm>
              <a:prstGeom prst="line">
                <a:avLst/>
              </a:prstGeom>
              <a:ln w="28575" cap="flat" cmpd="sng">
                <a:solidFill>
                  <a:srgbClr val="FF0000"/>
                </a:solidFill>
                <a:prstDash val="solid"/>
                <a:round/>
                <a:headEnd type="none" w="med" len="med"/>
                <a:tailEnd type="none" w="med" len="med"/>
              </a:ln>
            </p:spPr>
          </p:sp>
          <p:sp>
            <p:nvSpPr>
              <p:cNvPr id="43167" name="Line 285"/>
              <p:cNvSpPr/>
              <p:nvPr/>
            </p:nvSpPr>
            <p:spPr>
              <a:xfrm>
                <a:off x="135" y="2363"/>
                <a:ext cx="0" cy="302"/>
              </a:xfrm>
              <a:prstGeom prst="line">
                <a:avLst/>
              </a:prstGeom>
              <a:ln w="28575" cap="flat" cmpd="sng">
                <a:solidFill>
                  <a:srgbClr val="FF0000"/>
                </a:solidFill>
                <a:prstDash val="solid"/>
                <a:round/>
                <a:headEnd type="none" w="med" len="med"/>
                <a:tailEnd type="none" w="med" len="med"/>
              </a:ln>
            </p:spPr>
          </p:sp>
          <p:sp>
            <p:nvSpPr>
              <p:cNvPr id="43168" name="Line 286"/>
              <p:cNvSpPr/>
              <p:nvPr/>
            </p:nvSpPr>
            <p:spPr>
              <a:xfrm>
                <a:off x="1279" y="2024"/>
                <a:ext cx="0" cy="272"/>
              </a:xfrm>
              <a:prstGeom prst="line">
                <a:avLst/>
              </a:prstGeom>
              <a:ln w="28575" cap="flat" cmpd="sng">
                <a:solidFill>
                  <a:srgbClr val="FF0000"/>
                </a:solidFill>
                <a:prstDash val="solid"/>
                <a:round/>
                <a:headEnd type="none" w="med" len="med"/>
                <a:tailEnd type="none" w="med" len="med"/>
              </a:ln>
            </p:spPr>
          </p:sp>
        </p:grpSp>
        <p:sp>
          <p:nvSpPr>
            <p:cNvPr id="43169" name="Line 287"/>
            <p:cNvSpPr/>
            <p:nvPr/>
          </p:nvSpPr>
          <p:spPr>
            <a:xfrm>
              <a:off x="748" y="1951"/>
              <a:ext cx="499" cy="0"/>
            </a:xfrm>
            <a:prstGeom prst="line">
              <a:avLst/>
            </a:prstGeom>
            <a:ln w="28575" cap="flat" cmpd="sng">
              <a:solidFill>
                <a:srgbClr val="FF0000"/>
              </a:solidFill>
              <a:prstDash val="solid"/>
              <a:round/>
              <a:headEnd type="none" w="med" len="med"/>
              <a:tailEnd type="none" w="med" len="med"/>
            </a:ln>
          </p:spPr>
        </p:sp>
      </p:grpSp>
      <p:grpSp>
        <p:nvGrpSpPr>
          <p:cNvPr id="43170" name="Group 288"/>
          <p:cNvGrpSpPr/>
          <p:nvPr/>
        </p:nvGrpSpPr>
        <p:grpSpPr>
          <a:xfrm>
            <a:off x="4745038" y="4652963"/>
            <a:ext cx="1987550" cy="1439862"/>
            <a:chOff x="68" y="1888"/>
            <a:chExt cx="1252" cy="907"/>
          </a:xfrm>
        </p:grpSpPr>
        <p:grpSp>
          <p:nvGrpSpPr>
            <p:cNvPr id="43171" name="Group 289"/>
            <p:cNvGrpSpPr/>
            <p:nvPr/>
          </p:nvGrpSpPr>
          <p:grpSpPr>
            <a:xfrm>
              <a:off x="68" y="1888"/>
              <a:ext cx="1252" cy="907"/>
              <a:chOff x="68" y="1888"/>
              <a:chExt cx="1252" cy="907"/>
            </a:xfrm>
          </p:grpSpPr>
          <p:sp>
            <p:nvSpPr>
              <p:cNvPr id="43172" name="Line 290"/>
              <p:cNvSpPr/>
              <p:nvPr/>
            </p:nvSpPr>
            <p:spPr>
              <a:xfrm>
                <a:off x="220" y="1949"/>
                <a:ext cx="437" cy="0"/>
              </a:xfrm>
              <a:prstGeom prst="line">
                <a:avLst/>
              </a:prstGeom>
              <a:ln w="28575" cap="flat" cmpd="sng">
                <a:solidFill>
                  <a:schemeClr val="hlink"/>
                </a:solidFill>
                <a:prstDash val="solid"/>
                <a:round/>
                <a:headEnd type="none" w="med" len="med"/>
                <a:tailEnd type="none" w="med" len="med"/>
              </a:ln>
            </p:spPr>
          </p:sp>
          <p:sp>
            <p:nvSpPr>
              <p:cNvPr id="43173" name="Line 291"/>
              <p:cNvSpPr/>
              <p:nvPr/>
            </p:nvSpPr>
            <p:spPr>
              <a:xfrm>
                <a:off x="135" y="2018"/>
                <a:ext cx="0" cy="259"/>
              </a:xfrm>
              <a:prstGeom prst="line">
                <a:avLst/>
              </a:prstGeom>
              <a:ln w="28575" cap="flat" cmpd="sng">
                <a:solidFill>
                  <a:schemeClr val="hlink"/>
                </a:solidFill>
                <a:prstDash val="solid"/>
                <a:round/>
                <a:headEnd type="none" w="med" len="med"/>
                <a:tailEnd type="none" w="med" len="med"/>
              </a:ln>
            </p:spPr>
          </p:sp>
          <p:sp>
            <p:nvSpPr>
              <p:cNvPr id="43174" name="Oval 292"/>
              <p:cNvSpPr/>
              <p:nvPr/>
            </p:nvSpPr>
            <p:spPr>
              <a:xfrm>
                <a:off x="643" y="1888"/>
                <a:ext cx="126" cy="130"/>
              </a:xfrm>
              <a:prstGeom prst="ellipse">
                <a:avLst/>
              </a:prstGeom>
              <a:gradFill rotWithShape="1">
                <a:gsLst>
                  <a:gs pos="0">
                    <a:schemeClr val="bg1"/>
                  </a:gs>
                  <a:gs pos="100000">
                    <a:srgbClr val="FF00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75" name="Oval 293"/>
              <p:cNvSpPr/>
              <p:nvPr/>
            </p:nvSpPr>
            <p:spPr>
              <a:xfrm>
                <a:off x="119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76" name="Oval 294"/>
              <p:cNvSpPr/>
              <p:nvPr/>
            </p:nvSpPr>
            <p:spPr>
              <a:xfrm>
                <a:off x="6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77" name="Line 295"/>
              <p:cNvSpPr/>
              <p:nvPr/>
            </p:nvSpPr>
            <p:spPr>
              <a:xfrm>
                <a:off x="220" y="2752"/>
                <a:ext cx="973" cy="0"/>
              </a:xfrm>
              <a:prstGeom prst="line">
                <a:avLst/>
              </a:prstGeom>
              <a:ln w="28575" cap="flat" cmpd="sng">
                <a:solidFill>
                  <a:srgbClr val="FF0000"/>
                </a:solidFill>
                <a:prstDash val="solid"/>
                <a:round/>
                <a:headEnd type="none" w="med" len="med"/>
                <a:tailEnd type="none" w="med" len="med"/>
              </a:ln>
            </p:spPr>
          </p:sp>
          <p:sp>
            <p:nvSpPr>
              <p:cNvPr id="43178" name="Oval 296"/>
              <p:cNvSpPr/>
              <p:nvPr/>
            </p:nvSpPr>
            <p:spPr>
              <a:xfrm>
                <a:off x="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79" name="Oval 297"/>
              <p:cNvSpPr/>
              <p:nvPr/>
            </p:nvSpPr>
            <p:spPr>
              <a:xfrm>
                <a:off x="1193" y="2665"/>
                <a:ext cx="127" cy="130"/>
              </a:xfrm>
              <a:prstGeom prst="ellipse">
                <a:avLst/>
              </a:prstGeom>
              <a:gradFill rotWithShape="1">
                <a:gsLst>
                  <a:gs pos="0">
                    <a:schemeClr val="bg1"/>
                  </a:gs>
                  <a:gs pos="100000">
                    <a:srgbClr val="0066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80" name="Line 298"/>
              <p:cNvSpPr/>
              <p:nvPr/>
            </p:nvSpPr>
            <p:spPr>
              <a:xfrm>
                <a:off x="1278" y="2387"/>
                <a:ext cx="0" cy="278"/>
              </a:xfrm>
              <a:prstGeom prst="line">
                <a:avLst/>
              </a:prstGeom>
              <a:ln w="28575" cap="flat" cmpd="sng">
                <a:solidFill>
                  <a:schemeClr val="tx1"/>
                </a:solidFill>
                <a:prstDash val="solid"/>
                <a:round/>
                <a:headEnd type="none" w="med" len="med"/>
                <a:tailEnd type="none" w="med" len="med"/>
              </a:ln>
            </p:spPr>
          </p:sp>
          <p:sp>
            <p:nvSpPr>
              <p:cNvPr id="43181" name="Oval 299"/>
              <p:cNvSpPr/>
              <p:nvPr/>
            </p:nvSpPr>
            <p:spPr>
              <a:xfrm>
                <a:off x="9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82" name="Oval 300"/>
              <p:cNvSpPr/>
              <p:nvPr/>
            </p:nvSpPr>
            <p:spPr>
              <a:xfrm>
                <a:off x="1193" y="2268"/>
                <a:ext cx="127" cy="130"/>
              </a:xfrm>
              <a:prstGeom prst="ellipse">
                <a:avLst/>
              </a:prstGeom>
              <a:solidFill>
                <a:srgbClr val="219402"/>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83" name="Line 301"/>
              <p:cNvSpPr/>
              <p:nvPr/>
            </p:nvSpPr>
            <p:spPr>
              <a:xfrm>
                <a:off x="177" y="2320"/>
                <a:ext cx="1016" cy="0"/>
              </a:xfrm>
              <a:prstGeom prst="line">
                <a:avLst/>
              </a:prstGeom>
              <a:ln w="28575" cap="flat" cmpd="sng">
                <a:solidFill>
                  <a:srgbClr val="FF0000"/>
                </a:solidFill>
                <a:prstDash val="solid"/>
                <a:round/>
                <a:headEnd type="none" w="med" len="med"/>
                <a:tailEnd type="none" w="med" len="med"/>
              </a:ln>
            </p:spPr>
          </p:sp>
          <p:sp>
            <p:nvSpPr>
              <p:cNvPr id="43184" name="Line 302"/>
              <p:cNvSpPr/>
              <p:nvPr/>
            </p:nvSpPr>
            <p:spPr>
              <a:xfrm flipV="1">
                <a:off x="177" y="1975"/>
                <a:ext cx="508" cy="302"/>
              </a:xfrm>
              <a:prstGeom prst="line">
                <a:avLst/>
              </a:prstGeom>
              <a:ln w="28575" cap="flat" cmpd="sng">
                <a:solidFill>
                  <a:schemeClr val="hlink"/>
                </a:solidFill>
                <a:prstDash val="solid"/>
                <a:round/>
                <a:headEnd type="none" w="med" len="med"/>
                <a:tailEnd type="none" w="med" len="med"/>
              </a:ln>
            </p:spPr>
          </p:sp>
          <p:sp>
            <p:nvSpPr>
              <p:cNvPr id="43185" name="Line 303"/>
              <p:cNvSpPr/>
              <p:nvPr/>
            </p:nvSpPr>
            <p:spPr>
              <a:xfrm>
                <a:off x="769" y="1975"/>
                <a:ext cx="466" cy="302"/>
              </a:xfrm>
              <a:prstGeom prst="line">
                <a:avLst/>
              </a:prstGeom>
              <a:ln w="28575" cap="flat" cmpd="sng">
                <a:solidFill>
                  <a:srgbClr val="FF0000"/>
                </a:solidFill>
                <a:prstDash val="solid"/>
                <a:round/>
                <a:headEnd type="none" w="med" len="med"/>
                <a:tailEnd type="none" w="med" len="med"/>
              </a:ln>
            </p:spPr>
          </p:sp>
          <p:sp>
            <p:nvSpPr>
              <p:cNvPr id="43186" name="Line 304"/>
              <p:cNvSpPr/>
              <p:nvPr/>
            </p:nvSpPr>
            <p:spPr>
              <a:xfrm>
                <a:off x="135" y="2363"/>
                <a:ext cx="0" cy="302"/>
              </a:xfrm>
              <a:prstGeom prst="line">
                <a:avLst/>
              </a:prstGeom>
              <a:ln w="28575" cap="flat" cmpd="sng">
                <a:solidFill>
                  <a:srgbClr val="FF0000"/>
                </a:solidFill>
                <a:prstDash val="solid"/>
                <a:round/>
                <a:headEnd type="none" w="med" len="med"/>
                <a:tailEnd type="none" w="med" len="med"/>
              </a:ln>
            </p:spPr>
          </p:sp>
          <p:sp>
            <p:nvSpPr>
              <p:cNvPr id="43187" name="Line 305"/>
              <p:cNvSpPr/>
              <p:nvPr/>
            </p:nvSpPr>
            <p:spPr>
              <a:xfrm>
                <a:off x="1279" y="2024"/>
                <a:ext cx="0" cy="272"/>
              </a:xfrm>
              <a:prstGeom prst="line">
                <a:avLst/>
              </a:prstGeom>
              <a:ln w="28575" cap="flat" cmpd="sng">
                <a:solidFill>
                  <a:srgbClr val="FF0000"/>
                </a:solidFill>
                <a:prstDash val="solid"/>
                <a:round/>
                <a:headEnd type="none" w="med" len="med"/>
                <a:tailEnd type="none" w="med" len="med"/>
              </a:ln>
            </p:spPr>
          </p:sp>
        </p:grpSp>
        <p:sp>
          <p:nvSpPr>
            <p:cNvPr id="43188" name="Line 306"/>
            <p:cNvSpPr/>
            <p:nvPr/>
          </p:nvSpPr>
          <p:spPr>
            <a:xfrm>
              <a:off x="748" y="1951"/>
              <a:ext cx="499" cy="0"/>
            </a:xfrm>
            <a:prstGeom prst="line">
              <a:avLst/>
            </a:prstGeom>
            <a:ln w="28575" cap="flat" cmpd="sng">
              <a:solidFill>
                <a:srgbClr val="FF0000"/>
              </a:solidFill>
              <a:prstDash val="solid"/>
              <a:round/>
              <a:headEnd type="none" w="med" len="med"/>
              <a:tailEnd type="none" w="med" len="med"/>
            </a:ln>
          </p:spPr>
        </p:sp>
      </p:grpSp>
      <p:grpSp>
        <p:nvGrpSpPr>
          <p:cNvPr id="43189" name="Group 307"/>
          <p:cNvGrpSpPr/>
          <p:nvPr/>
        </p:nvGrpSpPr>
        <p:grpSpPr>
          <a:xfrm>
            <a:off x="6905625" y="4652963"/>
            <a:ext cx="1987550" cy="1439862"/>
            <a:chOff x="68" y="1888"/>
            <a:chExt cx="1252" cy="907"/>
          </a:xfrm>
        </p:grpSpPr>
        <p:grpSp>
          <p:nvGrpSpPr>
            <p:cNvPr id="43190" name="Group 308"/>
            <p:cNvGrpSpPr/>
            <p:nvPr/>
          </p:nvGrpSpPr>
          <p:grpSpPr>
            <a:xfrm>
              <a:off x="68" y="1888"/>
              <a:ext cx="1252" cy="907"/>
              <a:chOff x="68" y="1888"/>
              <a:chExt cx="1252" cy="907"/>
            </a:xfrm>
          </p:grpSpPr>
          <p:sp>
            <p:nvSpPr>
              <p:cNvPr id="43191" name="Line 309"/>
              <p:cNvSpPr/>
              <p:nvPr/>
            </p:nvSpPr>
            <p:spPr>
              <a:xfrm>
                <a:off x="220" y="1949"/>
                <a:ext cx="437" cy="0"/>
              </a:xfrm>
              <a:prstGeom prst="line">
                <a:avLst/>
              </a:prstGeom>
              <a:ln w="28575" cap="flat" cmpd="sng">
                <a:solidFill>
                  <a:schemeClr val="hlink"/>
                </a:solidFill>
                <a:prstDash val="solid"/>
                <a:round/>
                <a:headEnd type="none" w="med" len="med"/>
                <a:tailEnd type="none" w="med" len="med"/>
              </a:ln>
            </p:spPr>
          </p:sp>
          <p:sp>
            <p:nvSpPr>
              <p:cNvPr id="43192" name="Line 310"/>
              <p:cNvSpPr/>
              <p:nvPr/>
            </p:nvSpPr>
            <p:spPr>
              <a:xfrm>
                <a:off x="135" y="2018"/>
                <a:ext cx="0" cy="259"/>
              </a:xfrm>
              <a:prstGeom prst="line">
                <a:avLst/>
              </a:prstGeom>
              <a:ln w="28575" cap="flat" cmpd="sng">
                <a:solidFill>
                  <a:schemeClr val="hlink"/>
                </a:solidFill>
                <a:prstDash val="solid"/>
                <a:round/>
                <a:headEnd type="none" w="med" len="med"/>
                <a:tailEnd type="none" w="med" len="med"/>
              </a:ln>
            </p:spPr>
          </p:sp>
          <p:sp>
            <p:nvSpPr>
              <p:cNvPr id="43193" name="Oval 311"/>
              <p:cNvSpPr/>
              <p:nvPr/>
            </p:nvSpPr>
            <p:spPr>
              <a:xfrm>
                <a:off x="643" y="1888"/>
                <a:ext cx="126" cy="130"/>
              </a:xfrm>
              <a:prstGeom prst="ellipse">
                <a:avLst/>
              </a:prstGeom>
              <a:gradFill rotWithShape="1">
                <a:gsLst>
                  <a:gs pos="0">
                    <a:schemeClr val="bg1"/>
                  </a:gs>
                  <a:gs pos="100000">
                    <a:srgbClr val="FF00FF"/>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94" name="Oval 312"/>
              <p:cNvSpPr/>
              <p:nvPr/>
            </p:nvSpPr>
            <p:spPr>
              <a:xfrm>
                <a:off x="1193"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95" name="Oval 313"/>
              <p:cNvSpPr/>
              <p:nvPr/>
            </p:nvSpPr>
            <p:spPr>
              <a:xfrm>
                <a:off x="68" y="2234"/>
                <a:ext cx="127" cy="129"/>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96" name="Line 314"/>
              <p:cNvSpPr/>
              <p:nvPr/>
            </p:nvSpPr>
            <p:spPr>
              <a:xfrm>
                <a:off x="220" y="2752"/>
                <a:ext cx="973" cy="0"/>
              </a:xfrm>
              <a:prstGeom prst="line">
                <a:avLst/>
              </a:prstGeom>
              <a:ln w="28575" cap="flat" cmpd="sng">
                <a:solidFill>
                  <a:srgbClr val="FF0000"/>
                </a:solidFill>
                <a:prstDash val="solid"/>
                <a:round/>
                <a:headEnd type="none" w="med" len="med"/>
                <a:tailEnd type="none" w="med" len="med"/>
              </a:ln>
            </p:spPr>
          </p:sp>
          <p:sp>
            <p:nvSpPr>
              <p:cNvPr id="43197" name="Oval 315"/>
              <p:cNvSpPr/>
              <p:nvPr/>
            </p:nvSpPr>
            <p:spPr>
              <a:xfrm>
                <a:off x="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98" name="Oval 316"/>
              <p:cNvSpPr/>
              <p:nvPr/>
            </p:nvSpPr>
            <p:spPr>
              <a:xfrm>
                <a:off x="1193" y="2665"/>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199" name="Line 317"/>
              <p:cNvSpPr/>
              <p:nvPr/>
            </p:nvSpPr>
            <p:spPr>
              <a:xfrm>
                <a:off x="1278" y="2387"/>
                <a:ext cx="0" cy="278"/>
              </a:xfrm>
              <a:prstGeom prst="line">
                <a:avLst/>
              </a:prstGeom>
              <a:ln w="28575" cap="flat" cmpd="sng">
                <a:solidFill>
                  <a:srgbClr val="FF0000"/>
                </a:solidFill>
                <a:prstDash val="solid"/>
                <a:round/>
                <a:headEnd type="none" w="med" len="med"/>
                <a:tailEnd type="none" w="med" len="med"/>
              </a:ln>
            </p:spPr>
          </p:sp>
          <p:sp>
            <p:nvSpPr>
              <p:cNvPr id="43200" name="Oval 318"/>
              <p:cNvSpPr/>
              <p:nvPr/>
            </p:nvSpPr>
            <p:spPr>
              <a:xfrm>
                <a:off x="92" y="1888"/>
                <a:ext cx="127" cy="130"/>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201" name="Oval 319"/>
              <p:cNvSpPr/>
              <p:nvPr/>
            </p:nvSpPr>
            <p:spPr>
              <a:xfrm>
                <a:off x="1193" y="2268"/>
                <a:ext cx="127" cy="130"/>
              </a:xfrm>
              <a:prstGeom prst="ellipse">
                <a:avLst/>
              </a:prstGeom>
              <a:solidFill>
                <a:srgbClr val="219402"/>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3202" name="Line 320"/>
              <p:cNvSpPr/>
              <p:nvPr/>
            </p:nvSpPr>
            <p:spPr>
              <a:xfrm>
                <a:off x="177" y="2320"/>
                <a:ext cx="1016" cy="0"/>
              </a:xfrm>
              <a:prstGeom prst="line">
                <a:avLst/>
              </a:prstGeom>
              <a:ln w="28575" cap="flat" cmpd="sng">
                <a:solidFill>
                  <a:srgbClr val="FF0000"/>
                </a:solidFill>
                <a:prstDash val="solid"/>
                <a:round/>
                <a:headEnd type="none" w="med" len="med"/>
                <a:tailEnd type="none" w="med" len="med"/>
              </a:ln>
            </p:spPr>
          </p:sp>
          <p:sp>
            <p:nvSpPr>
              <p:cNvPr id="43203" name="Line 321"/>
              <p:cNvSpPr/>
              <p:nvPr/>
            </p:nvSpPr>
            <p:spPr>
              <a:xfrm flipV="1">
                <a:off x="177" y="1975"/>
                <a:ext cx="508" cy="302"/>
              </a:xfrm>
              <a:prstGeom prst="line">
                <a:avLst/>
              </a:prstGeom>
              <a:ln w="28575" cap="flat" cmpd="sng">
                <a:solidFill>
                  <a:schemeClr val="hlink"/>
                </a:solidFill>
                <a:prstDash val="solid"/>
                <a:round/>
                <a:headEnd type="none" w="med" len="med"/>
                <a:tailEnd type="none" w="med" len="med"/>
              </a:ln>
            </p:spPr>
          </p:sp>
          <p:sp>
            <p:nvSpPr>
              <p:cNvPr id="43204" name="Line 322"/>
              <p:cNvSpPr/>
              <p:nvPr/>
            </p:nvSpPr>
            <p:spPr>
              <a:xfrm>
                <a:off x="769" y="1975"/>
                <a:ext cx="466" cy="302"/>
              </a:xfrm>
              <a:prstGeom prst="line">
                <a:avLst/>
              </a:prstGeom>
              <a:ln w="28575" cap="flat" cmpd="sng">
                <a:solidFill>
                  <a:srgbClr val="FF0000"/>
                </a:solidFill>
                <a:prstDash val="solid"/>
                <a:round/>
                <a:headEnd type="none" w="med" len="med"/>
                <a:tailEnd type="none" w="med" len="med"/>
              </a:ln>
            </p:spPr>
          </p:sp>
          <p:sp>
            <p:nvSpPr>
              <p:cNvPr id="43205" name="Line 323"/>
              <p:cNvSpPr/>
              <p:nvPr/>
            </p:nvSpPr>
            <p:spPr>
              <a:xfrm>
                <a:off x="135" y="2363"/>
                <a:ext cx="0" cy="302"/>
              </a:xfrm>
              <a:prstGeom prst="line">
                <a:avLst/>
              </a:prstGeom>
              <a:ln w="28575" cap="flat" cmpd="sng">
                <a:solidFill>
                  <a:srgbClr val="FF0000"/>
                </a:solidFill>
                <a:prstDash val="solid"/>
                <a:round/>
                <a:headEnd type="none" w="med" len="med"/>
                <a:tailEnd type="none" w="med" len="med"/>
              </a:ln>
            </p:spPr>
          </p:sp>
          <p:sp>
            <p:nvSpPr>
              <p:cNvPr id="43206" name="Line 324"/>
              <p:cNvSpPr/>
              <p:nvPr/>
            </p:nvSpPr>
            <p:spPr>
              <a:xfrm>
                <a:off x="1279" y="2024"/>
                <a:ext cx="0" cy="272"/>
              </a:xfrm>
              <a:prstGeom prst="line">
                <a:avLst/>
              </a:prstGeom>
              <a:ln w="28575" cap="flat" cmpd="sng">
                <a:solidFill>
                  <a:srgbClr val="FF0000"/>
                </a:solidFill>
                <a:prstDash val="solid"/>
                <a:round/>
                <a:headEnd type="none" w="med" len="med"/>
                <a:tailEnd type="none" w="med" len="med"/>
              </a:ln>
            </p:spPr>
          </p:sp>
        </p:grpSp>
        <p:sp>
          <p:nvSpPr>
            <p:cNvPr id="43207" name="Line 325"/>
            <p:cNvSpPr/>
            <p:nvPr/>
          </p:nvSpPr>
          <p:spPr>
            <a:xfrm>
              <a:off x="748" y="1951"/>
              <a:ext cx="499" cy="0"/>
            </a:xfrm>
            <a:prstGeom prst="line">
              <a:avLst/>
            </a:prstGeom>
            <a:ln w="28575" cap="flat" cmpd="sng">
              <a:solidFill>
                <a:srgbClr val="FF0000"/>
              </a:solidFill>
              <a:prstDash val="solid"/>
              <a:round/>
              <a:headEnd type="none" w="med" len="med"/>
              <a:tailEnd type="none" w="med" len="med"/>
            </a:ln>
          </p:spPr>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grpSp>
        <p:nvGrpSpPr>
          <p:cNvPr id="51203" name="Group 4"/>
          <p:cNvGrpSpPr/>
          <p:nvPr/>
        </p:nvGrpSpPr>
        <p:grpSpPr>
          <a:xfrm rot="0">
            <a:off x="121285" y="1329055"/>
            <a:ext cx="2058670" cy="1438910"/>
            <a:chOff x="540" y="1253"/>
            <a:chExt cx="1342" cy="952"/>
          </a:xfrm>
        </p:grpSpPr>
        <p:sp>
          <p:nvSpPr>
            <p:cNvPr id="51216" name="Line 17"/>
            <p:cNvSpPr/>
            <p:nvPr/>
          </p:nvSpPr>
          <p:spPr>
            <a:xfrm flipV="1">
              <a:off x="657" y="1344"/>
              <a:ext cx="545" cy="317"/>
            </a:xfrm>
            <a:prstGeom prst="line">
              <a:avLst/>
            </a:prstGeom>
            <a:ln w="28575" cap="flat" cmpd="sng">
              <a:solidFill>
                <a:schemeClr val="tx1"/>
              </a:solidFill>
              <a:prstDash val="solid"/>
              <a:round/>
              <a:headEnd type="none" w="med" len="med"/>
              <a:tailEnd type="none" w="med" len="med"/>
            </a:ln>
          </p:spPr>
        </p:sp>
        <p:sp>
          <p:nvSpPr>
            <p:cNvPr id="51211" name="Line 12"/>
            <p:cNvSpPr/>
            <p:nvPr/>
          </p:nvSpPr>
          <p:spPr>
            <a:xfrm>
              <a:off x="612" y="1389"/>
              <a:ext cx="0" cy="726"/>
            </a:xfrm>
            <a:prstGeom prst="line">
              <a:avLst/>
            </a:prstGeom>
            <a:ln w="28575" cap="flat" cmpd="sng">
              <a:solidFill>
                <a:schemeClr val="tx1"/>
              </a:solidFill>
              <a:prstDash val="solid"/>
              <a:round/>
              <a:headEnd type="none" w="med" len="med"/>
              <a:tailEnd type="none" w="med" len="med"/>
            </a:ln>
          </p:spPr>
        </p:sp>
        <p:sp>
          <p:nvSpPr>
            <p:cNvPr id="51204" name="Oval 5"/>
            <p:cNvSpPr/>
            <p:nvPr/>
          </p:nvSpPr>
          <p:spPr>
            <a:xfrm>
              <a:off x="567" y="1253"/>
              <a:ext cx="136" cy="136"/>
            </a:xfrm>
            <a:prstGeom prst="ellipse">
              <a:avLst/>
            </a:prstGeom>
            <a:gradFill rotWithShape="1">
              <a:gsLst>
                <a:gs pos="0">
                  <a:schemeClr val="bg1"/>
                </a:gs>
                <a:gs pos="100000">
                  <a:srgbClr val="FF9933"/>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05" name="Oval 6"/>
            <p:cNvSpPr/>
            <p:nvPr/>
          </p:nvSpPr>
          <p:spPr>
            <a:xfrm>
              <a:off x="1746" y="1253"/>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06" name="Line 7"/>
            <p:cNvSpPr/>
            <p:nvPr/>
          </p:nvSpPr>
          <p:spPr>
            <a:xfrm>
              <a:off x="703" y="1317"/>
              <a:ext cx="1043" cy="0"/>
            </a:xfrm>
            <a:prstGeom prst="line">
              <a:avLst/>
            </a:prstGeom>
            <a:ln w="28575" cap="flat" cmpd="sng">
              <a:solidFill>
                <a:schemeClr val="tx1"/>
              </a:solidFill>
              <a:prstDash val="solid"/>
              <a:round/>
              <a:headEnd type="none" w="med" len="med"/>
              <a:tailEnd type="none" w="med" len="med"/>
            </a:ln>
          </p:spPr>
        </p:sp>
        <p:sp>
          <p:nvSpPr>
            <p:cNvPr id="51207" name="Oval 8"/>
            <p:cNvSpPr/>
            <p:nvPr/>
          </p:nvSpPr>
          <p:spPr>
            <a:xfrm>
              <a:off x="1156" y="1253"/>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08" name="Line 9"/>
            <p:cNvSpPr/>
            <p:nvPr/>
          </p:nvSpPr>
          <p:spPr>
            <a:xfrm>
              <a:off x="703" y="2160"/>
              <a:ext cx="1043" cy="0"/>
            </a:xfrm>
            <a:prstGeom prst="line">
              <a:avLst/>
            </a:prstGeom>
            <a:ln w="28575" cap="flat" cmpd="sng">
              <a:solidFill>
                <a:schemeClr val="tx1"/>
              </a:solidFill>
              <a:prstDash val="solid"/>
              <a:round/>
              <a:headEnd type="none" w="med" len="med"/>
              <a:tailEnd type="none" w="med" len="med"/>
            </a:ln>
          </p:spPr>
        </p:sp>
        <p:sp>
          <p:nvSpPr>
            <p:cNvPr id="51209" name="Oval 10"/>
            <p:cNvSpPr/>
            <p:nvPr/>
          </p:nvSpPr>
          <p:spPr>
            <a:xfrm>
              <a:off x="567" y="206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10" name="Oval 11"/>
            <p:cNvSpPr/>
            <p:nvPr/>
          </p:nvSpPr>
          <p:spPr>
            <a:xfrm>
              <a:off x="1746" y="206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12" name="Line 13"/>
            <p:cNvSpPr/>
            <p:nvPr/>
          </p:nvSpPr>
          <p:spPr>
            <a:xfrm>
              <a:off x="1837" y="1389"/>
              <a:ext cx="0" cy="680"/>
            </a:xfrm>
            <a:prstGeom prst="line">
              <a:avLst/>
            </a:prstGeom>
            <a:ln w="28575" cap="flat" cmpd="sng">
              <a:solidFill>
                <a:schemeClr val="tx1"/>
              </a:solidFill>
              <a:prstDash val="solid"/>
              <a:round/>
              <a:headEnd type="none" w="med" len="med"/>
              <a:tailEnd type="none" w="med" len="med"/>
            </a:ln>
          </p:spPr>
        </p:sp>
        <p:sp>
          <p:nvSpPr>
            <p:cNvPr id="51213" name="Oval 14"/>
            <p:cNvSpPr/>
            <p:nvPr/>
          </p:nvSpPr>
          <p:spPr>
            <a:xfrm>
              <a:off x="540" y="1661"/>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14" name="Oval 15"/>
            <p:cNvSpPr/>
            <p:nvPr/>
          </p:nvSpPr>
          <p:spPr>
            <a:xfrm>
              <a:off x="1746" y="165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15" name="Line 16"/>
            <p:cNvSpPr/>
            <p:nvPr/>
          </p:nvSpPr>
          <p:spPr>
            <a:xfrm>
              <a:off x="657" y="1706"/>
              <a:ext cx="1089" cy="0"/>
            </a:xfrm>
            <a:prstGeom prst="line">
              <a:avLst/>
            </a:prstGeom>
            <a:ln w="28575" cap="flat" cmpd="sng">
              <a:solidFill>
                <a:schemeClr val="tx1"/>
              </a:solidFill>
              <a:prstDash val="solid"/>
              <a:round/>
              <a:headEnd type="none" w="med" len="med"/>
              <a:tailEnd type="none" w="med" len="med"/>
            </a:ln>
          </p:spPr>
        </p:sp>
        <p:sp>
          <p:nvSpPr>
            <p:cNvPr id="51217" name="Line 18"/>
            <p:cNvSpPr/>
            <p:nvPr/>
          </p:nvSpPr>
          <p:spPr>
            <a:xfrm>
              <a:off x="1292" y="1344"/>
              <a:ext cx="499" cy="317"/>
            </a:xfrm>
            <a:prstGeom prst="line">
              <a:avLst/>
            </a:prstGeom>
            <a:ln w="28575" cap="flat" cmpd="sng">
              <a:solidFill>
                <a:schemeClr val="tx1"/>
              </a:solidFill>
              <a:prstDash val="solid"/>
              <a:round/>
              <a:headEnd type="none" w="med" len="med"/>
              <a:tailEnd type="none" w="med" len="med"/>
            </a:ln>
          </p:spPr>
        </p:sp>
      </p:grpSp>
      <p:sp>
        <p:nvSpPr>
          <p:cNvPr id="16416" name="TextBox 53"/>
          <p:cNvSpPr txBox="1"/>
          <p:nvPr/>
        </p:nvSpPr>
        <p:spPr>
          <a:xfrm>
            <a:off x="251257" y="126873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1</a:t>
            </a:r>
            <a:endParaRPr lang="zh-CN" altLang="en-US" sz="2400" baseline="-25000">
              <a:latin typeface="Times New Roman" panose="02020603050405020304" pitchFamily="18" charset="0"/>
              <a:ea typeface="宋体" panose="02010600030101010101" pitchFamily="2" charset="-122"/>
            </a:endParaRPr>
          </a:p>
        </p:txBody>
      </p:sp>
      <p:sp>
        <p:nvSpPr>
          <p:cNvPr id="4" name="TextBox 53"/>
          <p:cNvSpPr txBox="1"/>
          <p:nvPr/>
        </p:nvSpPr>
        <p:spPr>
          <a:xfrm>
            <a:off x="1641907" y="126873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3</a:t>
            </a:r>
            <a:endParaRPr lang="zh-CN" altLang="en-US" sz="2400" baseline="-25000">
              <a:latin typeface="Times New Roman" panose="02020603050405020304" pitchFamily="18" charset="0"/>
              <a:ea typeface="宋体" panose="02010600030101010101" pitchFamily="2" charset="-122"/>
            </a:endParaRPr>
          </a:p>
        </p:txBody>
      </p:sp>
      <p:sp>
        <p:nvSpPr>
          <p:cNvPr id="5" name="TextBox 53"/>
          <p:cNvSpPr txBox="1"/>
          <p:nvPr/>
        </p:nvSpPr>
        <p:spPr>
          <a:xfrm>
            <a:off x="251257" y="1830705"/>
            <a:ext cx="417195" cy="460375"/>
          </a:xfrm>
          <a:prstGeom prst="rect">
            <a:avLst/>
          </a:prstGeom>
          <a:noFill/>
          <a:ln w="9525">
            <a:noFill/>
          </a:ln>
        </p:spPr>
        <p:txBody>
          <a:bodyPr wrap="squar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4</a:t>
            </a:r>
            <a:endParaRPr lang="zh-CN" altLang="en-US" sz="2400" baseline="-25000">
              <a:latin typeface="Times New Roman" panose="02020603050405020304" pitchFamily="18" charset="0"/>
              <a:ea typeface="宋体" panose="02010600030101010101" pitchFamily="2" charset="-122"/>
            </a:endParaRPr>
          </a:p>
        </p:txBody>
      </p:sp>
      <p:sp>
        <p:nvSpPr>
          <p:cNvPr id="6" name="TextBox 53"/>
          <p:cNvSpPr txBox="1"/>
          <p:nvPr/>
        </p:nvSpPr>
        <p:spPr>
          <a:xfrm>
            <a:off x="1641907" y="184531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5</a:t>
            </a:r>
            <a:endParaRPr lang="zh-CN" altLang="en-US" sz="2400" baseline="-25000">
              <a:latin typeface="Times New Roman" panose="02020603050405020304" pitchFamily="18" charset="0"/>
              <a:ea typeface="宋体" panose="02010600030101010101" pitchFamily="2" charset="-122"/>
            </a:endParaRPr>
          </a:p>
        </p:txBody>
      </p:sp>
      <p:sp>
        <p:nvSpPr>
          <p:cNvPr id="8" name="TextBox 53"/>
          <p:cNvSpPr txBox="1"/>
          <p:nvPr/>
        </p:nvSpPr>
        <p:spPr>
          <a:xfrm>
            <a:off x="243002" y="229108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6</a:t>
            </a:r>
            <a:endParaRPr lang="zh-CN" altLang="en-US" sz="2400" baseline="-25000">
              <a:latin typeface="Times New Roman" panose="02020603050405020304" pitchFamily="18" charset="0"/>
              <a:ea typeface="宋体" panose="02010600030101010101" pitchFamily="2" charset="-122"/>
            </a:endParaRPr>
          </a:p>
        </p:txBody>
      </p:sp>
      <p:sp>
        <p:nvSpPr>
          <p:cNvPr id="9" name="TextBox 53"/>
          <p:cNvSpPr txBox="1"/>
          <p:nvPr/>
        </p:nvSpPr>
        <p:spPr>
          <a:xfrm>
            <a:off x="1622857" y="2320925"/>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7</a:t>
            </a:r>
            <a:endParaRPr lang="zh-CN" altLang="en-US" sz="2400" baseline="-25000">
              <a:latin typeface="Times New Roman" panose="02020603050405020304" pitchFamily="18" charset="0"/>
              <a:ea typeface="宋体" panose="02010600030101010101" pitchFamily="2" charset="-122"/>
            </a:endParaRPr>
          </a:p>
        </p:txBody>
      </p:sp>
      <p:sp>
        <p:nvSpPr>
          <p:cNvPr id="3" name="TextBox 53"/>
          <p:cNvSpPr txBox="1"/>
          <p:nvPr/>
        </p:nvSpPr>
        <p:spPr>
          <a:xfrm>
            <a:off x="971347" y="1412875"/>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2</a:t>
            </a:r>
            <a:endParaRPr lang="zh-CN" altLang="en-US" sz="2400" baseline="-25000">
              <a:latin typeface="Times New Roman" panose="02020603050405020304" pitchFamily="18" charset="0"/>
              <a:ea typeface="宋体" panose="02010600030101010101" pitchFamily="2" charset="-122"/>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文本框 3"/>
          <p:cNvSpPr txBox="1"/>
          <p:nvPr/>
        </p:nvSpPr>
        <p:spPr>
          <a:xfrm>
            <a:off x="574675" y="1593850"/>
            <a:ext cx="7297738" cy="1383665"/>
          </a:xfrm>
          <a:prstGeom prst="rect">
            <a:avLst/>
          </a:prstGeom>
          <a:noFill/>
          <a:ln w="9525">
            <a:noFill/>
          </a:ln>
        </p:spPr>
        <p:txBody>
          <a:bodyPr wrap="square" anchor="t" anchorCtr="0">
            <a:spAutoFit/>
          </a:bodyPr>
          <a:p>
            <a:r>
              <a:rPr lang="zh-CN" altLang="en-US" sz="2800">
                <a:solidFill>
                  <a:schemeClr val="tx1"/>
                </a:solidFill>
                <a:latin typeface="Tahoma" panose="020B0604030504040204" pitchFamily="34" charset="0"/>
                <a:ea typeface="宋体" panose="02010600030101010101" pitchFamily="2" charset="-122"/>
              </a:rPr>
              <a:t>分别用</a:t>
            </a:r>
            <a:r>
              <a:rPr lang="en-US" altLang="zh-CN" sz="2800">
                <a:solidFill>
                  <a:schemeClr val="tx1"/>
                </a:solidFill>
                <a:latin typeface="Tahoma" panose="020B0604030504040204" pitchFamily="34" charset="0"/>
                <a:ea typeface="宋体" panose="02010600030101010101" pitchFamily="2" charset="-122"/>
              </a:rPr>
              <a:t>Fleury</a:t>
            </a:r>
            <a:r>
              <a:rPr lang="zh-CN" altLang="en-US" sz="2800">
                <a:solidFill>
                  <a:schemeClr val="tx1"/>
                </a:solidFill>
                <a:latin typeface="Tahoma" panose="020B0604030504040204" pitchFamily="34" charset="0"/>
                <a:ea typeface="宋体" panose="02010600030101010101" pitchFamily="2" charset="-122"/>
              </a:rPr>
              <a:t>算法和逐步插入回路算法（按照标准格式）写出下图的欧拉回路。</a:t>
            </a:r>
            <a:endParaRPr lang="zh-CN" altLang="en-US" sz="2800">
              <a:solidFill>
                <a:srgbClr val="FF0000"/>
              </a:solidFill>
              <a:latin typeface="Tahoma" panose="020B0604030504040204" pitchFamily="34" charset="0"/>
              <a:ea typeface="宋体" panose="02010600030101010101" pitchFamily="2" charset="-122"/>
            </a:endParaRPr>
          </a:p>
          <a:p>
            <a:endParaRPr lang="zh-CN" altLang="en-US" sz="2800">
              <a:solidFill>
                <a:srgbClr val="FF0000"/>
              </a:solidFill>
              <a:latin typeface="Tahoma" panose="020B0604030504040204" pitchFamily="34" charset="0"/>
              <a:ea typeface="宋体" panose="02010600030101010101" pitchFamily="2" charset="-122"/>
            </a:endParaRPr>
          </a:p>
        </p:txBody>
      </p:sp>
      <p:grpSp>
        <p:nvGrpSpPr>
          <p:cNvPr id="51202" name="组合 5"/>
          <p:cNvGrpSpPr/>
          <p:nvPr/>
        </p:nvGrpSpPr>
        <p:grpSpPr>
          <a:xfrm>
            <a:off x="3141663" y="3272473"/>
            <a:ext cx="2058987" cy="1438275"/>
            <a:chOff x="4948" y="7752"/>
            <a:chExt cx="3242" cy="2266"/>
          </a:xfrm>
        </p:grpSpPr>
        <p:grpSp>
          <p:nvGrpSpPr>
            <p:cNvPr id="51203" name="Group 4"/>
            <p:cNvGrpSpPr/>
            <p:nvPr/>
          </p:nvGrpSpPr>
          <p:grpSpPr>
            <a:xfrm>
              <a:off x="4948" y="7752"/>
              <a:ext cx="3242" cy="2267"/>
              <a:chOff x="540" y="1253"/>
              <a:chExt cx="1342" cy="952"/>
            </a:xfrm>
          </p:grpSpPr>
          <p:sp>
            <p:nvSpPr>
              <p:cNvPr id="51216" name="Line 17"/>
              <p:cNvSpPr/>
              <p:nvPr/>
            </p:nvSpPr>
            <p:spPr>
              <a:xfrm flipV="1">
                <a:off x="657" y="1344"/>
                <a:ext cx="545" cy="317"/>
              </a:xfrm>
              <a:prstGeom prst="line">
                <a:avLst/>
              </a:prstGeom>
              <a:ln w="28575" cap="flat" cmpd="sng">
                <a:solidFill>
                  <a:schemeClr val="tx1"/>
                </a:solidFill>
                <a:prstDash val="solid"/>
                <a:round/>
                <a:headEnd type="none" w="med" len="med"/>
                <a:tailEnd type="none" w="med" len="med"/>
              </a:ln>
            </p:spPr>
          </p:sp>
          <p:sp>
            <p:nvSpPr>
              <p:cNvPr id="51211" name="Line 12"/>
              <p:cNvSpPr/>
              <p:nvPr/>
            </p:nvSpPr>
            <p:spPr>
              <a:xfrm>
                <a:off x="612" y="1389"/>
                <a:ext cx="0" cy="726"/>
              </a:xfrm>
              <a:prstGeom prst="line">
                <a:avLst/>
              </a:prstGeom>
              <a:ln w="28575" cap="flat" cmpd="sng">
                <a:solidFill>
                  <a:schemeClr val="tx1"/>
                </a:solidFill>
                <a:prstDash val="solid"/>
                <a:round/>
                <a:headEnd type="none" w="med" len="med"/>
                <a:tailEnd type="none" w="med" len="med"/>
              </a:ln>
            </p:spPr>
          </p:sp>
          <p:sp>
            <p:nvSpPr>
              <p:cNvPr id="51204" name="Oval 5"/>
              <p:cNvSpPr/>
              <p:nvPr/>
            </p:nvSpPr>
            <p:spPr>
              <a:xfrm>
                <a:off x="567" y="1253"/>
                <a:ext cx="136" cy="136"/>
              </a:xfrm>
              <a:prstGeom prst="ellipse">
                <a:avLst/>
              </a:prstGeom>
              <a:gradFill rotWithShape="1">
                <a:gsLst>
                  <a:gs pos="0">
                    <a:schemeClr val="bg1"/>
                  </a:gs>
                  <a:gs pos="100000">
                    <a:srgbClr val="FF9933"/>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05" name="Oval 6"/>
              <p:cNvSpPr/>
              <p:nvPr/>
            </p:nvSpPr>
            <p:spPr>
              <a:xfrm>
                <a:off x="1746" y="1253"/>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06" name="Line 7"/>
              <p:cNvSpPr/>
              <p:nvPr/>
            </p:nvSpPr>
            <p:spPr>
              <a:xfrm>
                <a:off x="703" y="1317"/>
                <a:ext cx="1043" cy="0"/>
              </a:xfrm>
              <a:prstGeom prst="line">
                <a:avLst/>
              </a:prstGeom>
              <a:ln w="28575" cap="flat" cmpd="sng">
                <a:solidFill>
                  <a:schemeClr val="tx1"/>
                </a:solidFill>
                <a:prstDash val="solid"/>
                <a:round/>
                <a:headEnd type="none" w="med" len="med"/>
                <a:tailEnd type="none" w="med" len="med"/>
              </a:ln>
            </p:spPr>
          </p:sp>
          <p:sp>
            <p:nvSpPr>
              <p:cNvPr id="51207" name="Oval 8"/>
              <p:cNvSpPr/>
              <p:nvPr/>
            </p:nvSpPr>
            <p:spPr>
              <a:xfrm>
                <a:off x="1156" y="1253"/>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08" name="Line 9"/>
              <p:cNvSpPr/>
              <p:nvPr/>
            </p:nvSpPr>
            <p:spPr>
              <a:xfrm>
                <a:off x="703" y="2160"/>
                <a:ext cx="1043" cy="0"/>
              </a:xfrm>
              <a:prstGeom prst="line">
                <a:avLst/>
              </a:prstGeom>
              <a:ln w="28575" cap="flat" cmpd="sng">
                <a:solidFill>
                  <a:schemeClr val="tx1"/>
                </a:solidFill>
                <a:prstDash val="solid"/>
                <a:round/>
                <a:headEnd type="none" w="med" len="med"/>
                <a:tailEnd type="none" w="med" len="med"/>
              </a:ln>
            </p:spPr>
          </p:sp>
          <p:sp>
            <p:nvSpPr>
              <p:cNvPr id="51209" name="Oval 10"/>
              <p:cNvSpPr/>
              <p:nvPr/>
            </p:nvSpPr>
            <p:spPr>
              <a:xfrm>
                <a:off x="567" y="206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10" name="Oval 11"/>
              <p:cNvSpPr/>
              <p:nvPr/>
            </p:nvSpPr>
            <p:spPr>
              <a:xfrm>
                <a:off x="1746" y="2069"/>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12" name="Line 13"/>
              <p:cNvSpPr/>
              <p:nvPr/>
            </p:nvSpPr>
            <p:spPr>
              <a:xfrm>
                <a:off x="1837" y="1389"/>
                <a:ext cx="0" cy="680"/>
              </a:xfrm>
              <a:prstGeom prst="line">
                <a:avLst/>
              </a:prstGeom>
              <a:ln w="28575" cap="flat" cmpd="sng">
                <a:solidFill>
                  <a:schemeClr val="tx1"/>
                </a:solidFill>
                <a:prstDash val="solid"/>
                <a:round/>
                <a:headEnd type="none" w="med" len="med"/>
                <a:tailEnd type="none" w="med" len="med"/>
              </a:ln>
            </p:spPr>
          </p:sp>
          <p:sp>
            <p:nvSpPr>
              <p:cNvPr id="51213" name="Oval 14"/>
              <p:cNvSpPr/>
              <p:nvPr/>
            </p:nvSpPr>
            <p:spPr>
              <a:xfrm>
                <a:off x="540" y="1661"/>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14" name="Oval 15"/>
              <p:cNvSpPr/>
              <p:nvPr/>
            </p:nvSpPr>
            <p:spPr>
              <a:xfrm>
                <a:off x="1746" y="1652"/>
                <a:ext cx="136" cy="136"/>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51215" name="Line 16"/>
              <p:cNvSpPr/>
              <p:nvPr/>
            </p:nvSpPr>
            <p:spPr>
              <a:xfrm>
                <a:off x="657" y="1706"/>
                <a:ext cx="1089" cy="0"/>
              </a:xfrm>
              <a:prstGeom prst="line">
                <a:avLst/>
              </a:prstGeom>
              <a:ln w="28575" cap="flat" cmpd="sng">
                <a:solidFill>
                  <a:schemeClr val="tx1"/>
                </a:solidFill>
                <a:prstDash val="solid"/>
                <a:round/>
                <a:headEnd type="none" w="med" len="med"/>
                <a:tailEnd type="none" w="med" len="med"/>
              </a:ln>
            </p:spPr>
          </p:sp>
          <p:sp>
            <p:nvSpPr>
              <p:cNvPr id="51217" name="Line 18"/>
              <p:cNvSpPr/>
              <p:nvPr/>
            </p:nvSpPr>
            <p:spPr>
              <a:xfrm>
                <a:off x="1292" y="1344"/>
                <a:ext cx="499" cy="317"/>
              </a:xfrm>
              <a:prstGeom prst="line">
                <a:avLst/>
              </a:prstGeom>
              <a:ln w="28575" cap="flat" cmpd="sng">
                <a:solidFill>
                  <a:schemeClr val="tx1"/>
                </a:solidFill>
                <a:prstDash val="solid"/>
                <a:round/>
                <a:headEnd type="none" w="med" len="med"/>
                <a:tailEnd type="none" w="med" len="med"/>
              </a:ln>
            </p:spPr>
          </p:sp>
        </p:grpSp>
        <p:sp>
          <p:nvSpPr>
            <p:cNvPr id="51218" name="Oval 15"/>
            <p:cNvSpPr/>
            <p:nvPr/>
          </p:nvSpPr>
          <p:spPr>
            <a:xfrm>
              <a:off x="6424" y="8668"/>
              <a:ext cx="354" cy="324"/>
            </a:xfrm>
            <a:prstGeom prst="ellipse">
              <a:avLst/>
            </a:prstGeom>
            <a:gradFill rotWithShape="1">
              <a:gsLst>
                <a:gs pos="0">
                  <a:schemeClr val="bg1"/>
                </a:gs>
                <a:gs pos="100000">
                  <a:schemeClr val="tx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16416" name="TextBox 53"/>
          <p:cNvSpPr txBox="1"/>
          <p:nvPr/>
        </p:nvSpPr>
        <p:spPr>
          <a:xfrm>
            <a:off x="2771572" y="301752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1</a:t>
            </a:r>
            <a:endParaRPr lang="zh-CN" altLang="en-US" sz="2400" baseline="-25000">
              <a:latin typeface="Times New Roman" panose="02020603050405020304" pitchFamily="18" charset="0"/>
              <a:ea typeface="宋体" panose="02010600030101010101" pitchFamily="2" charset="-122"/>
            </a:endParaRPr>
          </a:p>
        </p:txBody>
      </p:sp>
      <p:sp>
        <p:nvSpPr>
          <p:cNvPr id="3" name="TextBox 53"/>
          <p:cNvSpPr txBox="1"/>
          <p:nvPr/>
        </p:nvSpPr>
        <p:spPr>
          <a:xfrm>
            <a:off x="3983152" y="285877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2</a:t>
            </a:r>
            <a:endParaRPr lang="zh-CN" altLang="en-US" sz="2400" baseline="-25000">
              <a:latin typeface="Times New Roman" panose="02020603050405020304" pitchFamily="18" charset="0"/>
              <a:ea typeface="宋体" panose="02010600030101010101" pitchFamily="2" charset="-122"/>
            </a:endParaRPr>
          </a:p>
        </p:txBody>
      </p:sp>
      <p:sp>
        <p:nvSpPr>
          <p:cNvPr id="4" name="TextBox 53"/>
          <p:cNvSpPr txBox="1"/>
          <p:nvPr/>
        </p:nvSpPr>
        <p:spPr>
          <a:xfrm>
            <a:off x="5227117" y="302133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3</a:t>
            </a:r>
            <a:endParaRPr lang="zh-CN" altLang="en-US" sz="2400" baseline="-25000">
              <a:latin typeface="Times New Roman" panose="02020603050405020304" pitchFamily="18" charset="0"/>
              <a:ea typeface="宋体" panose="02010600030101010101" pitchFamily="2" charset="-122"/>
            </a:endParaRPr>
          </a:p>
        </p:txBody>
      </p:sp>
      <p:sp>
        <p:nvSpPr>
          <p:cNvPr id="5" name="TextBox 53"/>
          <p:cNvSpPr txBox="1"/>
          <p:nvPr/>
        </p:nvSpPr>
        <p:spPr>
          <a:xfrm>
            <a:off x="2727757" y="3634105"/>
            <a:ext cx="417195" cy="460375"/>
          </a:xfrm>
          <a:prstGeom prst="rect">
            <a:avLst/>
          </a:prstGeom>
          <a:noFill/>
          <a:ln w="9525">
            <a:noFill/>
          </a:ln>
        </p:spPr>
        <p:txBody>
          <a:bodyPr wrap="squar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4</a:t>
            </a:r>
            <a:endParaRPr lang="zh-CN" altLang="en-US" sz="2400" baseline="-25000">
              <a:latin typeface="Times New Roman" panose="02020603050405020304" pitchFamily="18" charset="0"/>
              <a:ea typeface="宋体" panose="02010600030101010101" pitchFamily="2" charset="-122"/>
            </a:endParaRPr>
          </a:p>
        </p:txBody>
      </p:sp>
      <p:sp>
        <p:nvSpPr>
          <p:cNvPr id="6" name="TextBox 53"/>
          <p:cNvSpPr txBox="1"/>
          <p:nvPr/>
        </p:nvSpPr>
        <p:spPr>
          <a:xfrm>
            <a:off x="4014267" y="3966845"/>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5</a:t>
            </a:r>
            <a:endParaRPr lang="zh-CN" altLang="en-US" sz="2400" baseline="-25000">
              <a:latin typeface="Times New Roman" panose="02020603050405020304" pitchFamily="18" charset="0"/>
              <a:ea typeface="宋体" panose="02010600030101010101" pitchFamily="2" charset="-122"/>
            </a:endParaRPr>
          </a:p>
        </p:txBody>
      </p:sp>
      <p:sp>
        <p:nvSpPr>
          <p:cNvPr id="7" name="TextBox 53"/>
          <p:cNvSpPr txBox="1"/>
          <p:nvPr/>
        </p:nvSpPr>
        <p:spPr>
          <a:xfrm>
            <a:off x="5201717" y="3723005"/>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6</a:t>
            </a:r>
            <a:endParaRPr lang="zh-CN" altLang="en-US" sz="2400" baseline="-25000">
              <a:latin typeface="Times New Roman" panose="02020603050405020304" pitchFamily="18" charset="0"/>
              <a:ea typeface="宋体" panose="02010600030101010101" pitchFamily="2" charset="-122"/>
            </a:endParaRPr>
          </a:p>
        </p:txBody>
      </p:sp>
      <p:sp>
        <p:nvSpPr>
          <p:cNvPr id="8" name="TextBox 53"/>
          <p:cNvSpPr txBox="1"/>
          <p:nvPr/>
        </p:nvSpPr>
        <p:spPr>
          <a:xfrm>
            <a:off x="2734742" y="437134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7</a:t>
            </a:r>
            <a:endParaRPr lang="zh-CN" altLang="en-US" sz="2400" baseline="-25000">
              <a:latin typeface="Times New Roman" panose="02020603050405020304" pitchFamily="18" charset="0"/>
              <a:ea typeface="宋体" panose="02010600030101010101" pitchFamily="2" charset="-122"/>
            </a:endParaRPr>
          </a:p>
        </p:txBody>
      </p:sp>
      <p:sp>
        <p:nvSpPr>
          <p:cNvPr id="9" name="TextBox 53"/>
          <p:cNvSpPr txBox="1"/>
          <p:nvPr/>
        </p:nvSpPr>
        <p:spPr>
          <a:xfrm>
            <a:off x="5220132" y="4371340"/>
            <a:ext cx="417195" cy="46037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v</a:t>
            </a:r>
            <a:r>
              <a:rPr lang="en-US" altLang="zh-CN" sz="2400" baseline="-25000">
                <a:latin typeface="Times New Roman" panose="02020603050405020304" pitchFamily="18" charset="0"/>
                <a:ea typeface="宋体" panose="02010600030101010101" pitchFamily="2" charset="-122"/>
              </a:rPr>
              <a:t>8</a:t>
            </a:r>
            <a:endParaRPr lang="zh-CN" altLang="en-US" sz="2400" baseline="-25000">
              <a:latin typeface="Times New Roman" panose="02020603050405020304" pitchFamily="18" charset="0"/>
              <a:ea typeface="宋体" panose="02010600030101010101" pitchFamily="2"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
        <p:nvSpPr>
          <p:cNvPr id="17409" name="Rectangle 2"/>
          <p:cNvSpPr>
            <a:spLocks noGrp="1"/>
          </p:cNvSpPr>
          <p:nvPr>
            <p:custDataLst>
              <p:tags r:id="rId1"/>
            </p:custDataLst>
          </p:nvPr>
        </p:nvSpPr>
        <p:spPr>
          <a:xfrm>
            <a:off x="1150938" y="69850"/>
            <a:ext cx="7793037" cy="982663"/>
          </a:xfrm>
          <a:prstGeom prst="rect">
            <a:avLst/>
          </a:prstGeom>
          <a:noFill/>
          <a:ln w="9525">
            <a:noFill/>
          </a:ln>
          <a:effectLst>
            <a:outerShdw dist="12700" algn="ctr" rotWithShape="0">
              <a:schemeClr val="bg2"/>
            </a:outerShdw>
          </a:effectLst>
        </p:spPr>
        <p:txBody>
          <a:bodyPr wrap="square" lIns="91440" tIns="45720" rIns="91440" bIns="45720" anchor="b" anchorCtr="0"/>
          <a:lstStyle>
            <a:lvl1pPr algn="l" rtl="0" eaLnBrk="0" fontAlgn="base" hangingPunct="0">
              <a:spcBef>
                <a:spcPct val="0"/>
              </a:spcBef>
              <a:spcAft>
                <a:spcPct val="0"/>
              </a:spcAft>
              <a:defRPr sz="4400" b="1">
                <a:solidFill>
                  <a:schemeClr val="tx2"/>
                </a:solidFill>
                <a:latin typeface="+mj-lt"/>
                <a:ea typeface="+mj-ea"/>
                <a:cs typeface="黑体" panose="02010609060101010101" pitchFamily="49" charset="-122"/>
              </a:defRPr>
            </a:lvl1pPr>
            <a:lvl2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5pPr>
            <a:lvl6pPr marL="4572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9pPr>
          </a:lstStyle>
          <a:p>
            <a:pPr marL="0" indent="0" defTabSz="914400" eaLnBrk="1" latinLnBrk="0" hangingPunct="1">
              <a:lnSpc>
                <a:spcPct val="100000"/>
              </a:lnSpc>
              <a:buClrTx/>
              <a:buNone/>
            </a:pPr>
            <a:r>
              <a:rPr lang="zh-CN" altLang="en-US" sz="4000">
                <a:solidFill>
                  <a:srgbClr val="FF0000"/>
                </a:solidFill>
                <a:ea typeface="宋体" panose="02010600030101010101" pitchFamily="2" charset="-122"/>
              </a:rPr>
              <a:t>课后作业三：</a:t>
            </a:r>
            <a:endParaRPr lang="zh-CN" altLang="en-US" sz="4000">
              <a:solidFill>
                <a:srgbClr val="FF0000"/>
              </a:solidFill>
              <a:ea typeface="宋体" panose="02010600030101010101" pitchFamily="2" charset="-122"/>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Rectangle 3"/>
          <p:cNvSpPr>
            <a:spLocks noGrp="1"/>
          </p:cNvSpPr>
          <p:nvPr>
            <p:ph type="body" idx="4294967295"/>
          </p:nvPr>
        </p:nvSpPr>
        <p:spPr>
          <a:xfrm>
            <a:off x="323850" y="1412875"/>
            <a:ext cx="8496300" cy="1584325"/>
          </a:xfrm>
        </p:spPr>
        <p:txBody>
          <a:bodyPr vert="horz" wrap="square" lIns="91440" tIns="45720" rIns="91440" bIns="45720" anchor="t" anchorCtr="0"/>
          <a:p>
            <a:pPr eaLnBrk="1" hangingPunct="1">
              <a:buNone/>
            </a:pPr>
            <a:r>
              <a:rPr lang="zh-CN" altLang="en-US" dirty="0"/>
              <a:t>书 </a:t>
            </a:r>
            <a:r>
              <a:rPr lang="en-US" altLang="zh-CN" dirty="0"/>
              <a:t>P142</a:t>
            </a:r>
            <a:endParaRPr lang="en-US" altLang="zh-CN" dirty="0"/>
          </a:p>
          <a:p>
            <a:pPr eaLnBrk="1" hangingPunct="1">
              <a:buNone/>
            </a:pPr>
            <a:r>
              <a:rPr lang="zh-CN" altLang="en-US" dirty="0"/>
              <a:t>习题八：</a:t>
            </a:r>
            <a:r>
              <a:rPr lang="en-US" dirty="0"/>
              <a:t>1</a:t>
            </a:r>
            <a:r>
              <a:rPr lang="zh-CN" altLang="en-US" dirty="0"/>
              <a:t>。</a:t>
            </a:r>
            <a:endParaRPr lang="zh-CN" altLang="en-US" dirty="0"/>
          </a:p>
        </p:txBody>
      </p:sp>
      <p:sp>
        <p:nvSpPr>
          <p:cNvPr id="7171" name="幻灯片编号占位符 3"/>
          <p:cNvSpPr>
            <a:spLocks noGrp="1"/>
          </p:cNvSpPr>
          <p:nvPr>
            <p:ph type="sldNum"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dirty="0">
                <a:latin typeface="Times New Roman" panose="02020603050405020304" pitchFamily="18" charset="0"/>
              </a:rPr>
            </a:fld>
            <a:endParaRPr lang="en-US" altLang="zh-CN" sz="1400" dirty="0">
              <a:latin typeface="Times New Roman" panose="02020603050405020304" pitchFamily="18" charset="0"/>
            </a:endParaRPr>
          </a:p>
        </p:txBody>
      </p:sp>
      <p:sp>
        <p:nvSpPr>
          <p:cNvPr id="17409" name="Rectangle 2"/>
          <p:cNvSpPr>
            <a:spLocks noGrp="1"/>
          </p:cNvSpPr>
          <p:nvPr>
            <p:custDataLst>
              <p:tags r:id="rId1"/>
            </p:custDataLst>
          </p:nvPr>
        </p:nvSpPr>
        <p:spPr>
          <a:xfrm>
            <a:off x="1150938" y="69850"/>
            <a:ext cx="7793037" cy="982663"/>
          </a:xfrm>
          <a:prstGeom prst="rect">
            <a:avLst/>
          </a:prstGeom>
          <a:noFill/>
          <a:ln w="9525">
            <a:noFill/>
          </a:ln>
          <a:effectLst>
            <a:outerShdw dist="12700" algn="ctr" rotWithShape="0">
              <a:schemeClr val="bg2"/>
            </a:outerShdw>
          </a:effectLst>
        </p:spPr>
        <p:txBody>
          <a:bodyPr wrap="square" lIns="91440" tIns="45720" rIns="91440" bIns="45720" anchor="b" anchorCtr="0"/>
          <a:lstStyle>
            <a:lvl1pPr algn="l" rtl="0" eaLnBrk="0" fontAlgn="base" hangingPunct="0">
              <a:spcBef>
                <a:spcPct val="0"/>
              </a:spcBef>
              <a:spcAft>
                <a:spcPct val="0"/>
              </a:spcAft>
              <a:defRPr sz="4400" b="1">
                <a:solidFill>
                  <a:schemeClr val="tx2"/>
                </a:solidFill>
                <a:latin typeface="+mj-lt"/>
                <a:ea typeface="+mj-ea"/>
                <a:cs typeface="黑体" panose="02010609060101010101" pitchFamily="49" charset="-122"/>
              </a:defRPr>
            </a:lvl1pPr>
            <a:lvl2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5pPr>
            <a:lvl6pPr marL="4572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9pPr>
          </a:lstStyle>
          <a:p>
            <a:pPr marL="0" indent="0" defTabSz="914400" eaLnBrk="1" latinLnBrk="0" hangingPunct="1">
              <a:lnSpc>
                <a:spcPct val="100000"/>
              </a:lnSpc>
              <a:buClrTx/>
              <a:buNone/>
            </a:pPr>
            <a:r>
              <a:rPr lang="zh-CN" altLang="en-US" sz="4000">
                <a:solidFill>
                  <a:srgbClr val="FF0000"/>
                </a:solidFill>
                <a:ea typeface="宋体" panose="02010600030101010101" pitchFamily="2" charset="-122"/>
              </a:rPr>
              <a:t>课后作业四：</a:t>
            </a:r>
            <a:endParaRPr lang="zh-CN" altLang="en-US" sz="4000">
              <a:solidFill>
                <a:srgbClr val="FF0000"/>
              </a:solidFill>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xEl>
                                              <p:charRg st="0" end="12"/>
                                            </p:txEl>
                                          </p:spTgt>
                                        </p:tgtEl>
                                        <p:attrNameLst>
                                          <p:attrName>style.visibility</p:attrName>
                                        </p:attrNameLst>
                                      </p:cBhvr>
                                      <p:to>
                                        <p:strVal val="visible"/>
                                      </p:to>
                                    </p:set>
                                    <p:animEffect transition="in" filter="wipe(left)">
                                      <p:cBhvr>
                                        <p:cTn id="7" dur="500"/>
                                        <p:tgtEl>
                                          <p:spTgt spid="24579">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9">
                                            <p:txEl>
                                              <p:charRg st="12" end="41"/>
                                            </p:txEl>
                                          </p:spTgt>
                                        </p:tgtEl>
                                        <p:attrNameLst>
                                          <p:attrName>style.visibility</p:attrName>
                                        </p:attrNameLst>
                                      </p:cBhvr>
                                      <p:to>
                                        <p:strVal val="visible"/>
                                      </p:to>
                                    </p:set>
                                    <p:animEffect transition="in" filter="wipe(left)">
                                      <p:cBhvr>
                                        <p:cTn id="12" dur="500"/>
                                        <p:tgtEl>
                                          <p:spTgt spid="24579">
                                            <p:txEl>
                                              <p:charRg st="12" end="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ldLvl="2"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有向欧拉图应用</a:t>
            </a:r>
            <a:r>
              <a:rPr lang="en-US" altLang="zh-CN"/>
              <a:t>(</a:t>
            </a:r>
            <a:r>
              <a:rPr lang="zh-CN" altLang="en-US"/>
              <a:t>轮盘设计</a:t>
            </a:r>
            <a:r>
              <a:rPr lang="en-US" altLang="zh-CN"/>
              <a:t>)</a:t>
            </a:r>
            <a:endParaRPr lang="en-US" altLang="zh-CN"/>
          </a:p>
        </p:txBody>
      </p:sp>
      <p:grpSp>
        <p:nvGrpSpPr>
          <p:cNvPr id="44034" name="Group 45"/>
          <p:cNvGrpSpPr/>
          <p:nvPr/>
        </p:nvGrpSpPr>
        <p:grpSpPr>
          <a:xfrm>
            <a:off x="323850" y="1844675"/>
            <a:ext cx="3384550" cy="2305050"/>
            <a:chOff x="204" y="2296"/>
            <a:chExt cx="2132" cy="1452"/>
          </a:xfrm>
        </p:grpSpPr>
        <p:sp>
          <p:nvSpPr>
            <p:cNvPr id="44035" name="Oval 23"/>
            <p:cNvSpPr/>
            <p:nvPr/>
          </p:nvSpPr>
          <p:spPr>
            <a:xfrm>
              <a:off x="567" y="2296"/>
              <a:ext cx="771" cy="145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4036" name="Oval 24"/>
            <p:cNvSpPr/>
            <p:nvPr/>
          </p:nvSpPr>
          <p:spPr>
            <a:xfrm>
              <a:off x="1202" y="2296"/>
              <a:ext cx="771" cy="1452"/>
            </a:xfrm>
            <a:prstGeom prst="ellipse">
              <a:avLst/>
            </a:prstGeom>
            <a:solidFill>
              <a:srgbClr val="C7F9F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4037" name="Line 25"/>
            <p:cNvSpPr/>
            <p:nvPr/>
          </p:nvSpPr>
          <p:spPr>
            <a:xfrm>
              <a:off x="204" y="3022"/>
              <a:ext cx="363" cy="0"/>
            </a:xfrm>
            <a:prstGeom prst="line">
              <a:avLst/>
            </a:prstGeom>
            <a:ln w="28575" cap="flat" cmpd="sng">
              <a:solidFill>
                <a:schemeClr val="tx1"/>
              </a:solidFill>
              <a:prstDash val="solid"/>
              <a:round/>
              <a:headEnd type="none" w="med" len="med"/>
              <a:tailEnd type="none" w="med" len="med"/>
            </a:ln>
          </p:spPr>
        </p:sp>
        <p:sp>
          <p:nvSpPr>
            <p:cNvPr id="44038" name="Line 26"/>
            <p:cNvSpPr/>
            <p:nvPr/>
          </p:nvSpPr>
          <p:spPr>
            <a:xfrm>
              <a:off x="567" y="3022"/>
              <a:ext cx="998" cy="0"/>
            </a:xfrm>
            <a:prstGeom prst="line">
              <a:avLst/>
            </a:prstGeom>
            <a:ln w="28575" cap="flat" cmpd="sng">
              <a:solidFill>
                <a:schemeClr val="tx1"/>
              </a:solidFill>
              <a:prstDash val="dash"/>
              <a:round/>
              <a:headEnd type="none" w="med" len="med"/>
              <a:tailEnd type="none" w="med" len="med"/>
            </a:ln>
          </p:spPr>
        </p:sp>
        <p:sp>
          <p:nvSpPr>
            <p:cNvPr id="44039" name="Line 27"/>
            <p:cNvSpPr/>
            <p:nvPr/>
          </p:nvSpPr>
          <p:spPr>
            <a:xfrm>
              <a:off x="1565" y="3022"/>
              <a:ext cx="771" cy="0"/>
            </a:xfrm>
            <a:prstGeom prst="line">
              <a:avLst/>
            </a:prstGeom>
            <a:ln w="28575" cap="flat" cmpd="sng">
              <a:solidFill>
                <a:schemeClr val="tx1"/>
              </a:solidFill>
              <a:prstDash val="solid"/>
              <a:round/>
              <a:headEnd type="none" w="med" len="med"/>
              <a:tailEnd type="none" w="med" len="med"/>
            </a:ln>
          </p:spPr>
        </p:sp>
        <p:sp>
          <p:nvSpPr>
            <p:cNvPr id="44040" name="Line 28"/>
            <p:cNvSpPr/>
            <p:nvPr/>
          </p:nvSpPr>
          <p:spPr>
            <a:xfrm>
              <a:off x="748" y="2432"/>
              <a:ext cx="454" cy="1180"/>
            </a:xfrm>
            <a:prstGeom prst="line">
              <a:avLst/>
            </a:prstGeom>
            <a:ln w="28575" cap="flat" cmpd="sng">
              <a:solidFill>
                <a:schemeClr val="tx1"/>
              </a:solidFill>
              <a:prstDash val="solid"/>
              <a:round/>
              <a:headEnd type="none" w="med" len="med"/>
              <a:tailEnd type="none" w="med" len="med"/>
            </a:ln>
          </p:spPr>
        </p:sp>
        <p:sp>
          <p:nvSpPr>
            <p:cNvPr id="44041" name="Line 29"/>
            <p:cNvSpPr/>
            <p:nvPr/>
          </p:nvSpPr>
          <p:spPr>
            <a:xfrm flipH="1">
              <a:off x="748" y="2478"/>
              <a:ext cx="454" cy="1088"/>
            </a:xfrm>
            <a:prstGeom prst="line">
              <a:avLst/>
            </a:prstGeom>
            <a:ln w="28575" cap="flat" cmpd="sng">
              <a:solidFill>
                <a:schemeClr val="tx1"/>
              </a:solidFill>
              <a:prstDash val="solid"/>
              <a:round/>
              <a:headEnd type="none" w="med" len="med"/>
              <a:tailEnd type="none" w="med" len="med"/>
            </a:ln>
          </p:spPr>
        </p:sp>
        <p:sp>
          <p:nvSpPr>
            <p:cNvPr id="44042" name="Line 30"/>
            <p:cNvSpPr/>
            <p:nvPr/>
          </p:nvSpPr>
          <p:spPr>
            <a:xfrm>
              <a:off x="612" y="2750"/>
              <a:ext cx="590" cy="486"/>
            </a:xfrm>
            <a:prstGeom prst="line">
              <a:avLst/>
            </a:prstGeom>
            <a:ln w="28575" cap="flat" cmpd="sng">
              <a:solidFill>
                <a:schemeClr val="tx1"/>
              </a:solidFill>
              <a:prstDash val="solid"/>
              <a:round/>
              <a:headEnd type="none" w="med" len="med"/>
              <a:tailEnd type="none" w="med" len="med"/>
            </a:ln>
          </p:spPr>
        </p:sp>
        <p:sp>
          <p:nvSpPr>
            <p:cNvPr id="44043" name="Line 31"/>
            <p:cNvSpPr/>
            <p:nvPr/>
          </p:nvSpPr>
          <p:spPr>
            <a:xfrm>
              <a:off x="1211" y="3240"/>
              <a:ext cx="136" cy="136"/>
            </a:xfrm>
            <a:prstGeom prst="line">
              <a:avLst/>
            </a:prstGeom>
            <a:ln w="28575" cap="flat" cmpd="sng">
              <a:solidFill>
                <a:schemeClr val="tx1"/>
              </a:solidFill>
              <a:prstDash val="dash"/>
              <a:round/>
              <a:headEnd type="none" w="med" len="med"/>
              <a:tailEnd type="none" w="med" len="med"/>
            </a:ln>
          </p:spPr>
        </p:sp>
        <p:sp>
          <p:nvSpPr>
            <p:cNvPr id="44044" name="Line 32"/>
            <p:cNvSpPr/>
            <p:nvPr/>
          </p:nvSpPr>
          <p:spPr>
            <a:xfrm flipV="1">
              <a:off x="567" y="2750"/>
              <a:ext cx="771" cy="499"/>
            </a:xfrm>
            <a:prstGeom prst="line">
              <a:avLst/>
            </a:prstGeom>
            <a:ln w="28575" cap="flat" cmpd="sng">
              <a:solidFill>
                <a:schemeClr val="tx1"/>
              </a:solidFill>
              <a:prstDash val="solid"/>
              <a:round/>
              <a:headEnd type="none" w="med" len="med"/>
              <a:tailEnd type="none" w="med" len="med"/>
            </a:ln>
          </p:spPr>
        </p:sp>
        <p:sp>
          <p:nvSpPr>
            <p:cNvPr id="44045" name="Line 33"/>
            <p:cNvSpPr/>
            <p:nvPr/>
          </p:nvSpPr>
          <p:spPr>
            <a:xfrm>
              <a:off x="1383" y="2432"/>
              <a:ext cx="454" cy="1180"/>
            </a:xfrm>
            <a:prstGeom prst="line">
              <a:avLst/>
            </a:prstGeom>
            <a:ln w="28575" cap="flat" cmpd="sng">
              <a:solidFill>
                <a:schemeClr val="tx1"/>
              </a:solidFill>
              <a:prstDash val="solid"/>
              <a:round/>
              <a:headEnd type="none" w="med" len="med"/>
              <a:tailEnd type="none" w="med" len="med"/>
            </a:ln>
          </p:spPr>
        </p:sp>
        <p:sp>
          <p:nvSpPr>
            <p:cNvPr id="44046" name="Line 34"/>
            <p:cNvSpPr/>
            <p:nvPr/>
          </p:nvSpPr>
          <p:spPr>
            <a:xfrm flipH="1">
              <a:off x="1383" y="2478"/>
              <a:ext cx="454" cy="1088"/>
            </a:xfrm>
            <a:prstGeom prst="line">
              <a:avLst/>
            </a:prstGeom>
            <a:ln w="28575" cap="flat" cmpd="sng">
              <a:solidFill>
                <a:schemeClr val="tx1"/>
              </a:solidFill>
              <a:prstDash val="solid"/>
              <a:round/>
              <a:headEnd type="none" w="med" len="med"/>
              <a:tailEnd type="none" w="med" len="med"/>
            </a:ln>
          </p:spPr>
        </p:sp>
        <p:sp>
          <p:nvSpPr>
            <p:cNvPr id="44047" name="Line 35"/>
            <p:cNvSpPr/>
            <p:nvPr/>
          </p:nvSpPr>
          <p:spPr>
            <a:xfrm>
              <a:off x="1247" y="2750"/>
              <a:ext cx="680" cy="544"/>
            </a:xfrm>
            <a:prstGeom prst="line">
              <a:avLst/>
            </a:prstGeom>
            <a:ln w="28575" cap="flat" cmpd="sng">
              <a:solidFill>
                <a:schemeClr val="tx1"/>
              </a:solidFill>
              <a:prstDash val="solid"/>
              <a:round/>
              <a:headEnd type="none" w="med" len="med"/>
              <a:tailEnd type="none" w="med" len="med"/>
            </a:ln>
          </p:spPr>
        </p:sp>
        <p:sp>
          <p:nvSpPr>
            <p:cNvPr id="44048" name="Line 36"/>
            <p:cNvSpPr/>
            <p:nvPr/>
          </p:nvSpPr>
          <p:spPr>
            <a:xfrm flipV="1">
              <a:off x="1202" y="2750"/>
              <a:ext cx="771" cy="499"/>
            </a:xfrm>
            <a:prstGeom prst="line">
              <a:avLst/>
            </a:prstGeom>
            <a:ln w="28575" cap="flat" cmpd="sng">
              <a:solidFill>
                <a:schemeClr val="tx1"/>
              </a:solidFill>
              <a:prstDash val="solid"/>
              <a:round/>
              <a:headEnd type="none" w="med" len="med"/>
              <a:tailEnd type="none" w="med" len="med"/>
            </a:ln>
          </p:spPr>
        </p:sp>
        <p:sp>
          <p:nvSpPr>
            <p:cNvPr id="44049" name="Text Box 39"/>
            <p:cNvSpPr txBox="1"/>
            <p:nvPr/>
          </p:nvSpPr>
          <p:spPr>
            <a:xfrm>
              <a:off x="884" y="2309"/>
              <a:ext cx="228" cy="327"/>
            </a:xfrm>
            <a:prstGeom prst="rect">
              <a:avLst/>
            </a:prstGeom>
            <a:noFill/>
            <a:ln w="9525">
              <a:noFill/>
            </a:ln>
          </p:spPr>
          <p:txBody>
            <a:bodyPr wrap="none" anchor="t" anchorCtr="0">
              <a:spAutoFit/>
            </a:bodyPr>
            <a:p>
              <a:pPr>
                <a:buSzTx/>
              </a:pPr>
              <a:r>
                <a:rPr lang="en-US" altLang="zh-CN" sz="2800" i="1">
                  <a:latin typeface="Times New Roman" panose="02020603050405020304" pitchFamily="18" charset="0"/>
                  <a:ea typeface="宋体" panose="02010600030101010101" pitchFamily="2" charset="-122"/>
                </a:rPr>
                <a:t>a</a:t>
              </a:r>
              <a:endParaRPr lang="en-US" altLang="zh-CN" sz="2800" i="1">
                <a:latin typeface="Times New Roman" panose="02020603050405020304" pitchFamily="18" charset="0"/>
                <a:ea typeface="宋体" panose="02010600030101010101" pitchFamily="2" charset="-122"/>
              </a:endParaRPr>
            </a:p>
          </p:txBody>
        </p:sp>
        <p:sp>
          <p:nvSpPr>
            <p:cNvPr id="44050" name="Text Box 40"/>
            <p:cNvSpPr txBox="1"/>
            <p:nvPr/>
          </p:nvSpPr>
          <p:spPr>
            <a:xfrm>
              <a:off x="1519" y="2387"/>
              <a:ext cx="228" cy="327"/>
            </a:xfrm>
            <a:prstGeom prst="rect">
              <a:avLst/>
            </a:prstGeom>
            <a:noFill/>
            <a:ln w="9525">
              <a:noFill/>
            </a:ln>
          </p:spPr>
          <p:txBody>
            <a:bodyPr wrap="none" anchor="t" anchorCtr="0">
              <a:spAutoFit/>
            </a:bodyPr>
            <a:p>
              <a:pPr>
                <a:buSzTx/>
              </a:pPr>
              <a:r>
                <a:rPr lang="en-US" altLang="zh-CN" sz="2800" i="1">
                  <a:latin typeface="Times New Roman" panose="02020603050405020304" pitchFamily="18" charset="0"/>
                  <a:ea typeface="宋体" panose="02010600030101010101" pitchFamily="2" charset="-122"/>
                </a:rPr>
                <a:t>a</a:t>
              </a:r>
              <a:endParaRPr lang="en-US" altLang="zh-CN" sz="2800" i="1">
                <a:latin typeface="Times New Roman" panose="02020603050405020304" pitchFamily="18" charset="0"/>
                <a:ea typeface="宋体" panose="02010600030101010101" pitchFamily="2" charset="-122"/>
              </a:endParaRPr>
            </a:p>
          </p:txBody>
        </p:sp>
        <p:sp>
          <p:nvSpPr>
            <p:cNvPr id="44051" name="Text Box 41"/>
            <p:cNvSpPr txBox="1"/>
            <p:nvPr/>
          </p:nvSpPr>
          <p:spPr>
            <a:xfrm>
              <a:off x="612" y="2523"/>
              <a:ext cx="228" cy="327"/>
            </a:xfrm>
            <a:prstGeom prst="rect">
              <a:avLst/>
            </a:prstGeom>
            <a:noFill/>
            <a:ln w="9525">
              <a:noFill/>
            </a:ln>
          </p:spPr>
          <p:txBody>
            <a:bodyPr wrap="none" anchor="t" anchorCtr="0">
              <a:spAutoFit/>
            </a:bodyPr>
            <a:p>
              <a:pPr>
                <a:buSzTx/>
              </a:pPr>
              <a:r>
                <a:rPr lang="en-US" altLang="zh-CN" sz="2800" i="1">
                  <a:latin typeface="Times New Roman" panose="02020603050405020304" pitchFamily="18" charset="0"/>
                  <a:ea typeface="宋体" panose="02010600030101010101" pitchFamily="2" charset="-122"/>
                </a:rPr>
                <a:t>b</a:t>
              </a:r>
              <a:endParaRPr lang="en-US" altLang="zh-CN" sz="2800" i="1">
                <a:latin typeface="Times New Roman" panose="02020603050405020304" pitchFamily="18" charset="0"/>
                <a:ea typeface="宋体" panose="02010600030101010101" pitchFamily="2" charset="-122"/>
              </a:endParaRPr>
            </a:p>
          </p:txBody>
        </p:sp>
        <p:sp>
          <p:nvSpPr>
            <p:cNvPr id="44052" name="Text Box 42"/>
            <p:cNvSpPr txBox="1"/>
            <p:nvPr/>
          </p:nvSpPr>
          <p:spPr>
            <a:xfrm>
              <a:off x="1701" y="3158"/>
              <a:ext cx="215" cy="327"/>
            </a:xfrm>
            <a:prstGeom prst="rect">
              <a:avLst/>
            </a:prstGeom>
            <a:noFill/>
            <a:ln w="9525">
              <a:noFill/>
            </a:ln>
          </p:spPr>
          <p:txBody>
            <a:bodyPr wrap="none" anchor="t" anchorCtr="0">
              <a:spAutoFit/>
            </a:bodyPr>
            <a:p>
              <a:pPr>
                <a:buSzTx/>
              </a:pPr>
              <a:r>
                <a:rPr lang="en-US" altLang="zh-CN" sz="2800" i="1">
                  <a:latin typeface="Times New Roman" panose="02020603050405020304" pitchFamily="18" charset="0"/>
                  <a:ea typeface="宋体" panose="02010600030101010101" pitchFamily="2" charset="-122"/>
                </a:rPr>
                <a:t>c</a:t>
              </a:r>
              <a:endParaRPr lang="en-US" altLang="zh-CN" sz="2800" i="1">
                <a:latin typeface="Times New Roman" panose="02020603050405020304" pitchFamily="18" charset="0"/>
                <a:ea typeface="宋体" panose="02010600030101010101" pitchFamily="2" charset="-122"/>
              </a:endParaRPr>
            </a:p>
          </p:txBody>
        </p:sp>
        <p:sp>
          <p:nvSpPr>
            <p:cNvPr id="44053" name="Text Box 44"/>
            <p:cNvSpPr txBox="1"/>
            <p:nvPr/>
          </p:nvSpPr>
          <p:spPr>
            <a:xfrm>
              <a:off x="884" y="3294"/>
              <a:ext cx="215" cy="327"/>
            </a:xfrm>
            <a:prstGeom prst="rect">
              <a:avLst/>
            </a:prstGeom>
            <a:noFill/>
            <a:ln w="9525">
              <a:noFill/>
            </a:ln>
          </p:spPr>
          <p:txBody>
            <a:bodyPr wrap="none" anchor="t" anchorCtr="0">
              <a:spAutoFit/>
            </a:bodyPr>
            <a:p>
              <a:pPr>
                <a:buSzTx/>
              </a:pPr>
              <a:r>
                <a:rPr lang="en-US" altLang="zh-CN" sz="2800" i="1">
                  <a:latin typeface="Times New Roman" panose="02020603050405020304" pitchFamily="18" charset="0"/>
                  <a:ea typeface="宋体" panose="02010600030101010101" pitchFamily="2" charset="-122"/>
                </a:rPr>
                <a:t>c</a:t>
              </a:r>
              <a:endParaRPr lang="en-US" altLang="zh-CN" sz="2800" i="1">
                <a:latin typeface="Times New Roman" panose="02020603050405020304" pitchFamily="18" charset="0"/>
                <a:ea typeface="宋体" panose="02010600030101010101" pitchFamily="2" charset="-122"/>
              </a:endParaRPr>
            </a:p>
          </p:txBody>
        </p:sp>
      </p:grpSp>
      <p:grpSp>
        <p:nvGrpSpPr>
          <p:cNvPr id="44054" name="Group 68"/>
          <p:cNvGrpSpPr/>
          <p:nvPr/>
        </p:nvGrpSpPr>
        <p:grpSpPr>
          <a:xfrm>
            <a:off x="4859338" y="1628775"/>
            <a:ext cx="3433762" cy="2520950"/>
            <a:chOff x="3061" y="2160"/>
            <a:chExt cx="2163" cy="1588"/>
          </a:xfrm>
        </p:grpSpPr>
        <p:sp>
          <p:nvSpPr>
            <p:cNvPr id="44055" name="Oval 46"/>
            <p:cNvSpPr/>
            <p:nvPr/>
          </p:nvSpPr>
          <p:spPr>
            <a:xfrm>
              <a:off x="3062" y="2205"/>
              <a:ext cx="1542" cy="1542"/>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4056" name="Oval 47"/>
            <p:cNvSpPr/>
            <p:nvPr/>
          </p:nvSpPr>
          <p:spPr>
            <a:xfrm>
              <a:off x="3443" y="2613"/>
              <a:ext cx="771" cy="77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4057" name="Freeform 48"/>
            <p:cNvSpPr/>
            <p:nvPr/>
          </p:nvSpPr>
          <p:spPr>
            <a:xfrm>
              <a:off x="3778" y="2976"/>
              <a:ext cx="363" cy="288"/>
            </a:xfrm>
            <a:custGeom>
              <a:avLst/>
              <a:gdLst/>
              <a:ahLst/>
              <a:cxnLst>
                <a:cxn ang="0">
                  <a:pos x="363" y="0"/>
                </a:cxn>
                <a:cxn ang="0">
                  <a:pos x="318" y="182"/>
                </a:cxn>
                <a:cxn ang="0">
                  <a:pos x="182" y="273"/>
                </a:cxn>
                <a:cxn ang="0">
                  <a:pos x="0" y="273"/>
                </a:cxn>
              </a:cxnLst>
              <a:pathLst>
                <a:path w="363" h="288">
                  <a:moveTo>
                    <a:pt x="363" y="0"/>
                  </a:moveTo>
                  <a:cubicBezTo>
                    <a:pt x="355" y="68"/>
                    <a:pt x="348" y="137"/>
                    <a:pt x="318" y="182"/>
                  </a:cubicBezTo>
                  <a:cubicBezTo>
                    <a:pt x="288" y="227"/>
                    <a:pt x="235" y="258"/>
                    <a:pt x="182" y="273"/>
                  </a:cubicBezTo>
                  <a:cubicBezTo>
                    <a:pt x="129" y="288"/>
                    <a:pt x="30" y="273"/>
                    <a:pt x="0" y="273"/>
                  </a:cubicBezTo>
                </a:path>
              </a:pathLst>
            </a:custGeom>
            <a:noFill/>
            <a:ln w="28575" cap="flat" cmpd="sng">
              <a:solidFill>
                <a:schemeClr val="hlink"/>
              </a:solidFill>
              <a:prstDash val="solid"/>
              <a:round/>
              <a:headEnd type="none" w="med" len="med"/>
              <a:tailEnd type="triangle" w="lg" len="lg"/>
            </a:ln>
          </p:spPr>
          <p:txBody>
            <a:bodyPr/>
            <a:p>
              <a:endParaRPr lang="zh-CN" altLang="en-US"/>
            </a:p>
          </p:txBody>
        </p:sp>
        <p:sp>
          <p:nvSpPr>
            <p:cNvPr id="44058" name="Line 49"/>
            <p:cNvSpPr/>
            <p:nvPr/>
          </p:nvSpPr>
          <p:spPr>
            <a:xfrm>
              <a:off x="4241" y="2976"/>
              <a:ext cx="363" cy="0"/>
            </a:xfrm>
            <a:prstGeom prst="line">
              <a:avLst/>
            </a:prstGeom>
            <a:ln w="28575" cap="flat" cmpd="sng">
              <a:solidFill>
                <a:schemeClr val="tx1"/>
              </a:solidFill>
              <a:prstDash val="solid"/>
              <a:round/>
              <a:headEnd type="none" w="med" len="med"/>
              <a:tailEnd type="none" w="med" len="med"/>
            </a:ln>
          </p:spPr>
        </p:sp>
        <p:sp>
          <p:nvSpPr>
            <p:cNvPr id="44059" name="Line 50"/>
            <p:cNvSpPr/>
            <p:nvPr/>
          </p:nvSpPr>
          <p:spPr>
            <a:xfrm>
              <a:off x="3061" y="2976"/>
              <a:ext cx="363" cy="0"/>
            </a:xfrm>
            <a:prstGeom prst="line">
              <a:avLst/>
            </a:prstGeom>
            <a:ln w="28575" cap="flat" cmpd="sng">
              <a:solidFill>
                <a:schemeClr val="tx1"/>
              </a:solidFill>
              <a:prstDash val="solid"/>
              <a:round/>
              <a:headEnd type="none" w="med" len="med"/>
              <a:tailEnd type="none" w="med" len="med"/>
            </a:ln>
          </p:spPr>
        </p:sp>
        <p:sp>
          <p:nvSpPr>
            <p:cNvPr id="44060" name="Line 51"/>
            <p:cNvSpPr/>
            <p:nvPr/>
          </p:nvSpPr>
          <p:spPr>
            <a:xfrm flipH="1">
              <a:off x="3288" y="3249"/>
              <a:ext cx="227" cy="226"/>
            </a:xfrm>
            <a:prstGeom prst="line">
              <a:avLst/>
            </a:prstGeom>
            <a:ln w="28575" cap="flat" cmpd="sng">
              <a:solidFill>
                <a:schemeClr val="tx1"/>
              </a:solidFill>
              <a:prstDash val="solid"/>
              <a:round/>
              <a:headEnd type="none" w="med" len="med"/>
              <a:tailEnd type="none" w="med" len="med"/>
            </a:ln>
          </p:spPr>
        </p:sp>
        <p:sp>
          <p:nvSpPr>
            <p:cNvPr id="44061" name="Line 52"/>
            <p:cNvSpPr/>
            <p:nvPr/>
          </p:nvSpPr>
          <p:spPr>
            <a:xfrm>
              <a:off x="3833" y="3385"/>
              <a:ext cx="0" cy="363"/>
            </a:xfrm>
            <a:prstGeom prst="line">
              <a:avLst/>
            </a:prstGeom>
            <a:ln w="28575" cap="flat" cmpd="sng">
              <a:solidFill>
                <a:schemeClr val="tx1"/>
              </a:solidFill>
              <a:prstDash val="solid"/>
              <a:round/>
              <a:headEnd type="none" w="med" len="med"/>
              <a:tailEnd type="none" w="med" len="med"/>
            </a:ln>
          </p:spPr>
        </p:sp>
        <p:sp>
          <p:nvSpPr>
            <p:cNvPr id="44062" name="Line 53"/>
            <p:cNvSpPr/>
            <p:nvPr/>
          </p:nvSpPr>
          <p:spPr>
            <a:xfrm>
              <a:off x="4150" y="3249"/>
              <a:ext cx="227" cy="227"/>
            </a:xfrm>
            <a:prstGeom prst="line">
              <a:avLst/>
            </a:prstGeom>
            <a:ln w="28575" cap="flat" cmpd="sng">
              <a:solidFill>
                <a:schemeClr val="tx1"/>
              </a:solidFill>
              <a:prstDash val="solid"/>
              <a:round/>
              <a:headEnd type="none" w="med" len="med"/>
              <a:tailEnd type="none" w="med" len="med"/>
            </a:ln>
          </p:spPr>
        </p:sp>
        <p:sp>
          <p:nvSpPr>
            <p:cNvPr id="44063" name="Line 54"/>
            <p:cNvSpPr/>
            <p:nvPr/>
          </p:nvSpPr>
          <p:spPr>
            <a:xfrm flipH="1">
              <a:off x="4105" y="2432"/>
              <a:ext cx="272" cy="272"/>
            </a:xfrm>
            <a:prstGeom prst="line">
              <a:avLst/>
            </a:prstGeom>
            <a:ln w="28575" cap="flat" cmpd="sng">
              <a:solidFill>
                <a:schemeClr val="tx1"/>
              </a:solidFill>
              <a:prstDash val="solid"/>
              <a:round/>
              <a:headEnd type="none" w="med" len="med"/>
              <a:tailEnd type="none" w="med" len="med"/>
            </a:ln>
          </p:spPr>
        </p:sp>
        <p:sp>
          <p:nvSpPr>
            <p:cNvPr id="44064" name="Line 55"/>
            <p:cNvSpPr/>
            <p:nvPr/>
          </p:nvSpPr>
          <p:spPr>
            <a:xfrm>
              <a:off x="3833" y="2205"/>
              <a:ext cx="0" cy="409"/>
            </a:xfrm>
            <a:prstGeom prst="line">
              <a:avLst/>
            </a:prstGeom>
            <a:ln w="28575" cap="flat" cmpd="sng">
              <a:solidFill>
                <a:schemeClr val="tx1"/>
              </a:solidFill>
              <a:prstDash val="solid"/>
              <a:round/>
              <a:headEnd type="none" w="med" len="med"/>
              <a:tailEnd type="none" w="med" len="med"/>
            </a:ln>
          </p:spPr>
        </p:sp>
        <p:sp>
          <p:nvSpPr>
            <p:cNvPr id="44065" name="Line 56"/>
            <p:cNvSpPr/>
            <p:nvPr/>
          </p:nvSpPr>
          <p:spPr>
            <a:xfrm flipH="1" flipV="1">
              <a:off x="3288" y="2432"/>
              <a:ext cx="272" cy="272"/>
            </a:xfrm>
            <a:prstGeom prst="line">
              <a:avLst/>
            </a:prstGeom>
            <a:ln w="28575" cap="flat" cmpd="sng">
              <a:solidFill>
                <a:schemeClr val="tx1"/>
              </a:solidFill>
              <a:prstDash val="solid"/>
              <a:round/>
              <a:headEnd type="none" w="med" len="med"/>
              <a:tailEnd type="none" w="med" len="med"/>
            </a:ln>
          </p:spPr>
        </p:sp>
        <p:sp>
          <p:nvSpPr>
            <p:cNvPr id="44066" name="Text Box 57"/>
            <p:cNvSpPr txBox="1"/>
            <p:nvPr/>
          </p:nvSpPr>
          <p:spPr>
            <a:xfrm>
              <a:off x="4286" y="2614"/>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4067" name="Text Box 58"/>
            <p:cNvSpPr txBox="1"/>
            <p:nvPr/>
          </p:nvSpPr>
          <p:spPr>
            <a:xfrm>
              <a:off x="3969" y="2296"/>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4068" name="Text Box 59"/>
            <p:cNvSpPr txBox="1"/>
            <p:nvPr/>
          </p:nvSpPr>
          <p:spPr>
            <a:xfrm>
              <a:off x="4286" y="2976"/>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4069" name="Text Box 60"/>
            <p:cNvSpPr txBox="1"/>
            <p:nvPr/>
          </p:nvSpPr>
          <p:spPr>
            <a:xfrm>
              <a:off x="3515" y="3339"/>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4070" name="Text Box 61"/>
            <p:cNvSpPr txBox="1"/>
            <p:nvPr/>
          </p:nvSpPr>
          <p:spPr>
            <a:xfrm>
              <a:off x="3152" y="3022"/>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4071" name="Line 62"/>
            <p:cNvSpPr/>
            <p:nvPr/>
          </p:nvSpPr>
          <p:spPr>
            <a:xfrm flipH="1">
              <a:off x="4150" y="2278"/>
              <a:ext cx="817" cy="0"/>
            </a:xfrm>
            <a:prstGeom prst="line">
              <a:avLst/>
            </a:prstGeom>
            <a:ln w="28575" cap="flat" cmpd="sng">
              <a:solidFill>
                <a:schemeClr val="tx1"/>
              </a:solidFill>
              <a:prstDash val="solid"/>
              <a:round/>
              <a:headEnd type="none" w="med" len="med"/>
              <a:tailEnd type="triangle" w="lg" len="lg"/>
            </a:ln>
          </p:spPr>
        </p:sp>
        <p:sp>
          <p:nvSpPr>
            <p:cNvPr id="44072" name="Line 63"/>
            <p:cNvSpPr/>
            <p:nvPr/>
          </p:nvSpPr>
          <p:spPr>
            <a:xfrm flipH="1">
              <a:off x="4512" y="2659"/>
              <a:ext cx="500" cy="0"/>
            </a:xfrm>
            <a:prstGeom prst="line">
              <a:avLst/>
            </a:prstGeom>
            <a:ln w="28575" cap="flat" cmpd="sng">
              <a:solidFill>
                <a:schemeClr val="tx1"/>
              </a:solidFill>
              <a:prstDash val="solid"/>
              <a:round/>
              <a:headEnd type="none" w="med" len="med"/>
              <a:tailEnd type="triangle" w="lg" len="lg"/>
            </a:ln>
          </p:spPr>
        </p:sp>
        <p:sp>
          <p:nvSpPr>
            <p:cNvPr id="44073" name="Line 64"/>
            <p:cNvSpPr/>
            <p:nvPr/>
          </p:nvSpPr>
          <p:spPr>
            <a:xfrm flipH="1">
              <a:off x="4558" y="3249"/>
              <a:ext cx="499" cy="0"/>
            </a:xfrm>
            <a:prstGeom prst="line">
              <a:avLst/>
            </a:prstGeom>
            <a:ln w="28575" cap="flat" cmpd="sng">
              <a:solidFill>
                <a:schemeClr val="tx1"/>
              </a:solidFill>
              <a:prstDash val="solid"/>
              <a:round/>
              <a:headEnd type="none" w="med" len="med"/>
              <a:tailEnd type="triangle" w="lg" len="lg"/>
            </a:ln>
          </p:spPr>
        </p:sp>
        <p:sp>
          <p:nvSpPr>
            <p:cNvPr id="44074" name="Text Box 65"/>
            <p:cNvSpPr txBox="1"/>
            <p:nvPr/>
          </p:nvSpPr>
          <p:spPr>
            <a:xfrm>
              <a:off x="5012" y="21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4075" name="Text Box 66"/>
            <p:cNvSpPr txBox="1"/>
            <p:nvPr/>
          </p:nvSpPr>
          <p:spPr>
            <a:xfrm>
              <a:off x="5012" y="247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4076" name="Text Box 67"/>
            <p:cNvSpPr txBox="1"/>
            <p:nvPr/>
          </p:nvSpPr>
          <p:spPr>
            <a:xfrm>
              <a:off x="5012" y="3067"/>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gr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有向欧拉图应用</a:t>
            </a:r>
            <a:r>
              <a:rPr lang="en-US" altLang="zh-CN"/>
              <a:t>(</a:t>
            </a:r>
            <a:r>
              <a:rPr lang="zh-CN" altLang="en-US"/>
              <a:t>轮盘设计</a:t>
            </a:r>
            <a:r>
              <a:rPr lang="en-US" altLang="zh-CN"/>
              <a:t>)</a:t>
            </a:r>
            <a:endParaRPr lang="en-US" altLang="zh-CN"/>
          </a:p>
        </p:txBody>
      </p:sp>
      <p:sp>
        <p:nvSpPr>
          <p:cNvPr id="45058" name="Rectangle 3"/>
          <p:cNvSpPr>
            <a:spLocks noGrp="1"/>
          </p:cNvSpPr>
          <p:nvPr>
            <p:ph idx="1"/>
          </p:nvPr>
        </p:nvSpPr>
        <p:spPr>
          <a:xfrm>
            <a:off x="4014788" y="1330325"/>
            <a:ext cx="4929187" cy="2160588"/>
          </a:xfrm>
        </p:spPr>
        <p:txBody>
          <a:bodyPr vert="horz" wrap="square" lIns="91440" tIns="45720" rIns="91440" bIns="45720" anchor="t" anchorCtr="0"/>
          <a:p>
            <a:pPr eaLnBrk="1" hangingPunct="1">
              <a:lnSpc>
                <a:spcPct val="100000"/>
              </a:lnSpc>
              <a:spcBef>
                <a:spcPct val="0"/>
              </a:spcBef>
              <a:buClrTx/>
              <a:buSzTx/>
            </a:pPr>
            <a:r>
              <a:rPr lang="zh-CN" altLang="en-US"/>
              <a:t>扩展问题：设有</a:t>
            </a:r>
            <a:r>
              <a:rPr lang="en-US" altLang="zh-CN" i="1"/>
              <a:t>m</a:t>
            </a:r>
            <a:r>
              <a:rPr lang="zh-CN" altLang="en-US"/>
              <a:t>个字母</a:t>
            </a:r>
            <a:r>
              <a:rPr lang="en-US" altLang="zh-CN"/>
              <a:t>, </a:t>
            </a:r>
            <a:r>
              <a:rPr lang="zh-CN" altLang="en-US"/>
              <a:t>输出长度为</a:t>
            </a:r>
            <a:r>
              <a:rPr lang="en-US" altLang="zh-CN" i="1"/>
              <a:t>n</a:t>
            </a:r>
            <a:r>
              <a:rPr lang="zh-CN" altLang="en-US"/>
              <a:t>的符号串</a:t>
            </a:r>
            <a:r>
              <a:rPr lang="en-US" altLang="zh-CN"/>
              <a:t>, </a:t>
            </a:r>
            <a:r>
              <a:rPr lang="zh-CN" altLang="en-US"/>
              <a:t>如何将</a:t>
            </a:r>
            <a:r>
              <a:rPr lang="en-US" altLang="zh-CN" i="1"/>
              <a:t>m</a:t>
            </a:r>
            <a:r>
              <a:rPr lang="en-US" altLang="zh-CN" i="1" baseline="30000"/>
              <a:t>n</a:t>
            </a:r>
            <a:r>
              <a:rPr lang="zh-CN" altLang="en-US"/>
              <a:t>个字母排列在圆盘上</a:t>
            </a:r>
            <a:r>
              <a:rPr lang="en-US" altLang="zh-CN"/>
              <a:t>,</a:t>
            </a:r>
            <a:r>
              <a:rPr lang="zh-CN" altLang="en-US"/>
              <a:t>使圆盘每顺时针转动</a:t>
            </a:r>
            <a:r>
              <a:rPr lang="en-US" altLang="zh-CN"/>
              <a:t>1</a:t>
            </a:r>
            <a:r>
              <a:rPr lang="zh-CN" altLang="en-US"/>
              <a:t>格</a:t>
            </a:r>
            <a:r>
              <a:rPr lang="en-US" altLang="zh-CN"/>
              <a:t>,</a:t>
            </a:r>
            <a:r>
              <a:rPr lang="zh-CN" altLang="en-US"/>
              <a:t>输出</a:t>
            </a:r>
            <a:r>
              <a:rPr lang="en-US" altLang="zh-CN" i="1"/>
              <a:t>m</a:t>
            </a:r>
            <a:r>
              <a:rPr lang="en-US" altLang="zh-CN" i="1" baseline="30000"/>
              <a:t>n</a:t>
            </a:r>
            <a:r>
              <a:rPr lang="zh-CN" altLang="en-US"/>
              <a:t>个长度为</a:t>
            </a:r>
            <a:r>
              <a:rPr lang="en-US" altLang="zh-CN"/>
              <a:t>n</a:t>
            </a:r>
            <a:r>
              <a:rPr lang="zh-CN" altLang="en-US"/>
              <a:t>的新的符号串</a:t>
            </a:r>
            <a:r>
              <a:rPr lang="en-US" altLang="zh-CN"/>
              <a:t>?</a:t>
            </a:r>
            <a:endParaRPr lang="en-US" altLang="zh-CN"/>
          </a:p>
        </p:txBody>
      </p:sp>
      <p:grpSp>
        <p:nvGrpSpPr>
          <p:cNvPr id="45059" name="Group 68"/>
          <p:cNvGrpSpPr/>
          <p:nvPr/>
        </p:nvGrpSpPr>
        <p:grpSpPr>
          <a:xfrm>
            <a:off x="341313" y="1390650"/>
            <a:ext cx="3433762" cy="2520950"/>
            <a:chOff x="3061" y="2160"/>
            <a:chExt cx="2163" cy="1588"/>
          </a:xfrm>
        </p:grpSpPr>
        <p:sp>
          <p:nvSpPr>
            <p:cNvPr id="45060" name="Oval 46"/>
            <p:cNvSpPr/>
            <p:nvPr/>
          </p:nvSpPr>
          <p:spPr>
            <a:xfrm>
              <a:off x="3062" y="2205"/>
              <a:ext cx="1542" cy="1542"/>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5061" name="Oval 47"/>
            <p:cNvSpPr/>
            <p:nvPr/>
          </p:nvSpPr>
          <p:spPr>
            <a:xfrm>
              <a:off x="3443" y="2613"/>
              <a:ext cx="771" cy="77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5062" name="Freeform 48"/>
            <p:cNvSpPr/>
            <p:nvPr/>
          </p:nvSpPr>
          <p:spPr>
            <a:xfrm>
              <a:off x="3778" y="2976"/>
              <a:ext cx="363" cy="288"/>
            </a:xfrm>
            <a:custGeom>
              <a:avLst/>
              <a:gdLst/>
              <a:ahLst/>
              <a:cxnLst>
                <a:cxn ang="0">
                  <a:pos x="363" y="0"/>
                </a:cxn>
                <a:cxn ang="0">
                  <a:pos x="318" y="182"/>
                </a:cxn>
                <a:cxn ang="0">
                  <a:pos x="182" y="273"/>
                </a:cxn>
                <a:cxn ang="0">
                  <a:pos x="0" y="273"/>
                </a:cxn>
              </a:cxnLst>
              <a:pathLst>
                <a:path w="363" h="288">
                  <a:moveTo>
                    <a:pt x="363" y="0"/>
                  </a:moveTo>
                  <a:cubicBezTo>
                    <a:pt x="355" y="68"/>
                    <a:pt x="348" y="137"/>
                    <a:pt x="318" y="182"/>
                  </a:cubicBezTo>
                  <a:cubicBezTo>
                    <a:pt x="288" y="227"/>
                    <a:pt x="235" y="258"/>
                    <a:pt x="182" y="273"/>
                  </a:cubicBezTo>
                  <a:cubicBezTo>
                    <a:pt x="129" y="288"/>
                    <a:pt x="30" y="273"/>
                    <a:pt x="0" y="273"/>
                  </a:cubicBezTo>
                </a:path>
              </a:pathLst>
            </a:custGeom>
            <a:noFill/>
            <a:ln w="28575" cap="flat" cmpd="sng">
              <a:solidFill>
                <a:schemeClr val="hlink"/>
              </a:solidFill>
              <a:prstDash val="solid"/>
              <a:round/>
              <a:headEnd type="none" w="med" len="med"/>
              <a:tailEnd type="triangle" w="lg" len="lg"/>
            </a:ln>
          </p:spPr>
          <p:txBody>
            <a:bodyPr/>
            <a:p>
              <a:endParaRPr lang="zh-CN" altLang="en-US"/>
            </a:p>
          </p:txBody>
        </p:sp>
        <p:sp>
          <p:nvSpPr>
            <p:cNvPr id="45063" name="Line 49"/>
            <p:cNvSpPr/>
            <p:nvPr/>
          </p:nvSpPr>
          <p:spPr>
            <a:xfrm>
              <a:off x="4241" y="2976"/>
              <a:ext cx="363" cy="0"/>
            </a:xfrm>
            <a:prstGeom prst="line">
              <a:avLst/>
            </a:prstGeom>
            <a:ln w="28575" cap="flat" cmpd="sng">
              <a:solidFill>
                <a:schemeClr val="tx1"/>
              </a:solidFill>
              <a:prstDash val="solid"/>
              <a:round/>
              <a:headEnd type="none" w="med" len="med"/>
              <a:tailEnd type="none" w="med" len="med"/>
            </a:ln>
          </p:spPr>
        </p:sp>
        <p:sp>
          <p:nvSpPr>
            <p:cNvPr id="45064" name="Line 50"/>
            <p:cNvSpPr/>
            <p:nvPr/>
          </p:nvSpPr>
          <p:spPr>
            <a:xfrm>
              <a:off x="3061" y="2976"/>
              <a:ext cx="363" cy="0"/>
            </a:xfrm>
            <a:prstGeom prst="line">
              <a:avLst/>
            </a:prstGeom>
            <a:ln w="28575" cap="flat" cmpd="sng">
              <a:solidFill>
                <a:schemeClr val="tx1"/>
              </a:solidFill>
              <a:prstDash val="solid"/>
              <a:round/>
              <a:headEnd type="none" w="med" len="med"/>
              <a:tailEnd type="none" w="med" len="med"/>
            </a:ln>
          </p:spPr>
        </p:sp>
        <p:sp>
          <p:nvSpPr>
            <p:cNvPr id="45065" name="Line 51"/>
            <p:cNvSpPr/>
            <p:nvPr/>
          </p:nvSpPr>
          <p:spPr>
            <a:xfrm flipH="1">
              <a:off x="3288" y="3249"/>
              <a:ext cx="227" cy="226"/>
            </a:xfrm>
            <a:prstGeom prst="line">
              <a:avLst/>
            </a:prstGeom>
            <a:ln w="28575" cap="flat" cmpd="sng">
              <a:solidFill>
                <a:schemeClr val="tx1"/>
              </a:solidFill>
              <a:prstDash val="solid"/>
              <a:round/>
              <a:headEnd type="none" w="med" len="med"/>
              <a:tailEnd type="none" w="med" len="med"/>
            </a:ln>
          </p:spPr>
        </p:sp>
        <p:sp>
          <p:nvSpPr>
            <p:cNvPr id="45066" name="Line 52"/>
            <p:cNvSpPr/>
            <p:nvPr/>
          </p:nvSpPr>
          <p:spPr>
            <a:xfrm>
              <a:off x="3833" y="3385"/>
              <a:ext cx="0" cy="363"/>
            </a:xfrm>
            <a:prstGeom prst="line">
              <a:avLst/>
            </a:prstGeom>
            <a:ln w="28575" cap="flat" cmpd="sng">
              <a:solidFill>
                <a:schemeClr val="tx1"/>
              </a:solidFill>
              <a:prstDash val="solid"/>
              <a:round/>
              <a:headEnd type="none" w="med" len="med"/>
              <a:tailEnd type="none" w="med" len="med"/>
            </a:ln>
          </p:spPr>
        </p:sp>
        <p:sp>
          <p:nvSpPr>
            <p:cNvPr id="45067" name="Line 53"/>
            <p:cNvSpPr/>
            <p:nvPr/>
          </p:nvSpPr>
          <p:spPr>
            <a:xfrm>
              <a:off x="4150" y="3249"/>
              <a:ext cx="227" cy="227"/>
            </a:xfrm>
            <a:prstGeom prst="line">
              <a:avLst/>
            </a:prstGeom>
            <a:ln w="28575" cap="flat" cmpd="sng">
              <a:solidFill>
                <a:schemeClr val="tx1"/>
              </a:solidFill>
              <a:prstDash val="solid"/>
              <a:round/>
              <a:headEnd type="none" w="med" len="med"/>
              <a:tailEnd type="none" w="med" len="med"/>
            </a:ln>
          </p:spPr>
        </p:sp>
        <p:sp>
          <p:nvSpPr>
            <p:cNvPr id="45068" name="Line 54"/>
            <p:cNvSpPr/>
            <p:nvPr/>
          </p:nvSpPr>
          <p:spPr>
            <a:xfrm flipH="1">
              <a:off x="4105" y="2432"/>
              <a:ext cx="272" cy="272"/>
            </a:xfrm>
            <a:prstGeom prst="line">
              <a:avLst/>
            </a:prstGeom>
            <a:ln w="28575" cap="flat" cmpd="sng">
              <a:solidFill>
                <a:schemeClr val="tx1"/>
              </a:solidFill>
              <a:prstDash val="solid"/>
              <a:round/>
              <a:headEnd type="none" w="med" len="med"/>
              <a:tailEnd type="none" w="med" len="med"/>
            </a:ln>
          </p:spPr>
        </p:sp>
        <p:sp>
          <p:nvSpPr>
            <p:cNvPr id="45069" name="Line 55"/>
            <p:cNvSpPr/>
            <p:nvPr/>
          </p:nvSpPr>
          <p:spPr>
            <a:xfrm>
              <a:off x="3833" y="2205"/>
              <a:ext cx="0" cy="409"/>
            </a:xfrm>
            <a:prstGeom prst="line">
              <a:avLst/>
            </a:prstGeom>
            <a:ln w="28575" cap="flat" cmpd="sng">
              <a:solidFill>
                <a:schemeClr val="tx1"/>
              </a:solidFill>
              <a:prstDash val="solid"/>
              <a:round/>
              <a:headEnd type="none" w="med" len="med"/>
              <a:tailEnd type="none" w="med" len="med"/>
            </a:ln>
          </p:spPr>
        </p:sp>
        <p:sp>
          <p:nvSpPr>
            <p:cNvPr id="45070" name="Line 56"/>
            <p:cNvSpPr/>
            <p:nvPr/>
          </p:nvSpPr>
          <p:spPr>
            <a:xfrm flipH="1" flipV="1">
              <a:off x="3288" y="2432"/>
              <a:ext cx="272" cy="272"/>
            </a:xfrm>
            <a:prstGeom prst="line">
              <a:avLst/>
            </a:prstGeom>
            <a:ln w="28575" cap="flat" cmpd="sng">
              <a:solidFill>
                <a:schemeClr val="tx1"/>
              </a:solidFill>
              <a:prstDash val="solid"/>
              <a:round/>
              <a:headEnd type="none" w="med" len="med"/>
              <a:tailEnd type="none" w="med" len="med"/>
            </a:ln>
          </p:spPr>
        </p:sp>
        <p:sp>
          <p:nvSpPr>
            <p:cNvPr id="45071" name="Text Box 57"/>
            <p:cNvSpPr txBox="1"/>
            <p:nvPr/>
          </p:nvSpPr>
          <p:spPr>
            <a:xfrm>
              <a:off x="4286" y="2614"/>
              <a:ext cx="289" cy="291"/>
            </a:xfrm>
            <a:prstGeom prst="rect">
              <a:avLst/>
            </a:prstGeom>
            <a:noFill/>
            <a:ln w="9525">
              <a:noFill/>
            </a:ln>
          </p:spPr>
          <p:txBody>
            <a:bodyPr wrap="none" anchor="t" anchorCtr="0">
              <a:spAutoFit/>
            </a:bodyPr>
            <a:p>
              <a:pPr>
                <a:buSzTx/>
              </a:pPr>
              <a:r>
                <a:rPr lang="el-GR" altLang="zh-CN" sz="2400">
                  <a:latin typeface="Times New Roman" panose="02020603050405020304" pitchFamily="18" charset="0"/>
                  <a:ea typeface="宋体" panose="02010600030101010101" pitchFamily="2" charset="-122"/>
                </a:rPr>
                <a:t>α</a:t>
              </a:r>
              <a:r>
                <a:rPr lang="el-GR" altLang="zh-CN" sz="2400" baseline="-25000">
                  <a:latin typeface="Times New Roman" panose="02020603050405020304" pitchFamily="18" charset="0"/>
                  <a:ea typeface="宋体" panose="02010600030101010101" pitchFamily="2" charset="-122"/>
                </a:rPr>
                <a:t>2</a:t>
              </a:r>
              <a:endParaRPr lang="en-US" altLang="zh-CN" sz="2400" baseline="-25000">
                <a:latin typeface="Times New Roman" panose="02020603050405020304" pitchFamily="18" charset="0"/>
                <a:ea typeface="宋体" panose="02010600030101010101" pitchFamily="2" charset="-122"/>
              </a:endParaRPr>
            </a:p>
          </p:txBody>
        </p:sp>
        <p:sp>
          <p:nvSpPr>
            <p:cNvPr id="45072" name="Text Box 58"/>
            <p:cNvSpPr txBox="1"/>
            <p:nvPr/>
          </p:nvSpPr>
          <p:spPr>
            <a:xfrm>
              <a:off x="3969" y="2296"/>
              <a:ext cx="289" cy="291"/>
            </a:xfrm>
            <a:prstGeom prst="rect">
              <a:avLst/>
            </a:prstGeom>
            <a:noFill/>
            <a:ln w="9525">
              <a:noFill/>
            </a:ln>
          </p:spPr>
          <p:txBody>
            <a:bodyPr wrap="none" anchor="t" anchorCtr="0">
              <a:spAutoFit/>
            </a:bodyPr>
            <a:p>
              <a:pPr>
                <a:buSzTx/>
              </a:pPr>
              <a:r>
                <a:rPr lang="el-GR" altLang="zh-CN" sz="2400">
                  <a:latin typeface="Times New Roman" panose="02020603050405020304" pitchFamily="18" charset="0"/>
                  <a:ea typeface="宋体" panose="02010600030101010101" pitchFamily="2" charset="-122"/>
                </a:rPr>
                <a:t>α</a:t>
              </a:r>
              <a:r>
                <a:rPr lang="el-GR" altLang="zh-CN" sz="2400" baseline="-25000">
                  <a:latin typeface="Times New Roman" panose="02020603050405020304" pitchFamily="18" charset="0"/>
                  <a:ea typeface="宋体" panose="02010600030101010101" pitchFamily="2" charset="-122"/>
                </a:rPr>
                <a:t>3</a:t>
              </a:r>
              <a:endParaRPr lang="en-US" altLang="zh-CN" sz="2400" baseline="-25000">
                <a:latin typeface="Times New Roman" panose="02020603050405020304" pitchFamily="18" charset="0"/>
                <a:ea typeface="宋体" panose="02010600030101010101" pitchFamily="2" charset="-122"/>
              </a:endParaRPr>
            </a:p>
          </p:txBody>
        </p:sp>
        <p:sp>
          <p:nvSpPr>
            <p:cNvPr id="45073" name="Text Box 59"/>
            <p:cNvSpPr txBox="1"/>
            <p:nvPr/>
          </p:nvSpPr>
          <p:spPr>
            <a:xfrm>
              <a:off x="4286" y="2976"/>
              <a:ext cx="289" cy="291"/>
            </a:xfrm>
            <a:prstGeom prst="rect">
              <a:avLst/>
            </a:prstGeom>
            <a:noFill/>
            <a:ln w="9525">
              <a:noFill/>
            </a:ln>
          </p:spPr>
          <p:txBody>
            <a:bodyPr wrap="none" anchor="t" anchorCtr="0">
              <a:spAutoFit/>
            </a:bodyPr>
            <a:p>
              <a:pPr>
                <a:buSzTx/>
              </a:pPr>
              <a:r>
                <a:rPr lang="el-GR" altLang="zh-CN" sz="2400">
                  <a:latin typeface="Times New Roman" panose="02020603050405020304" pitchFamily="18" charset="0"/>
                  <a:ea typeface="宋体" panose="02010600030101010101" pitchFamily="2" charset="-122"/>
                </a:rPr>
                <a:t>α</a:t>
              </a:r>
              <a:r>
                <a:rPr lang="el-GR" altLang="zh-CN" sz="2400" baseline="-25000">
                  <a:latin typeface="Times New Roman" panose="02020603050405020304" pitchFamily="18" charset="0"/>
                  <a:ea typeface="宋体" panose="02010600030101010101" pitchFamily="2" charset="-122"/>
                </a:rPr>
                <a:t>1</a:t>
              </a:r>
              <a:endParaRPr lang="en-US" altLang="zh-CN" sz="2400" baseline="-25000">
                <a:latin typeface="Times New Roman" panose="02020603050405020304" pitchFamily="18" charset="0"/>
                <a:ea typeface="宋体" panose="02010600030101010101" pitchFamily="2" charset="-122"/>
              </a:endParaRPr>
            </a:p>
          </p:txBody>
        </p:sp>
        <p:sp>
          <p:nvSpPr>
            <p:cNvPr id="45074" name="Line 62"/>
            <p:cNvSpPr/>
            <p:nvPr/>
          </p:nvSpPr>
          <p:spPr>
            <a:xfrm flipH="1">
              <a:off x="4150" y="2278"/>
              <a:ext cx="817" cy="0"/>
            </a:xfrm>
            <a:prstGeom prst="line">
              <a:avLst/>
            </a:prstGeom>
            <a:ln w="28575" cap="flat" cmpd="sng">
              <a:solidFill>
                <a:schemeClr val="tx1"/>
              </a:solidFill>
              <a:prstDash val="solid"/>
              <a:round/>
              <a:headEnd type="none" w="med" len="med"/>
              <a:tailEnd type="triangle" w="lg" len="lg"/>
            </a:ln>
          </p:spPr>
        </p:sp>
        <p:sp>
          <p:nvSpPr>
            <p:cNvPr id="45075" name="Line 63"/>
            <p:cNvSpPr/>
            <p:nvPr/>
          </p:nvSpPr>
          <p:spPr>
            <a:xfrm flipH="1">
              <a:off x="4512" y="2659"/>
              <a:ext cx="500" cy="0"/>
            </a:xfrm>
            <a:prstGeom prst="line">
              <a:avLst/>
            </a:prstGeom>
            <a:ln w="28575" cap="flat" cmpd="sng">
              <a:solidFill>
                <a:schemeClr val="tx1"/>
              </a:solidFill>
              <a:prstDash val="solid"/>
              <a:round/>
              <a:headEnd type="none" w="med" len="med"/>
              <a:tailEnd type="triangle" w="lg" len="lg"/>
            </a:ln>
          </p:spPr>
        </p:sp>
        <p:sp>
          <p:nvSpPr>
            <p:cNvPr id="45076" name="Line 64"/>
            <p:cNvSpPr/>
            <p:nvPr/>
          </p:nvSpPr>
          <p:spPr>
            <a:xfrm flipH="1">
              <a:off x="4558" y="3249"/>
              <a:ext cx="499" cy="0"/>
            </a:xfrm>
            <a:prstGeom prst="line">
              <a:avLst/>
            </a:prstGeom>
            <a:ln w="28575" cap="flat" cmpd="sng">
              <a:solidFill>
                <a:schemeClr val="tx1"/>
              </a:solidFill>
              <a:prstDash val="solid"/>
              <a:round/>
              <a:headEnd type="none" w="med" len="med"/>
              <a:tailEnd type="triangle" w="lg" len="lg"/>
            </a:ln>
          </p:spPr>
        </p:sp>
        <p:sp>
          <p:nvSpPr>
            <p:cNvPr id="45077" name="Text Box 65"/>
            <p:cNvSpPr txBox="1"/>
            <p:nvPr/>
          </p:nvSpPr>
          <p:spPr>
            <a:xfrm>
              <a:off x="5012" y="21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5078" name="Text Box 66"/>
            <p:cNvSpPr txBox="1"/>
            <p:nvPr/>
          </p:nvSpPr>
          <p:spPr>
            <a:xfrm>
              <a:off x="5012" y="247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5079" name="Text Box 67"/>
            <p:cNvSpPr txBox="1"/>
            <p:nvPr/>
          </p:nvSpPr>
          <p:spPr>
            <a:xfrm>
              <a:off x="5012" y="3067"/>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grpSp>
      <p:sp>
        <p:nvSpPr>
          <p:cNvPr id="47128" name="Rectangle 3"/>
          <p:cNvSpPr txBox="1"/>
          <p:nvPr/>
        </p:nvSpPr>
        <p:spPr>
          <a:xfrm>
            <a:off x="251460" y="4004628"/>
            <a:ext cx="8601075" cy="2490788"/>
          </a:xfrm>
          <a:prstGeom prst="rect">
            <a:avLst/>
          </a:prstGeom>
          <a:noFill/>
          <a:ln w="9525">
            <a:noFill/>
          </a:ln>
        </p:spPr>
        <p:txBody>
          <a:bodyPr anchor="t"/>
          <a:p>
            <a:pPr marL="342900" indent="-342900">
              <a:buClrTx/>
              <a:buSzTx/>
              <a:buFont typeface="Wingdings" panose="05000000000000000000" pitchFamily="2" charset="2"/>
              <a:buChar char="n"/>
            </a:pPr>
            <a:r>
              <a:rPr lang="zh-CN" altLang="en-US" sz="2800" noProof="1">
                <a:latin typeface="Times New Roman" panose="02020603050405020304" pitchFamily="18" charset="0"/>
                <a:ea typeface="黑体" panose="02010609060101010101" pitchFamily="49" charset="-122"/>
                <a:cs typeface="+mn-cs"/>
              </a:rPr>
              <a:t>有向图</a:t>
            </a:r>
            <a:r>
              <a:rPr lang="en-US" altLang="zh-CN" sz="2800" noProof="1">
                <a:latin typeface="Times New Roman" panose="02020603050405020304" pitchFamily="18" charset="0"/>
                <a:ea typeface="黑体" panose="02010609060101010101" pitchFamily="49" charset="-122"/>
                <a:cs typeface="+mn-cs"/>
              </a:rPr>
              <a:t>D=&lt;V,E&gt;, </a:t>
            </a:r>
            <a:r>
              <a:rPr lang="en-US" altLang="zh-CN" sz="2800" noProof="1">
                <a:latin typeface="Times New Roman" panose="02020603050405020304" pitchFamily="18" charset="0"/>
                <a:ea typeface="黑体" panose="02010609060101010101" pitchFamily="49" charset="-122"/>
                <a:cs typeface="+mn-cs"/>
                <a:sym typeface="+mn-ea"/>
              </a:rPr>
              <a:t>S={</a:t>
            </a:r>
            <a:r>
              <a:rPr lang="en-US" altLang="zh-CN" sz="2800" i="1" noProof="1">
                <a:latin typeface="Times New Roman" panose="02020603050405020304" pitchFamily="18" charset="0"/>
                <a:ea typeface="黑体" panose="02010609060101010101" pitchFamily="49" charset="-122"/>
                <a:cs typeface="+mn-cs"/>
                <a:sym typeface="+mn-ea"/>
              </a:rPr>
              <a:t>a</a:t>
            </a:r>
            <a:r>
              <a:rPr lang="en-US" altLang="zh-CN" sz="2800" baseline="-25000" noProof="1">
                <a:latin typeface="Times New Roman" panose="02020603050405020304" pitchFamily="18" charset="0"/>
                <a:ea typeface="黑体" panose="02010609060101010101" pitchFamily="49" charset="-122"/>
                <a:cs typeface="+mn-cs"/>
                <a:sym typeface="+mn-ea"/>
              </a:rPr>
              <a:t>1</a:t>
            </a:r>
            <a:r>
              <a:rPr lang="en-US" altLang="zh-CN" sz="2800" noProof="1">
                <a:latin typeface="Times New Roman" panose="02020603050405020304" pitchFamily="18" charset="0"/>
                <a:ea typeface="黑体" panose="02010609060101010101" pitchFamily="49" charset="-122"/>
                <a:cs typeface="+mn-cs"/>
                <a:sym typeface="+mn-ea"/>
              </a:rPr>
              <a:t>,</a:t>
            </a:r>
            <a:r>
              <a:rPr lang="en-US" altLang="zh-CN" sz="2800" i="1" noProof="1">
                <a:latin typeface="Times New Roman" panose="02020603050405020304" pitchFamily="18" charset="0"/>
                <a:ea typeface="黑体" panose="02010609060101010101" pitchFamily="49" charset="-122"/>
                <a:cs typeface="+mn-cs"/>
                <a:sym typeface="+mn-ea"/>
              </a:rPr>
              <a:t> a</a:t>
            </a:r>
            <a:r>
              <a:rPr lang="el-GR" altLang="zh-CN" sz="2800" baseline="-25000" noProof="1">
                <a:latin typeface="Times New Roman" panose="02020603050405020304" pitchFamily="18" charset="0"/>
                <a:ea typeface="黑体" panose="02010609060101010101" pitchFamily="49" charset="-122"/>
                <a:cs typeface="+mn-cs"/>
                <a:sym typeface="+mn-ea"/>
              </a:rPr>
              <a:t>2</a:t>
            </a:r>
            <a:r>
              <a:rPr lang="en-US" altLang="zh-CN" sz="2800" noProof="1">
                <a:latin typeface="Times New Roman" panose="02020603050405020304" pitchFamily="18" charset="0"/>
                <a:ea typeface="黑体" panose="02010609060101010101" pitchFamily="49" charset="-122"/>
                <a:cs typeface="+mn-cs"/>
                <a:sym typeface="+mn-ea"/>
              </a:rPr>
              <a:t>,…,</a:t>
            </a:r>
            <a:r>
              <a:rPr lang="en-US" altLang="zh-CN" sz="2800" i="1" noProof="1">
                <a:latin typeface="Times New Roman" panose="02020603050405020304" pitchFamily="18" charset="0"/>
                <a:ea typeface="黑体" panose="02010609060101010101" pitchFamily="49" charset="-122"/>
                <a:cs typeface="+mn-cs"/>
                <a:sym typeface="+mn-ea"/>
              </a:rPr>
              <a:t> </a:t>
            </a:r>
            <a:r>
              <a:rPr lang="el-GR" altLang="zh-CN" sz="2800" i="1" noProof="1">
                <a:latin typeface="Times New Roman" panose="02020603050405020304" pitchFamily="18" charset="0"/>
                <a:ea typeface="黑体" panose="02010609060101010101" pitchFamily="49" charset="-122"/>
                <a:cs typeface="+mn-cs"/>
                <a:sym typeface="+mn-ea"/>
              </a:rPr>
              <a:t>α</a:t>
            </a:r>
            <a:r>
              <a:rPr lang="en-US" altLang="zh-CN" sz="2800" baseline="-25000" noProof="1">
                <a:latin typeface="Times New Roman" panose="02020603050405020304" pitchFamily="18" charset="0"/>
                <a:ea typeface="黑体" panose="02010609060101010101" pitchFamily="49" charset="-122"/>
                <a:cs typeface="+mn-cs"/>
                <a:sym typeface="+mn-ea"/>
              </a:rPr>
              <a:t>m</a:t>
            </a:r>
            <a:r>
              <a:rPr lang="en-US" altLang="zh-CN" sz="2800" noProof="1">
                <a:latin typeface="Times New Roman" panose="02020603050405020304" pitchFamily="18" charset="0"/>
                <a:ea typeface="黑体" panose="02010609060101010101" pitchFamily="49" charset="-122"/>
                <a:cs typeface="+mn-cs"/>
                <a:sym typeface="+mn-ea"/>
              </a:rPr>
              <a:t>}</a:t>
            </a:r>
            <a:endParaRPr lang="en-US" altLang="zh-CN" sz="2800" noProof="1">
              <a:latin typeface="Times New Roman" panose="02020603050405020304" pitchFamily="18" charset="0"/>
              <a:ea typeface="黑体" panose="02010609060101010101" pitchFamily="49" charset="-122"/>
            </a:endParaRPr>
          </a:p>
          <a:p>
            <a:pPr marL="342900" indent="-342900">
              <a:buSzTx/>
            </a:pPr>
            <a:r>
              <a:rPr lang="en-US" altLang="zh-CN" sz="2800" noProof="1">
                <a:latin typeface="Times New Roman" panose="02020603050405020304" pitchFamily="18" charset="0"/>
                <a:ea typeface="黑体" panose="02010609060101010101" pitchFamily="49" charset="-122"/>
                <a:cs typeface="+mn-cs"/>
                <a:sym typeface="+mn-ea"/>
              </a:rPr>
              <a:t>V={</a:t>
            </a:r>
            <a:r>
              <a:rPr lang="el-GR" altLang="zh-CN" sz="2800" i="1" noProof="1">
                <a:latin typeface="Times New Roman" panose="02020603050405020304" pitchFamily="18" charset="0"/>
                <a:ea typeface="黑体" panose="02010609060101010101" pitchFamily="49" charset="-122"/>
                <a:cs typeface="+mn-cs"/>
                <a:sym typeface="+mn-ea"/>
              </a:rPr>
              <a:t>α</a:t>
            </a:r>
            <a:r>
              <a:rPr lang="en-US" altLang="zh-CN" sz="2800" baseline="-25000" noProof="1">
                <a:latin typeface="Times New Roman" panose="02020603050405020304" pitchFamily="18" charset="0"/>
                <a:ea typeface="黑体" panose="02010609060101010101" pitchFamily="49" charset="-122"/>
                <a:cs typeface="+mn-cs"/>
                <a:sym typeface="+mn-ea"/>
              </a:rPr>
              <a:t>1</a:t>
            </a:r>
            <a:r>
              <a:rPr lang="el-GR" altLang="zh-CN" sz="2800" i="1" noProof="1">
                <a:latin typeface="Times New Roman" panose="02020603050405020304" pitchFamily="18" charset="0"/>
                <a:ea typeface="黑体" panose="02010609060101010101" pitchFamily="49" charset="-122"/>
                <a:cs typeface="+mn-cs"/>
                <a:sym typeface="+mn-ea"/>
              </a:rPr>
              <a:t>α</a:t>
            </a:r>
            <a:r>
              <a:rPr lang="en-US" altLang="zh-CN" sz="2800" baseline="-25000" noProof="1">
                <a:latin typeface="Times New Roman" panose="02020603050405020304" pitchFamily="18" charset="0"/>
                <a:ea typeface="黑体" panose="02010609060101010101" pitchFamily="49" charset="-122"/>
                <a:cs typeface="+mn-cs"/>
                <a:sym typeface="+mn-ea"/>
              </a:rPr>
              <a:t>2</a:t>
            </a:r>
            <a:r>
              <a:rPr lang="en-US" altLang="zh-CN" sz="2800" noProof="1">
                <a:latin typeface="Times New Roman" panose="02020603050405020304" pitchFamily="18" charset="0"/>
                <a:ea typeface="黑体" panose="02010609060101010101" pitchFamily="49" charset="-122"/>
                <a:cs typeface="+mn-cs"/>
                <a:sym typeface="+mn-ea"/>
              </a:rPr>
              <a:t>…</a:t>
            </a:r>
            <a:r>
              <a:rPr lang="el-GR" altLang="zh-CN" sz="2800" i="1" noProof="1">
                <a:latin typeface="Times New Roman" panose="02020603050405020304" pitchFamily="18" charset="0"/>
                <a:ea typeface="黑体" panose="02010609060101010101" pitchFamily="49" charset="-122"/>
                <a:cs typeface="+mn-cs"/>
                <a:sym typeface="+mn-ea"/>
              </a:rPr>
              <a:t>α</a:t>
            </a:r>
            <a:r>
              <a:rPr lang="en-US" altLang="zh-CN" sz="2800" baseline="-25000" noProof="1">
                <a:latin typeface="Times New Roman" panose="02020603050405020304" pitchFamily="18" charset="0"/>
                <a:ea typeface="黑体" panose="02010609060101010101" pitchFamily="49" charset="-122"/>
                <a:cs typeface="+mn-cs"/>
                <a:sym typeface="+mn-ea"/>
              </a:rPr>
              <a:t>n-1</a:t>
            </a:r>
            <a:r>
              <a:rPr lang="en-US" altLang="zh-CN" sz="2800" noProof="1">
                <a:latin typeface="Times New Roman" panose="02020603050405020304" pitchFamily="18" charset="0"/>
                <a:ea typeface="黑体" panose="02010609060101010101" pitchFamily="49" charset="-122"/>
                <a:cs typeface="+mn-cs"/>
                <a:sym typeface="+mn-ea"/>
              </a:rPr>
              <a:t>|</a:t>
            </a:r>
            <a:r>
              <a:rPr lang="el-GR" altLang="zh-CN" sz="2800" i="1" noProof="1">
                <a:latin typeface="Times New Roman" panose="02020603050405020304" pitchFamily="18" charset="0"/>
                <a:ea typeface="黑体" panose="02010609060101010101" pitchFamily="49" charset="-122"/>
                <a:cs typeface="+mn-cs"/>
                <a:sym typeface="+mn-ea"/>
              </a:rPr>
              <a:t>α</a:t>
            </a:r>
            <a:r>
              <a:rPr lang="en-US" altLang="zh-CN" sz="2800" i="1" baseline="-25000" noProof="1">
                <a:latin typeface="Times New Roman" panose="02020603050405020304" pitchFamily="18" charset="0"/>
                <a:ea typeface="黑体" panose="02010609060101010101" pitchFamily="49" charset="-122"/>
                <a:cs typeface="+mn-cs"/>
                <a:sym typeface="+mn-ea"/>
              </a:rPr>
              <a:t>i</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S</a:t>
            </a:r>
            <a:r>
              <a:rPr lang="en-US" altLang="zh-CN" sz="2800" noProof="1">
                <a:latin typeface="Times New Roman" panose="02020603050405020304" pitchFamily="18" charset="0"/>
                <a:ea typeface="黑体" panose="02010609060101010101" pitchFamily="49" charset="-122"/>
                <a:cs typeface="+mn-cs"/>
              </a:rPr>
              <a:t>, </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1</a:t>
            </a:r>
            <a:r>
              <a:rPr lang="en-US" altLang="zh-CN" sz="2800" i="1" noProof="1">
                <a:latin typeface="Times New Roman" panose="02020603050405020304" pitchFamily="18" charset="0"/>
                <a:ea typeface="黑体" panose="02010609060101010101" pitchFamily="49" charset="-122"/>
                <a:cs typeface="+mn-cs"/>
                <a:sym typeface="Symbol" panose="05050102010706020507" pitchFamily="18" charset="2"/>
              </a:rPr>
              <a:t>i</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a:t>
            </a:r>
            <a:r>
              <a:rPr lang="en-US" altLang="zh-CN" sz="2800" i="1" noProof="1">
                <a:latin typeface="Times New Roman" panose="02020603050405020304" pitchFamily="18" charset="0"/>
                <a:ea typeface="黑体" panose="02010609060101010101" pitchFamily="49" charset="-122"/>
                <a:cs typeface="+mn-cs"/>
                <a:sym typeface="Symbol" panose="05050102010706020507" pitchFamily="18" charset="2"/>
              </a:rPr>
              <a:t>n</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-1</a:t>
            </a:r>
            <a:r>
              <a:rPr lang="zh-CN" altLang="zh-CN" sz="2800" noProof="1">
                <a:latin typeface="Times New Roman" panose="02020603050405020304" pitchFamily="18" charset="0"/>
                <a:ea typeface="黑体" panose="02010609060101010101" pitchFamily="49" charset="-122"/>
                <a:cs typeface="+mn-cs"/>
                <a:sym typeface="+mn-ea"/>
              </a:rPr>
              <a:t> </a:t>
            </a:r>
            <a:r>
              <a:rPr lang="en-US" altLang="zh-CN" sz="2800" noProof="1">
                <a:latin typeface="Times New Roman" panose="02020603050405020304" pitchFamily="18" charset="0"/>
                <a:ea typeface="黑体" panose="02010609060101010101" pitchFamily="49" charset="-122"/>
                <a:cs typeface="+mn-cs"/>
                <a:sym typeface="+mn-ea"/>
              </a:rPr>
              <a:t>},</a:t>
            </a:r>
            <a:r>
              <a:rPr lang="en-US" altLang="zh-CN" sz="2800" noProof="1">
                <a:latin typeface="Times New Roman" panose="02020603050405020304" pitchFamily="18" charset="0"/>
                <a:ea typeface="黑体" panose="02010609060101010101" pitchFamily="49" charset="-122"/>
                <a:cs typeface="+mn-cs"/>
              </a:rPr>
              <a:t>|V|=</a:t>
            </a:r>
            <a:r>
              <a:rPr lang="en-US" altLang="zh-CN" sz="2800" i="1" noProof="1">
                <a:latin typeface="Times New Roman" panose="02020603050405020304" pitchFamily="18" charset="0"/>
                <a:ea typeface="黑体" panose="02010609060101010101" pitchFamily="49" charset="-122"/>
                <a:cs typeface="+mn-cs"/>
              </a:rPr>
              <a:t> m</a:t>
            </a:r>
            <a:r>
              <a:rPr lang="en-US" altLang="zh-CN" sz="2800" i="1" baseline="30000" noProof="1">
                <a:latin typeface="Times New Roman" panose="02020603050405020304" pitchFamily="18" charset="0"/>
                <a:ea typeface="黑体" panose="02010609060101010101" pitchFamily="49" charset="-122"/>
                <a:cs typeface="+mn-cs"/>
                <a:sym typeface="+mn-ea"/>
              </a:rPr>
              <a:t>n</a:t>
            </a:r>
            <a:r>
              <a:rPr lang="en-US" altLang="zh-CN" sz="2800" baseline="30000" noProof="1">
                <a:latin typeface="Times New Roman" panose="02020603050405020304" pitchFamily="18" charset="0"/>
                <a:ea typeface="黑体" panose="02010609060101010101" pitchFamily="49" charset="-122"/>
                <a:cs typeface="+mn-cs"/>
                <a:sym typeface="+mn-ea"/>
              </a:rPr>
              <a:t>-1</a:t>
            </a:r>
            <a:endParaRPr lang="en-US" altLang="zh-CN" sz="2800" noProof="1">
              <a:latin typeface="Times New Roman" panose="02020603050405020304" pitchFamily="18" charset="0"/>
              <a:ea typeface="黑体" panose="02010609060101010101" pitchFamily="49" charset="-122"/>
            </a:endParaRPr>
          </a:p>
          <a:p>
            <a:pPr marL="342900" indent="-342900">
              <a:buSzTx/>
            </a:pPr>
            <a:r>
              <a:rPr lang="en-US" altLang="zh-CN" sz="2800" noProof="1">
                <a:latin typeface="Times New Roman" panose="02020603050405020304" pitchFamily="18" charset="0"/>
                <a:ea typeface="黑体" panose="02010609060101010101" pitchFamily="49" charset="-122"/>
                <a:cs typeface="+mn-cs"/>
              </a:rPr>
              <a:t>E={</a:t>
            </a:r>
            <a:r>
              <a:rPr lang="el-GR" altLang="zh-CN" sz="2800" i="1" noProof="1">
                <a:latin typeface="Times New Roman" panose="02020603050405020304" pitchFamily="18" charset="0"/>
                <a:ea typeface="黑体" panose="02010609060101010101" pitchFamily="49" charset="-122"/>
                <a:cs typeface="+mn-cs"/>
              </a:rPr>
              <a:t>α</a:t>
            </a:r>
            <a:r>
              <a:rPr lang="en-US" altLang="zh-CN" sz="2800" baseline="-25000" noProof="1">
                <a:latin typeface="Times New Roman" panose="02020603050405020304" pitchFamily="18" charset="0"/>
                <a:ea typeface="黑体" panose="02010609060101010101" pitchFamily="49" charset="-122"/>
                <a:cs typeface="+mn-cs"/>
              </a:rPr>
              <a:t>1</a:t>
            </a:r>
            <a:r>
              <a:rPr lang="el-GR" altLang="zh-CN" sz="2800" i="1" noProof="1">
                <a:latin typeface="Times New Roman" panose="02020603050405020304" pitchFamily="18" charset="0"/>
                <a:ea typeface="黑体" panose="02010609060101010101" pitchFamily="49" charset="-122"/>
                <a:cs typeface="+mn-cs"/>
              </a:rPr>
              <a:t>α</a:t>
            </a:r>
            <a:r>
              <a:rPr lang="en-US" altLang="zh-CN" sz="2800" baseline="-25000" noProof="1">
                <a:latin typeface="Times New Roman" panose="02020603050405020304" pitchFamily="18" charset="0"/>
                <a:ea typeface="黑体" panose="02010609060101010101" pitchFamily="49" charset="-122"/>
                <a:cs typeface="+mn-cs"/>
              </a:rPr>
              <a:t>2</a:t>
            </a:r>
            <a:r>
              <a:rPr lang="en-US" altLang="zh-CN" sz="2800" noProof="1">
                <a:latin typeface="Times New Roman" panose="02020603050405020304" pitchFamily="18" charset="0"/>
                <a:ea typeface="黑体" panose="02010609060101010101" pitchFamily="49" charset="-122"/>
                <a:cs typeface="+mn-cs"/>
              </a:rPr>
              <a:t>…</a:t>
            </a:r>
            <a:r>
              <a:rPr lang="el-GR" altLang="zh-CN" sz="2800" i="1" noProof="1">
                <a:latin typeface="Times New Roman" panose="02020603050405020304" pitchFamily="18" charset="0"/>
                <a:ea typeface="黑体" panose="02010609060101010101" pitchFamily="49" charset="-122"/>
                <a:cs typeface="+mn-cs"/>
                <a:sym typeface="+mn-ea"/>
              </a:rPr>
              <a:t>α</a:t>
            </a:r>
            <a:r>
              <a:rPr lang="en-US" altLang="zh-CN" sz="2800" baseline="-25000" noProof="1">
                <a:latin typeface="Times New Roman" panose="02020603050405020304" pitchFamily="18" charset="0"/>
                <a:ea typeface="黑体" panose="02010609060101010101" pitchFamily="49" charset="-122"/>
                <a:cs typeface="+mn-cs"/>
                <a:sym typeface="+mn-ea"/>
              </a:rPr>
              <a:t>n-1</a:t>
            </a:r>
            <a:r>
              <a:rPr lang="el-GR" altLang="zh-CN" sz="2800" i="1" noProof="1">
                <a:latin typeface="Times New Roman" panose="02020603050405020304" pitchFamily="18" charset="0"/>
                <a:ea typeface="黑体" panose="02010609060101010101" pitchFamily="49" charset="-122"/>
                <a:cs typeface="+mn-cs"/>
              </a:rPr>
              <a:t>α</a:t>
            </a:r>
            <a:r>
              <a:rPr lang="en-US" altLang="zh-CN" sz="2800" baseline="-25000" noProof="1">
                <a:latin typeface="Times New Roman" panose="02020603050405020304" pitchFamily="18" charset="0"/>
                <a:ea typeface="黑体" panose="02010609060101010101" pitchFamily="49" charset="-122"/>
                <a:cs typeface="+mn-cs"/>
              </a:rPr>
              <a:t>n</a:t>
            </a:r>
            <a:r>
              <a:rPr lang="en-US" altLang="zh-CN" sz="2800" noProof="1">
                <a:latin typeface="Times New Roman" panose="02020603050405020304" pitchFamily="18" charset="0"/>
                <a:ea typeface="黑体" panose="02010609060101010101" pitchFamily="49" charset="-122"/>
                <a:cs typeface="+mn-cs"/>
              </a:rPr>
              <a:t>=&lt;</a:t>
            </a:r>
            <a:r>
              <a:rPr lang="el-GR" altLang="zh-CN" sz="2800" i="1" noProof="1">
                <a:latin typeface="Times New Roman" panose="02020603050405020304" pitchFamily="18" charset="0"/>
                <a:ea typeface="黑体" panose="02010609060101010101" pitchFamily="49" charset="-122"/>
                <a:cs typeface="+mn-cs"/>
              </a:rPr>
              <a:t> α</a:t>
            </a:r>
            <a:r>
              <a:rPr lang="en-US" altLang="zh-CN" sz="2800" baseline="-25000" noProof="1">
                <a:latin typeface="Times New Roman" panose="02020603050405020304" pitchFamily="18" charset="0"/>
                <a:ea typeface="黑体" panose="02010609060101010101" pitchFamily="49" charset="-122"/>
                <a:cs typeface="+mn-cs"/>
              </a:rPr>
              <a:t>1</a:t>
            </a:r>
            <a:r>
              <a:rPr lang="en-US" altLang="zh-CN" sz="2800" noProof="1">
                <a:latin typeface="Times New Roman" panose="02020603050405020304" pitchFamily="18" charset="0"/>
                <a:ea typeface="黑体" panose="02010609060101010101" pitchFamily="49" charset="-122"/>
                <a:cs typeface="+mn-cs"/>
              </a:rPr>
              <a:t>,</a:t>
            </a:r>
            <a:r>
              <a:rPr lang="el-GR" altLang="zh-CN" sz="2800" i="1" noProof="1">
                <a:latin typeface="Times New Roman" panose="02020603050405020304" pitchFamily="18" charset="0"/>
                <a:ea typeface="黑体" panose="02010609060101010101" pitchFamily="49" charset="-122"/>
                <a:cs typeface="+mn-cs"/>
              </a:rPr>
              <a:t>α</a:t>
            </a:r>
            <a:r>
              <a:rPr lang="en-US" altLang="zh-CN" sz="2800" baseline="-25000" noProof="1">
                <a:latin typeface="Times New Roman" panose="02020603050405020304" pitchFamily="18" charset="0"/>
                <a:ea typeface="黑体" panose="02010609060101010101" pitchFamily="49" charset="-122"/>
                <a:cs typeface="+mn-cs"/>
              </a:rPr>
              <a:t>2</a:t>
            </a:r>
            <a:r>
              <a:rPr lang="en-US" altLang="zh-CN" sz="2800" noProof="1">
                <a:latin typeface="Times New Roman" panose="02020603050405020304" pitchFamily="18" charset="0"/>
                <a:ea typeface="黑体" panose="02010609060101010101" pitchFamily="49" charset="-122"/>
                <a:cs typeface="+mn-cs"/>
              </a:rPr>
              <a:t>…</a:t>
            </a:r>
            <a:r>
              <a:rPr lang="el-GR" altLang="zh-CN" sz="2800" i="1" noProof="1">
                <a:latin typeface="Times New Roman" panose="02020603050405020304" pitchFamily="18" charset="0"/>
                <a:ea typeface="黑体" panose="02010609060101010101" pitchFamily="49" charset="-122"/>
                <a:cs typeface="+mn-cs"/>
              </a:rPr>
              <a:t>α</a:t>
            </a:r>
            <a:r>
              <a:rPr lang="en-US" altLang="zh-CN" sz="2800" baseline="-25000" noProof="1">
                <a:latin typeface="Times New Roman" panose="02020603050405020304" pitchFamily="18" charset="0"/>
                <a:ea typeface="黑体" panose="02010609060101010101" pitchFamily="49" charset="-122"/>
                <a:cs typeface="+mn-cs"/>
              </a:rPr>
              <a:t>n-1</a:t>
            </a:r>
            <a:r>
              <a:rPr lang="en-US" altLang="zh-CN" sz="2800" noProof="1">
                <a:latin typeface="Times New Roman" panose="02020603050405020304" pitchFamily="18" charset="0"/>
                <a:ea typeface="黑体" panose="02010609060101010101" pitchFamily="49" charset="-122"/>
                <a:cs typeface="+mn-cs"/>
              </a:rPr>
              <a:t>,</a:t>
            </a:r>
            <a:r>
              <a:rPr lang="el-GR" altLang="zh-CN" sz="2800" i="1" noProof="1">
                <a:latin typeface="Times New Roman" panose="02020603050405020304" pitchFamily="18" charset="0"/>
                <a:ea typeface="黑体" panose="02010609060101010101" pitchFamily="49" charset="-122"/>
                <a:cs typeface="+mn-cs"/>
              </a:rPr>
              <a:t> α</a:t>
            </a:r>
            <a:r>
              <a:rPr lang="en-US" altLang="zh-CN" sz="2800" baseline="-25000" noProof="1">
                <a:latin typeface="Times New Roman" panose="02020603050405020304" pitchFamily="18" charset="0"/>
                <a:ea typeface="黑体" panose="02010609060101010101" pitchFamily="49" charset="-122"/>
                <a:cs typeface="+mn-cs"/>
              </a:rPr>
              <a:t>2</a:t>
            </a:r>
            <a:r>
              <a:rPr lang="en-US" altLang="zh-CN" sz="2800" noProof="1">
                <a:latin typeface="Times New Roman" panose="02020603050405020304" pitchFamily="18" charset="0"/>
                <a:ea typeface="黑体" panose="02010609060101010101" pitchFamily="49" charset="-122"/>
                <a:cs typeface="+mn-cs"/>
              </a:rPr>
              <a:t>…</a:t>
            </a:r>
            <a:r>
              <a:rPr lang="el-GR" altLang="zh-CN" sz="2800" i="1" noProof="1">
                <a:latin typeface="Times New Roman" panose="02020603050405020304" pitchFamily="18" charset="0"/>
                <a:ea typeface="黑体" panose="02010609060101010101" pitchFamily="49" charset="-122"/>
                <a:cs typeface="+mn-cs"/>
                <a:sym typeface="+mn-ea"/>
              </a:rPr>
              <a:t>α</a:t>
            </a:r>
            <a:r>
              <a:rPr lang="en-US" altLang="zh-CN" sz="2800" baseline="-25000" noProof="1">
                <a:latin typeface="Times New Roman" panose="02020603050405020304" pitchFamily="18" charset="0"/>
                <a:ea typeface="黑体" panose="02010609060101010101" pitchFamily="49" charset="-122"/>
                <a:cs typeface="+mn-cs"/>
                <a:sym typeface="+mn-ea"/>
              </a:rPr>
              <a:t>n-1</a:t>
            </a:r>
            <a:r>
              <a:rPr lang="en-US" altLang="zh-CN" sz="2800" noProof="1">
                <a:latin typeface="Times New Roman" panose="02020603050405020304" pitchFamily="18" charset="0"/>
                <a:ea typeface="黑体" panose="02010609060101010101" pitchFamily="49" charset="-122"/>
                <a:cs typeface="+mn-cs"/>
                <a:sym typeface="+mn-ea"/>
              </a:rPr>
              <a:t>,</a:t>
            </a:r>
            <a:r>
              <a:rPr lang="el-GR" altLang="zh-CN" sz="2800" i="1" noProof="1">
                <a:latin typeface="Times New Roman" panose="02020603050405020304" pitchFamily="18" charset="0"/>
                <a:ea typeface="黑体" panose="02010609060101010101" pitchFamily="49" charset="-122"/>
                <a:cs typeface="+mn-cs"/>
              </a:rPr>
              <a:t>α</a:t>
            </a:r>
            <a:r>
              <a:rPr lang="en-US" altLang="zh-CN" sz="2800" baseline="-25000" noProof="1">
                <a:latin typeface="Times New Roman" panose="02020603050405020304" pitchFamily="18" charset="0"/>
                <a:ea typeface="黑体" panose="02010609060101010101" pitchFamily="49" charset="-122"/>
                <a:cs typeface="+mn-cs"/>
              </a:rPr>
              <a:t>n</a:t>
            </a:r>
            <a:r>
              <a:rPr lang="en-US" altLang="zh-CN" sz="2800" noProof="1">
                <a:latin typeface="Times New Roman" panose="02020603050405020304" pitchFamily="18" charset="0"/>
                <a:ea typeface="黑体" panose="02010609060101010101" pitchFamily="49" charset="-122"/>
                <a:cs typeface="+mn-cs"/>
              </a:rPr>
              <a:t>&gt;|</a:t>
            </a:r>
            <a:r>
              <a:rPr lang="el-GR" altLang="zh-CN" sz="2800" i="1" noProof="1">
                <a:latin typeface="Times New Roman" panose="02020603050405020304" pitchFamily="18" charset="0"/>
                <a:ea typeface="黑体" panose="02010609060101010101" pitchFamily="49" charset="-122"/>
                <a:cs typeface="+mn-cs"/>
              </a:rPr>
              <a:t> α</a:t>
            </a:r>
            <a:r>
              <a:rPr lang="en-US" altLang="zh-CN" sz="2800" i="1" baseline="-25000" noProof="1">
                <a:latin typeface="Times New Roman" panose="02020603050405020304" pitchFamily="18" charset="0"/>
                <a:ea typeface="黑体" panose="02010609060101010101" pitchFamily="49" charset="-122"/>
                <a:cs typeface="+mn-cs"/>
              </a:rPr>
              <a:t>i</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S, 1</a:t>
            </a:r>
            <a:r>
              <a:rPr lang="en-US" altLang="zh-CN" sz="2800" i="1" noProof="1">
                <a:latin typeface="Times New Roman" panose="02020603050405020304" pitchFamily="18" charset="0"/>
                <a:ea typeface="黑体" panose="02010609060101010101" pitchFamily="49" charset="-122"/>
                <a:cs typeface="+mn-cs"/>
                <a:sym typeface="Symbol" panose="05050102010706020507" pitchFamily="18" charset="2"/>
              </a:rPr>
              <a:t>i</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a:t>
            </a:r>
            <a:r>
              <a:rPr lang="en-US" altLang="zh-CN" sz="2800" i="1" noProof="1">
                <a:latin typeface="Times New Roman" panose="02020603050405020304" pitchFamily="18" charset="0"/>
                <a:ea typeface="黑体" panose="02010609060101010101" pitchFamily="49" charset="-122"/>
                <a:cs typeface="+mn-cs"/>
                <a:sym typeface="Symbol" panose="05050102010706020507" pitchFamily="18" charset="2"/>
              </a:rPr>
              <a:t>n</a:t>
            </a:r>
            <a:r>
              <a:rPr lang="el-GR" altLang="zh-CN" sz="2800" noProof="1">
                <a:latin typeface="Times New Roman" panose="02020603050405020304" pitchFamily="18" charset="0"/>
                <a:ea typeface="黑体" panose="02010609060101010101" pitchFamily="49" charset="-122"/>
                <a:cs typeface="+mn-cs"/>
                <a:sym typeface="Symbol" panose="05050102010706020507" pitchFamily="18" charset="2"/>
              </a:rPr>
              <a:t>}</a:t>
            </a:r>
            <a:endParaRPr lang="el-GR" altLang="zh-CN" sz="2800" noProof="1">
              <a:latin typeface="Times New Roman" panose="02020603050405020304" pitchFamily="18" charset="0"/>
              <a:ea typeface="黑体" panose="02010609060101010101" pitchFamily="49" charset="-122"/>
              <a:sym typeface="Symbol" panose="05050102010706020507" pitchFamily="18" charset="2"/>
            </a:endParaRPr>
          </a:p>
          <a:p>
            <a:pPr marL="342900" indent="-342900">
              <a:buClrTx/>
              <a:buSzTx/>
              <a:buFont typeface="Wingdings" panose="05000000000000000000" pitchFamily="2" charset="2"/>
              <a:buChar char="n"/>
            </a:pPr>
            <a:endParaRPr lang="zh-CN" altLang="en-US" sz="2800" noProof="1">
              <a:latin typeface="Times New Roman" panose="02020603050405020304" pitchFamily="18" charset="0"/>
              <a:ea typeface="黑体" panose="02010609060101010101" pitchFamily="49" charset="-122"/>
              <a:cs typeface="+mn-cs"/>
              <a:sym typeface="Symbol" panose="05050102010706020507" pitchFamily="18" charset="2"/>
            </a:endParaRPr>
          </a:p>
          <a:p>
            <a:pPr marL="342900" indent="-342900">
              <a:buClrTx/>
              <a:buSzTx/>
              <a:buFont typeface="Wingdings" panose="05000000000000000000" pitchFamily="2" charset="2"/>
              <a:buChar char="n"/>
            </a:pPr>
            <a:r>
              <a:rPr lang="zh-CN" altLang="en-US" sz="2800" noProof="1">
                <a:latin typeface="Times New Roman" panose="02020603050405020304" pitchFamily="18" charset="0"/>
                <a:ea typeface="黑体" panose="02010609060101010101" pitchFamily="49" charset="-122"/>
                <a:cs typeface="+mn-cs"/>
                <a:sym typeface="Symbol" panose="05050102010706020507" pitchFamily="18" charset="2"/>
              </a:rPr>
              <a:t>显然</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D</a:t>
            </a:r>
            <a:r>
              <a:rPr lang="zh-CN" altLang="en-US" sz="2800" noProof="1">
                <a:latin typeface="Times New Roman" panose="02020603050405020304" pitchFamily="18" charset="0"/>
                <a:ea typeface="黑体" panose="02010609060101010101" pitchFamily="49" charset="-122"/>
                <a:cs typeface="+mn-cs"/>
                <a:sym typeface="Symbol" panose="05050102010706020507" pitchFamily="18" charset="2"/>
              </a:rPr>
              <a:t>是欧拉图</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a:t>
            </a:r>
            <a:r>
              <a:rPr lang="zh-CN" altLang="en-US" sz="2800" noProof="1">
                <a:latin typeface="Times New Roman" panose="02020603050405020304" pitchFamily="18" charset="0"/>
                <a:ea typeface="黑体" panose="02010609060101010101" pitchFamily="49" charset="-122"/>
                <a:cs typeface="+mn-cs"/>
                <a:sym typeface="Symbol" panose="05050102010706020507" pitchFamily="18" charset="2"/>
              </a:rPr>
              <a:t>每个顶点的入度</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a:t>
            </a:r>
            <a:r>
              <a:rPr lang="zh-CN" altLang="en-US" sz="2800" noProof="1">
                <a:latin typeface="Times New Roman" panose="02020603050405020304" pitchFamily="18" charset="0"/>
                <a:ea typeface="黑体" panose="02010609060101010101" pitchFamily="49" charset="-122"/>
                <a:cs typeface="+mn-cs"/>
                <a:sym typeface="Symbol" panose="05050102010706020507" pitchFamily="18" charset="2"/>
              </a:rPr>
              <a:t>出度</a:t>
            </a:r>
            <a:r>
              <a:rPr lang="en-US" altLang="zh-CN" sz="2800" noProof="1">
                <a:latin typeface="Times New Roman" panose="02020603050405020304" pitchFamily="18" charset="0"/>
                <a:ea typeface="黑体" panose="02010609060101010101" pitchFamily="49" charset="-122"/>
                <a:cs typeface="+mn-cs"/>
                <a:sym typeface="Symbol" panose="05050102010706020507" pitchFamily="18" charset="2"/>
              </a:rPr>
              <a:t>=</a:t>
            </a:r>
            <a:r>
              <a:rPr lang="en-US" altLang="zh-CN" sz="2800" i="1" noProof="1">
                <a:latin typeface="Times New Roman" panose="02020603050405020304" pitchFamily="18" charset="0"/>
                <a:ea typeface="黑体" panose="02010609060101010101" pitchFamily="49" charset="-122"/>
                <a:cs typeface="+mn-cs"/>
                <a:sym typeface="Symbol" panose="05050102010706020507" pitchFamily="18" charset="2"/>
              </a:rPr>
              <a:t>m,</a:t>
            </a:r>
            <a:endParaRPr lang="en-US" altLang="zh-CN" sz="2800" i="1" noProof="1">
              <a:latin typeface="Times New Roman" panose="02020603050405020304" pitchFamily="18" charset="0"/>
              <a:ea typeface="黑体" panose="02010609060101010101" pitchFamily="49" charset="-122"/>
              <a:sym typeface="Symbol" panose="05050102010706020507" pitchFamily="18" charset="2"/>
            </a:endParaRPr>
          </a:p>
          <a:p>
            <a:pPr marL="342900" indent="-342900">
              <a:buSzTx/>
            </a:pPr>
            <a:r>
              <a:rPr lang="en-US" altLang="zh-CN" sz="2800" i="1" noProof="1">
                <a:latin typeface="Times New Roman" panose="02020603050405020304" pitchFamily="18" charset="0"/>
                <a:ea typeface="黑体" panose="02010609060101010101" pitchFamily="49" charset="-122"/>
                <a:cs typeface="+mn-cs"/>
                <a:sym typeface="Symbol" panose="05050102010706020507" pitchFamily="18" charset="2"/>
              </a:rPr>
              <a:t>|E|=</a:t>
            </a:r>
            <a:r>
              <a:rPr lang="zh-CN" altLang="zh-CN" sz="2800" noProof="1">
                <a:latin typeface="Times New Roman" panose="02020603050405020304" pitchFamily="18" charset="0"/>
                <a:ea typeface="黑体" panose="02010609060101010101" pitchFamily="49" charset="-122"/>
                <a:cs typeface="+mn-cs"/>
              </a:rPr>
              <a:t> </a:t>
            </a:r>
            <a:r>
              <a:rPr lang="en-US" altLang="zh-CN" sz="2800" i="1" noProof="1">
                <a:latin typeface="Times New Roman" panose="02020603050405020304" pitchFamily="18" charset="0"/>
                <a:ea typeface="黑体" panose="02010609060101010101" pitchFamily="49" charset="-122"/>
                <a:cs typeface="+mn-cs"/>
              </a:rPr>
              <a:t>m m</a:t>
            </a:r>
            <a:r>
              <a:rPr lang="en-US" altLang="zh-CN" sz="2800" i="1" baseline="30000" noProof="1">
                <a:latin typeface="Times New Roman" panose="02020603050405020304" pitchFamily="18" charset="0"/>
                <a:ea typeface="黑体" panose="02010609060101010101" pitchFamily="49" charset="-122"/>
                <a:cs typeface="+mn-cs"/>
              </a:rPr>
              <a:t>n</a:t>
            </a:r>
            <a:r>
              <a:rPr lang="en-US" altLang="zh-CN" sz="2800" baseline="30000" noProof="1">
                <a:latin typeface="Times New Roman" panose="02020603050405020304" pitchFamily="18" charset="0"/>
                <a:ea typeface="黑体" panose="02010609060101010101" pitchFamily="49" charset="-122"/>
                <a:cs typeface="+mn-cs"/>
              </a:rPr>
              <a:t>-1</a:t>
            </a:r>
            <a:r>
              <a:rPr lang="en-US" altLang="zh-CN" sz="2800" noProof="1">
                <a:latin typeface="Times New Roman" panose="02020603050405020304" pitchFamily="18" charset="0"/>
                <a:ea typeface="黑体" panose="02010609060101010101" pitchFamily="49" charset="-122"/>
                <a:cs typeface="+mn-cs"/>
              </a:rPr>
              <a:t>=</a:t>
            </a:r>
            <a:r>
              <a:rPr lang="en-US" altLang="zh-CN" sz="2800" i="1" noProof="1">
                <a:latin typeface="Times New Roman" panose="02020603050405020304" pitchFamily="18" charset="0"/>
                <a:ea typeface="黑体" panose="02010609060101010101" pitchFamily="49" charset="-122"/>
                <a:cs typeface="+mn-cs"/>
              </a:rPr>
              <a:t> m</a:t>
            </a:r>
            <a:r>
              <a:rPr lang="en-US" altLang="zh-CN" sz="2800" i="1" baseline="30000" noProof="1">
                <a:latin typeface="Times New Roman" panose="02020603050405020304" pitchFamily="18" charset="0"/>
                <a:ea typeface="黑体" panose="02010609060101010101" pitchFamily="49" charset="-122"/>
                <a:cs typeface="+mn-cs"/>
              </a:rPr>
              <a:t>n</a:t>
            </a:r>
            <a:endParaRPr lang="zh-CN" altLang="en-US" sz="2800" noProof="1">
              <a:latin typeface="Times New Roman" panose="02020603050405020304" pitchFamily="18" charset="0"/>
              <a:ea typeface="黑体" panose="02010609060101010101" pitchFamily="49"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应用</a:t>
            </a:r>
            <a:r>
              <a:rPr lang="en-US" altLang="zh-CN"/>
              <a:t>(</a:t>
            </a:r>
            <a:r>
              <a:rPr lang="zh-CN" altLang="en-US"/>
              <a:t>轮盘设计</a:t>
            </a:r>
            <a:r>
              <a:rPr lang="en-US" altLang="zh-CN"/>
              <a:t>) </a:t>
            </a:r>
            <a:r>
              <a:rPr lang="en-US" altLang="zh-CN" sz="3600">
                <a:solidFill>
                  <a:srgbClr val="FF0000"/>
                </a:solidFill>
              </a:rPr>
              <a:t>m=2,n=3</a:t>
            </a:r>
            <a:endParaRPr lang="en-US" altLang="zh-CN" sz="3600">
              <a:solidFill>
                <a:srgbClr val="FF0000"/>
              </a:solidFill>
            </a:endParaRPr>
          </a:p>
        </p:txBody>
      </p:sp>
      <p:sp>
        <p:nvSpPr>
          <p:cNvPr id="46082" name="Rectangle 3"/>
          <p:cNvSpPr>
            <a:spLocks noGrp="1"/>
          </p:cNvSpPr>
          <p:nvPr>
            <p:ph idx="1"/>
          </p:nvPr>
        </p:nvSpPr>
        <p:spPr/>
        <p:txBody>
          <a:bodyPr vert="horz" wrap="square" lIns="91440" tIns="45720" rIns="91440" bIns="45720" anchor="t" anchorCtr="0"/>
          <a:p>
            <a:pPr marL="0" indent="0">
              <a:buNone/>
            </a:pPr>
            <a:r>
              <a:rPr lang="zh-CN" altLang="en-US"/>
              <a:t>构造有向图</a:t>
            </a:r>
            <a:r>
              <a:rPr lang="en-US" altLang="zh-CN"/>
              <a:t>D=&lt;V,E&gt;, S={0,1}</a:t>
            </a:r>
            <a:endParaRPr lang="en-US" altLang="zh-CN"/>
          </a:p>
          <a:p>
            <a:pPr marL="0" indent="0">
              <a:buNone/>
            </a:pPr>
            <a:r>
              <a:rPr lang="en-US" altLang="zh-CN"/>
              <a:t>		 V={00,01,10,11},</a:t>
            </a:r>
            <a:endParaRPr lang="en-US" altLang="zh-CN"/>
          </a:p>
          <a:p>
            <a:pPr marL="0" indent="0">
              <a:buNone/>
            </a:pPr>
            <a:r>
              <a:rPr lang="en-US" altLang="zh-CN"/>
              <a:t>                      E={ </a:t>
            </a:r>
            <a:r>
              <a:rPr lang="en-US" altLang="zh-CN" i="1"/>
              <a:t>a</a:t>
            </a:r>
            <a:r>
              <a:rPr lang="en-US" altLang="zh-CN" i="1">
                <a:solidFill>
                  <a:schemeClr val="hlink"/>
                </a:solidFill>
              </a:rPr>
              <a:t>b</a:t>
            </a:r>
            <a:r>
              <a:rPr lang="en-US" altLang="zh-CN" i="1"/>
              <a:t>c</a:t>
            </a:r>
            <a:r>
              <a:rPr lang="en-US" altLang="zh-CN"/>
              <a:t>=&lt;</a:t>
            </a:r>
            <a:r>
              <a:rPr lang="en-US" altLang="zh-CN" i="1"/>
              <a:t>a</a:t>
            </a:r>
            <a:r>
              <a:rPr lang="en-US" altLang="zh-CN" i="1">
                <a:solidFill>
                  <a:schemeClr val="hlink"/>
                </a:solidFill>
              </a:rPr>
              <a:t>b</a:t>
            </a:r>
            <a:r>
              <a:rPr lang="en-US" altLang="zh-CN"/>
              <a:t>,</a:t>
            </a:r>
            <a:r>
              <a:rPr lang="en-US" altLang="zh-CN" i="1">
                <a:solidFill>
                  <a:schemeClr val="hlink"/>
                </a:solidFill>
              </a:rPr>
              <a:t>b</a:t>
            </a:r>
            <a:r>
              <a:rPr lang="en-US" altLang="zh-CN" i="1"/>
              <a:t>c</a:t>
            </a:r>
            <a:r>
              <a:rPr lang="en-US" altLang="zh-CN"/>
              <a:t>&gt; | </a:t>
            </a:r>
            <a:r>
              <a:rPr lang="en-US" altLang="zh-CN" i="1"/>
              <a:t>a</a:t>
            </a:r>
            <a:r>
              <a:rPr lang="en-US" altLang="zh-CN"/>
              <a:t>,</a:t>
            </a:r>
            <a:r>
              <a:rPr lang="en-US" altLang="zh-CN" i="1"/>
              <a:t>b</a:t>
            </a:r>
            <a:r>
              <a:rPr lang="en-US" altLang="zh-CN"/>
              <a:t>,</a:t>
            </a:r>
            <a:r>
              <a:rPr lang="en-US" altLang="zh-CN" i="1"/>
              <a:t>c</a:t>
            </a:r>
            <a:r>
              <a:rPr lang="en-US" altLang="zh-CN"/>
              <a:t>∈{0,1} }</a:t>
            </a:r>
            <a:endParaRPr lang="zh-CN" altLang="en-US"/>
          </a:p>
        </p:txBody>
      </p:sp>
      <p:grpSp>
        <p:nvGrpSpPr>
          <p:cNvPr id="46083" name="Group 4"/>
          <p:cNvGrpSpPr/>
          <p:nvPr/>
        </p:nvGrpSpPr>
        <p:grpSpPr>
          <a:xfrm>
            <a:off x="4518025" y="3048000"/>
            <a:ext cx="3433763" cy="2520950"/>
            <a:chOff x="3061" y="2160"/>
            <a:chExt cx="2163" cy="1588"/>
          </a:xfrm>
        </p:grpSpPr>
        <p:sp>
          <p:nvSpPr>
            <p:cNvPr id="46084" name="Oval 5"/>
            <p:cNvSpPr/>
            <p:nvPr/>
          </p:nvSpPr>
          <p:spPr>
            <a:xfrm>
              <a:off x="3062" y="2205"/>
              <a:ext cx="1542" cy="1542"/>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085" name="Oval 6"/>
            <p:cNvSpPr/>
            <p:nvPr/>
          </p:nvSpPr>
          <p:spPr>
            <a:xfrm>
              <a:off x="3443" y="2613"/>
              <a:ext cx="771" cy="771"/>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086" name="Freeform 7"/>
            <p:cNvSpPr/>
            <p:nvPr/>
          </p:nvSpPr>
          <p:spPr>
            <a:xfrm>
              <a:off x="3778" y="2976"/>
              <a:ext cx="363" cy="288"/>
            </a:xfrm>
            <a:custGeom>
              <a:avLst/>
              <a:gdLst/>
              <a:ahLst/>
              <a:cxnLst>
                <a:cxn ang="0">
                  <a:pos x="363" y="0"/>
                </a:cxn>
                <a:cxn ang="0">
                  <a:pos x="318" y="182"/>
                </a:cxn>
                <a:cxn ang="0">
                  <a:pos x="182" y="273"/>
                </a:cxn>
                <a:cxn ang="0">
                  <a:pos x="0" y="273"/>
                </a:cxn>
              </a:cxnLst>
              <a:pathLst>
                <a:path w="363" h="288">
                  <a:moveTo>
                    <a:pt x="363" y="0"/>
                  </a:moveTo>
                  <a:cubicBezTo>
                    <a:pt x="355" y="68"/>
                    <a:pt x="348" y="137"/>
                    <a:pt x="318" y="182"/>
                  </a:cubicBezTo>
                  <a:cubicBezTo>
                    <a:pt x="288" y="227"/>
                    <a:pt x="235" y="258"/>
                    <a:pt x="182" y="273"/>
                  </a:cubicBezTo>
                  <a:cubicBezTo>
                    <a:pt x="129" y="288"/>
                    <a:pt x="30" y="273"/>
                    <a:pt x="0" y="273"/>
                  </a:cubicBezTo>
                </a:path>
              </a:pathLst>
            </a:custGeom>
            <a:noFill/>
            <a:ln w="28575" cap="flat" cmpd="sng">
              <a:solidFill>
                <a:schemeClr val="hlink"/>
              </a:solidFill>
              <a:prstDash val="solid"/>
              <a:round/>
              <a:headEnd type="none" w="med" len="med"/>
              <a:tailEnd type="triangle" w="lg" len="lg"/>
            </a:ln>
          </p:spPr>
          <p:txBody>
            <a:bodyPr/>
            <a:p>
              <a:endParaRPr lang="zh-CN" altLang="en-US"/>
            </a:p>
          </p:txBody>
        </p:sp>
        <p:sp>
          <p:nvSpPr>
            <p:cNvPr id="46087" name="Line 8"/>
            <p:cNvSpPr/>
            <p:nvPr/>
          </p:nvSpPr>
          <p:spPr>
            <a:xfrm>
              <a:off x="4241" y="2976"/>
              <a:ext cx="363" cy="0"/>
            </a:xfrm>
            <a:prstGeom prst="line">
              <a:avLst/>
            </a:prstGeom>
            <a:ln w="28575" cap="flat" cmpd="sng">
              <a:solidFill>
                <a:schemeClr val="tx1"/>
              </a:solidFill>
              <a:prstDash val="solid"/>
              <a:round/>
              <a:headEnd type="none" w="med" len="med"/>
              <a:tailEnd type="none" w="med" len="med"/>
            </a:ln>
          </p:spPr>
        </p:sp>
        <p:sp>
          <p:nvSpPr>
            <p:cNvPr id="46088" name="Line 9"/>
            <p:cNvSpPr/>
            <p:nvPr/>
          </p:nvSpPr>
          <p:spPr>
            <a:xfrm>
              <a:off x="3061" y="2976"/>
              <a:ext cx="363" cy="0"/>
            </a:xfrm>
            <a:prstGeom prst="line">
              <a:avLst/>
            </a:prstGeom>
            <a:ln w="28575" cap="flat" cmpd="sng">
              <a:solidFill>
                <a:schemeClr val="tx1"/>
              </a:solidFill>
              <a:prstDash val="solid"/>
              <a:round/>
              <a:headEnd type="none" w="med" len="med"/>
              <a:tailEnd type="none" w="med" len="med"/>
            </a:ln>
          </p:spPr>
        </p:sp>
        <p:sp>
          <p:nvSpPr>
            <p:cNvPr id="46089" name="Line 10"/>
            <p:cNvSpPr/>
            <p:nvPr/>
          </p:nvSpPr>
          <p:spPr>
            <a:xfrm flipH="1">
              <a:off x="3288" y="3249"/>
              <a:ext cx="227" cy="226"/>
            </a:xfrm>
            <a:prstGeom prst="line">
              <a:avLst/>
            </a:prstGeom>
            <a:ln w="28575" cap="flat" cmpd="sng">
              <a:solidFill>
                <a:schemeClr val="tx1"/>
              </a:solidFill>
              <a:prstDash val="solid"/>
              <a:round/>
              <a:headEnd type="none" w="med" len="med"/>
              <a:tailEnd type="none" w="med" len="med"/>
            </a:ln>
          </p:spPr>
        </p:sp>
        <p:sp>
          <p:nvSpPr>
            <p:cNvPr id="46090" name="Line 11"/>
            <p:cNvSpPr/>
            <p:nvPr/>
          </p:nvSpPr>
          <p:spPr>
            <a:xfrm>
              <a:off x="3833" y="3385"/>
              <a:ext cx="0" cy="363"/>
            </a:xfrm>
            <a:prstGeom prst="line">
              <a:avLst/>
            </a:prstGeom>
            <a:ln w="28575" cap="flat" cmpd="sng">
              <a:solidFill>
                <a:schemeClr val="tx1"/>
              </a:solidFill>
              <a:prstDash val="solid"/>
              <a:round/>
              <a:headEnd type="none" w="med" len="med"/>
              <a:tailEnd type="none" w="med" len="med"/>
            </a:ln>
          </p:spPr>
        </p:sp>
        <p:sp>
          <p:nvSpPr>
            <p:cNvPr id="46091" name="Line 12"/>
            <p:cNvSpPr/>
            <p:nvPr/>
          </p:nvSpPr>
          <p:spPr>
            <a:xfrm>
              <a:off x="4150" y="3249"/>
              <a:ext cx="227" cy="227"/>
            </a:xfrm>
            <a:prstGeom prst="line">
              <a:avLst/>
            </a:prstGeom>
            <a:ln w="28575" cap="flat" cmpd="sng">
              <a:solidFill>
                <a:schemeClr val="tx1"/>
              </a:solidFill>
              <a:prstDash val="solid"/>
              <a:round/>
              <a:headEnd type="none" w="med" len="med"/>
              <a:tailEnd type="none" w="med" len="med"/>
            </a:ln>
          </p:spPr>
        </p:sp>
        <p:sp>
          <p:nvSpPr>
            <p:cNvPr id="46092" name="Line 13"/>
            <p:cNvSpPr/>
            <p:nvPr/>
          </p:nvSpPr>
          <p:spPr>
            <a:xfrm flipH="1">
              <a:off x="4105" y="2432"/>
              <a:ext cx="272" cy="272"/>
            </a:xfrm>
            <a:prstGeom prst="line">
              <a:avLst/>
            </a:prstGeom>
            <a:ln w="28575" cap="flat" cmpd="sng">
              <a:solidFill>
                <a:schemeClr val="tx1"/>
              </a:solidFill>
              <a:prstDash val="solid"/>
              <a:round/>
              <a:headEnd type="none" w="med" len="med"/>
              <a:tailEnd type="none" w="med" len="med"/>
            </a:ln>
          </p:spPr>
        </p:sp>
        <p:sp>
          <p:nvSpPr>
            <p:cNvPr id="46093" name="Line 14"/>
            <p:cNvSpPr/>
            <p:nvPr/>
          </p:nvSpPr>
          <p:spPr>
            <a:xfrm>
              <a:off x="3833" y="2205"/>
              <a:ext cx="0" cy="409"/>
            </a:xfrm>
            <a:prstGeom prst="line">
              <a:avLst/>
            </a:prstGeom>
            <a:ln w="28575" cap="flat" cmpd="sng">
              <a:solidFill>
                <a:schemeClr val="tx1"/>
              </a:solidFill>
              <a:prstDash val="solid"/>
              <a:round/>
              <a:headEnd type="none" w="med" len="med"/>
              <a:tailEnd type="none" w="med" len="med"/>
            </a:ln>
          </p:spPr>
        </p:sp>
        <p:sp>
          <p:nvSpPr>
            <p:cNvPr id="46094" name="Line 15"/>
            <p:cNvSpPr/>
            <p:nvPr/>
          </p:nvSpPr>
          <p:spPr>
            <a:xfrm flipH="1" flipV="1">
              <a:off x="3288" y="2432"/>
              <a:ext cx="272" cy="272"/>
            </a:xfrm>
            <a:prstGeom prst="line">
              <a:avLst/>
            </a:prstGeom>
            <a:ln w="28575" cap="flat" cmpd="sng">
              <a:solidFill>
                <a:schemeClr val="tx1"/>
              </a:solidFill>
              <a:prstDash val="solid"/>
              <a:round/>
              <a:headEnd type="none" w="med" len="med"/>
              <a:tailEnd type="none" w="med" len="med"/>
            </a:ln>
          </p:spPr>
        </p:sp>
        <p:sp>
          <p:nvSpPr>
            <p:cNvPr id="46095" name="Text Box 16"/>
            <p:cNvSpPr txBox="1"/>
            <p:nvPr/>
          </p:nvSpPr>
          <p:spPr>
            <a:xfrm>
              <a:off x="4286" y="2614"/>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6096" name="Text Box 17"/>
            <p:cNvSpPr txBox="1"/>
            <p:nvPr/>
          </p:nvSpPr>
          <p:spPr>
            <a:xfrm>
              <a:off x="3969" y="2296"/>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6097" name="Text Box 18"/>
            <p:cNvSpPr txBox="1"/>
            <p:nvPr/>
          </p:nvSpPr>
          <p:spPr>
            <a:xfrm>
              <a:off x="4286" y="2976"/>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6098" name="Text Box 19"/>
            <p:cNvSpPr txBox="1"/>
            <p:nvPr/>
          </p:nvSpPr>
          <p:spPr>
            <a:xfrm>
              <a:off x="3529" y="228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6099" name="Text Box 20"/>
            <p:cNvSpPr txBox="1"/>
            <p:nvPr/>
          </p:nvSpPr>
          <p:spPr>
            <a:xfrm>
              <a:off x="3152" y="3022"/>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6100" name="Line 21"/>
            <p:cNvSpPr/>
            <p:nvPr/>
          </p:nvSpPr>
          <p:spPr>
            <a:xfrm flipH="1">
              <a:off x="4150" y="2278"/>
              <a:ext cx="817" cy="0"/>
            </a:xfrm>
            <a:prstGeom prst="line">
              <a:avLst/>
            </a:prstGeom>
            <a:ln w="28575" cap="flat" cmpd="sng">
              <a:solidFill>
                <a:schemeClr val="tx1"/>
              </a:solidFill>
              <a:prstDash val="solid"/>
              <a:round/>
              <a:headEnd type="none" w="med" len="med"/>
              <a:tailEnd type="triangle" w="lg" len="lg"/>
            </a:ln>
          </p:spPr>
        </p:sp>
        <p:sp>
          <p:nvSpPr>
            <p:cNvPr id="46101" name="Line 22"/>
            <p:cNvSpPr/>
            <p:nvPr/>
          </p:nvSpPr>
          <p:spPr>
            <a:xfrm flipH="1">
              <a:off x="4512" y="2659"/>
              <a:ext cx="500" cy="0"/>
            </a:xfrm>
            <a:prstGeom prst="line">
              <a:avLst/>
            </a:prstGeom>
            <a:ln w="28575" cap="flat" cmpd="sng">
              <a:solidFill>
                <a:schemeClr val="tx1"/>
              </a:solidFill>
              <a:prstDash val="solid"/>
              <a:round/>
              <a:headEnd type="none" w="med" len="med"/>
              <a:tailEnd type="triangle" w="lg" len="lg"/>
            </a:ln>
          </p:spPr>
        </p:sp>
        <p:sp>
          <p:nvSpPr>
            <p:cNvPr id="46102" name="Line 23"/>
            <p:cNvSpPr/>
            <p:nvPr/>
          </p:nvSpPr>
          <p:spPr>
            <a:xfrm flipH="1">
              <a:off x="4558" y="3249"/>
              <a:ext cx="499" cy="0"/>
            </a:xfrm>
            <a:prstGeom prst="line">
              <a:avLst/>
            </a:prstGeom>
            <a:ln w="28575" cap="flat" cmpd="sng">
              <a:solidFill>
                <a:schemeClr val="tx1"/>
              </a:solidFill>
              <a:prstDash val="solid"/>
              <a:round/>
              <a:headEnd type="none" w="med" len="med"/>
              <a:tailEnd type="triangle" w="lg" len="lg"/>
            </a:ln>
          </p:spPr>
        </p:sp>
        <p:sp>
          <p:nvSpPr>
            <p:cNvPr id="46103" name="Text Box 24"/>
            <p:cNvSpPr txBox="1"/>
            <p:nvPr/>
          </p:nvSpPr>
          <p:spPr>
            <a:xfrm>
              <a:off x="5012" y="21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6104" name="Text Box 25"/>
            <p:cNvSpPr txBox="1"/>
            <p:nvPr/>
          </p:nvSpPr>
          <p:spPr>
            <a:xfrm>
              <a:off x="5012" y="247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6105" name="Text Box 26"/>
            <p:cNvSpPr txBox="1"/>
            <p:nvPr/>
          </p:nvSpPr>
          <p:spPr>
            <a:xfrm>
              <a:off x="5012" y="3067"/>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grpSp>
      <p:grpSp>
        <p:nvGrpSpPr>
          <p:cNvPr id="46106" name="Group 51"/>
          <p:cNvGrpSpPr/>
          <p:nvPr/>
        </p:nvGrpSpPr>
        <p:grpSpPr>
          <a:xfrm>
            <a:off x="107950" y="2466975"/>
            <a:ext cx="3384550" cy="4327525"/>
            <a:chOff x="113" y="1509"/>
            <a:chExt cx="2132" cy="2726"/>
          </a:xfrm>
        </p:grpSpPr>
        <p:sp>
          <p:nvSpPr>
            <p:cNvPr id="46107" name="Oval 27"/>
            <p:cNvSpPr/>
            <p:nvPr/>
          </p:nvSpPr>
          <p:spPr>
            <a:xfrm>
              <a:off x="884" y="1830"/>
              <a:ext cx="499" cy="499"/>
            </a:xfrm>
            <a:prstGeom prst="ellipse">
              <a:avLst/>
            </a:prstGeom>
            <a:noFill/>
            <a:ln w="952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imes New Roman" panose="02020603050405020304" pitchFamily="18" charset="0"/>
                  <a:ea typeface="宋体" panose="02010600030101010101" pitchFamily="2" charset="-122"/>
                </a:rPr>
                <a:t>00</a:t>
              </a:r>
              <a:endParaRPr lang="en-US" altLang="zh-CN" sz="2400">
                <a:latin typeface="Times New Roman" panose="02020603050405020304" pitchFamily="18" charset="0"/>
                <a:ea typeface="宋体" panose="02010600030101010101" pitchFamily="2" charset="-122"/>
              </a:endParaRPr>
            </a:p>
          </p:txBody>
        </p:sp>
        <p:sp>
          <p:nvSpPr>
            <p:cNvPr id="46108" name="Oval 29"/>
            <p:cNvSpPr/>
            <p:nvPr/>
          </p:nvSpPr>
          <p:spPr>
            <a:xfrm>
              <a:off x="113" y="2691"/>
              <a:ext cx="499" cy="499"/>
            </a:xfrm>
            <a:prstGeom prst="ellipse">
              <a:avLst/>
            </a:prstGeom>
            <a:noFill/>
            <a:ln w="952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imes New Roman" panose="02020603050405020304" pitchFamily="18" charset="0"/>
                  <a:ea typeface="宋体" panose="02010600030101010101" pitchFamily="2" charset="-122"/>
                </a:rPr>
                <a:t>01</a:t>
              </a:r>
              <a:endParaRPr lang="en-US" altLang="zh-CN" sz="2400">
                <a:latin typeface="Times New Roman" panose="02020603050405020304" pitchFamily="18" charset="0"/>
                <a:ea typeface="宋体" panose="02010600030101010101" pitchFamily="2" charset="-122"/>
              </a:endParaRPr>
            </a:p>
          </p:txBody>
        </p:sp>
        <p:sp>
          <p:nvSpPr>
            <p:cNvPr id="46109" name="Oval 30"/>
            <p:cNvSpPr/>
            <p:nvPr/>
          </p:nvSpPr>
          <p:spPr>
            <a:xfrm>
              <a:off x="1746" y="2691"/>
              <a:ext cx="499" cy="499"/>
            </a:xfrm>
            <a:prstGeom prst="ellipse">
              <a:avLst/>
            </a:prstGeom>
            <a:noFill/>
            <a:ln w="952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imes New Roman" panose="02020603050405020304" pitchFamily="18" charset="0"/>
                  <a:ea typeface="宋体" panose="02010600030101010101" pitchFamily="2" charset="-122"/>
                </a:rPr>
                <a:t>10</a:t>
              </a:r>
              <a:endParaRPr lang="en-US" altLang="zh-CN" sz="2400">
                <a:latin typeface="Times New Roman" panose="02020603050405020304" pitchFamily="18" charset="0"/>
                <a:ea typeface="宋体" panose="02010600030101010101" pitchFamily="2" charset="-122"/>
              </a:endParaRPr>
            </a:p>
          </p:txBody>
        </p:sp>
        <p:sp>
          <p:nvSpPr>
            <p:cNvPr id="46110" name="Oval 31"/>
            <p:cNvSpPr/>
            <p:nvPr/>
          </p:nvSpPr>
          <p:spPr>
            <a:xfrm>
              <a:off x="884" y="3508"/>
              <a:ext cx="499" cy="499"/>
            </a:xfrm>
            <a:prstGeom prst="ellipse">
              <a:avLst/>
            </a:prstGeom>
            <a:noFill/>
            <a:ln w="952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imes New Roman" panose="02020603050405020304" pitchFamily="18" charset="0"/>
                  <a:ea typeface="宋体" panose="02010600030101010101" pitchFamily="2" charset="-122"/>
                </a:rPr>
                <a:t>11</a:t>
              </a:r>
              <a:endParaRPr lang="en-US" altLang="zh-CN" sz="2400">
                <a:latin typeface="Times New Roman" panose="02020603050405020304" pitchFamily="18" charset="0"/>
                <a:ea typeface="宋体" panose="02010600030101010101" pitchFamily="2" charset="-122"/>
              </a:endParaRPr>
            </a:p>
          </p:txBody>
        </p:sp>
        <p:sp>
          <p:nvSpPr>
            <p:cNvPr id="46111" name="Freeform 34"/>
            <p:cNvSpPr/>
            <p:nvPr/>
          </p:nvSpPr>
          <p:spPr>
            <a:xfrm>
              <a:off x="907" y="1573"/>
              <a:ext cx="522" cy="347"/>
            </a:xfrm>
            <a:custGeom>
              <a:avLst/>
              <a:gdLst/>
              <a:ahLst/>
              <a:cxnLst>
                <a:cxn ang="0">
                  <a:pos x="431" y="347"/>
                </a:cxn>
                <a:cxn ang="0">
                  <a:pos x="522" y="166"/>
                </a:cxn>
                <a:cxn ang="0">
                  <a:pos x="431" y="30"/>
                </a:cxn>
                <a:cxn ang="0">
                  <a:pos x="159" y="30"/>
                </a:cxn>
                <a:cxn ang="0">
                  <a:pos x="23" y="211"/>
                </a:cxn>
                <a:cxn ang="0">
                  <a:pos x="23" y="347"/>
                </a:cxn>
              </a:cxnLst>
              <a:pathLst>
                <a:path w="522" h="347">
                  <a:moveTo>
                    <a:pt x="431" y="347"/>
                  </a:moveTo>
                  <a:cubicBezTo>
                    <a:pt x="476" y="283"/>
                    <a:pt x="522" y="219"/>
                    <a:pt x="522" y="166"/>
                  </a:cubicBezTo>
                  <a:cubicBezTo>
                    <a:pt x="522" y="113"/>
                    <a:pt x="491" y="53"/>
                    <a:pt x="431" y="30"/>
                  </a:cubicBezTo>
                  <a:cubicBezTo>
                    <a:pt x="371" y="7"/>
                    <a:pt x="227" y="0"/>
                    <a:pt x="159" y="30"/>
                  </a:cubicBezTo>
                  <a:cubicBezTo>
                    <a:pt x="91" y="60"/>
                    <a:pt x="46" y="158"/>
                    <a:pt x="23" y="211"/>
                  </a:cubicBezTo>
                  <a:cubicBezTo>
                    <a:pt x="0" y="264"/>
                    <a:pt x="11" y="305"/>
                    <a:pt x="23" y="347"/>
                  </a:cubicBezTo>
                </a:path>
              </a:pathLst>
            </a:custGeom>
            <a:noFill/>
            <a:ln w="28575" cap="flat" cmpd="sng">
              <a:solidFill>
                <a:schemeClr val="tx1"/>
              </a:solidFill>
              <a:prstDash val="solid"/>
              <a:round/>
              <a:headEnd type="none" w="med" len="med"/>
              <a:tailEnd type="triangle" w="lg" len="lg"/>
            </a:ln>
          </p:spPr>
          <p:txBody>
            <a:bodyPr/>
            <a:p>
              <a:endParaRPr lang="zh-CN" altLang="en-US"/>
            </a:p>
          </p:txBody>
        </p:sp>
        <p:sp>
          <p:nvSpPr>
            <p:cNvPr id="46112" name="Text Box 35"/>
            <p:cNvSpPr txBox="1"/>
            <p:nvPr/>
          </p:nvSpPr>
          <p:spPr>
            <a:xfrm>
              <a:off x="1008" y="1509"/>
              <a:ext cx="404"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000</a:t>
              </a:r>
              <a:endParaRPr lang="en-US" altLang="zh-CN" sz="2400">
                <a:latin typeface="Times New Roman" panose="02020603050405020304" pitchFamily="18" charset="0"/>
                <a:ea typeface="宋体" panose="02010600030101010101" pitchFamily="2" charset="-122"/>
              </a:endParaRPr>
            </a:p>
          </p:txBody>
        </p:sp>
        <p:sp>
          <p:nvSpPr>
            <p:cNvPr id="46113" name="Line 36"/>
            <p:cNvSpPr/>
            <p:nvPr/>
          </p:nvSpPr>
          <p:spPr>
            <a:xfrm flipH="1">
              <a:off x="521" y="2283"/>
              <a:ext cx="454" cy="499"/>
            </a:xfrm>
            <a:prstGeom prst="line">
              <a:avLst/>
            </a:prstGeom>
            <a:ln w="28575" cap="flat" cmpd="sng">
              <a:solidFill>
                <a:schemeClr val="tx1"/>
              </a:solidFill>
              <a:prstDash val="solid"/>
              <a:round/>
              <a:headEnd type="none" w="med" len="med"/>
              <a:tailEnd type="triangle" w="lg" len="lg"/>
            </a:ln>
          </p:spPr>
        </p:sp>
        <p:sp>
          <p:nvSpPr>
            <p:cNvPr id="46114" name="Text Box 37"/>
            <p:cNvSpPr txBox="1"/>
            <p:nvPr/>
          </p:nvSpPr>
          <p:spPr>
            <a:xfrm>
              <a:off x="480" y="2222"/>
              <a:ext cx="404"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001</a:t>
              </a:r>
              <a:endParaRPr lang="en-US" altLang="zh-CN" sz="2400">
                <a:latin typeface="Times New Roman" panose="02020603050405020304" pitchFamily="18" charset="0"/>
                <a:ea typeface="宋体" panose="02010600030101010101" pitchFamily="2" charset="-122"/>
              </a:endParaRPr>
            </a:p>
          </p:txBody>
        </p:sp>
        <p:sp>
          <p:nvSpPr>
            <p:cNvPr id="46115" name="Line 38"/>
            <p:cNvSpPr/>
            <p:nvPr/>
          </p:nvSpPr>
          <p:spPr>
            <a:xfrm>
              <a:off x="521" y="3145"/>
              <a:ext cx="454" cy="454"/>
            </a:xfrm>
            <a:prstGeom prst="line">
              <a:avLst/>
            </a:prstGeom>
            <a:ln w="28575" cap="flat" cmpd="sng">
              <a:solidFill>
                <a:schemeClr val="tx1"/>
              </a:solidFill>
              <a:prstDash val="solid"/>
              <a:round/>
              <a:headEnd type="none" w="med" len="med"/>
              <a:tailEnd type="triangle" w="lg" len="lg"/>
            </a:ln>
          </p:spPr>
        </p:sp>
        <p:sp>
          <p:nvSpPr>
            <p:cNvPr id="46116" name="Text Box 39"/>
            <p:cNvSpPr txBox="1"/>
            <p:nvPr/>
          </p:nvSpPr>
          <p:spPr>
            <a:xfrm>
              <a:off x="431" y="3265"/>
              <a:ext cx="404"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011</a:t>
              </a:r>
              <a:endParaRPr lang="en-US" altLang="zh-CN" sz="2400">
                <a:latin typeface="Times New Roman" panose="02020603050405020304" pitchFamily="18" charset="0"/>
                <a:ea typeface="宋体" panose="02010600030101010101" pitchFamily="2" charset="-122"/>
              </a:endParaRPr>
            </a:p>
          </p:txBody>
        </p:sp>
        <p:sp>
          <p:nvSpPr>
            <p:cNvPr id="46117" name="Line 40"/>
            <p:cNvSpPr/>
            <p:nvPr/>
          </p:nvSpPr>
          <p:spPr>
            <a:xfrm>
              <a:off x="612" y="2918"/>
              <a:ext cx="1134" cy="0"/>
            </a:xfrm>
            <a:prstGeom prst="line">
              <a:avLst/>
            </a:prstGeom>
            <a:ln w="28575" cap="flat" cmpd="sng">
              <a:solidFill>
                <a:schemeClr val="tx1"/>
              </a:solidFill>
              <a:prstDash val="solid"/>
              <a:round/>
              <a:headEnd type="none" w="med" len="med"/>
              <a:tailEnd type="triangle" w="lg" len="lg"/>
            </a:ln>
          </p:spPr>
        </p:sp>
        <p:sp>
          <p:nvSpPr>
            <p:cNvPr id="46118" name="Text Box 41"/>
            <p:cNvSpPr txBox="1"/>
            <p:nvPr/>
          </p:nvSpPr>
          <p:spPr>
            <a:xfrm>
              <a:off x="930" y="2630"/>
              <a:ext cx="404"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010</a:t>
              </a:r>
              <a:endParaRPr lang="en-US" altLang="zh-CN" sz="2400">
                <a:latin typeface="Times New Roman" panose="02020603050405020304" pitchFamily="18" charset="0"/>
                <a:ea typeface="宋体" panose="02010600030101010101" pitchFamily="2" charset="-122"/>
              </a:endParaRPr>
            </a:p>
          </p:txBody>
        </p:sp>
        <p:sp>
          <p:nvSpPr>
            <p:cNvPr id="46119" name="Line 42"/>
            <p:cNvSpPr/>
            <p:nvPr/>
          </p:nvSpPr>
          <p:spPr>
            <a:xfrm flipV="1">
              <a:off x="1383" y="3145"/>
              <a:ext cx="499" cy="499"/>
            </a:xfrm>
            <a:prstGeom prst="line">
              <a:avLst/>
            </a:prstGeom>
            <a:ln w="28575" cap="flat" cmpd="sng">
              <a:solidFill>
                <a:schemeClr val="tx1"/>
              </a:solidFill>
              <a:prstDash val="solid"/>
              <a:round/>
              <a:headEnd type="none" w="med" len="med"/>
              <a:tailEnd type="triangle" w="lg" len="lg"/>
            </a:ln>
          </p:spPr>
        </p:sp>
        <p:sp>
          <p:nvSpPr>
            <p:cNvPr id="46120" name="Text Box 43"/>
            <p:cNvSpPr txBox="1"/>
            <p:nvPr/>
          </p:nvSpPr>
          <p:spPr>
            <a:xfrm>
              <a:off x="1474" y="3356"/>
              <a:ext cx="404"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110</a:t>
              </a:r>
              <a:endParaRPr lang="en-US" altLang="zh-CN" sz="2400">
                <a:latin typeface="Times New Roman" panose="02020603050405020304" pitchFamily="18" charset="0"/>
                <a:ea typeface="宋体" panose="02010600030101010101" pitchFamily="2" charset="-122"/>
              </a:endParaRPr>
            </a:p>
          </p:txBody>
        </p:sp>
        <p:sp>
          <p:nvSpPr>
            <p:cNvPr id="46121" name="Freeform 44"/>
            <p:cNvSpPr/>
            <p:nvPr/>
          </p:nvSpPr>
          <p:spPr>
            <a:xfrm flipV="1">
              <a:off x="912" y="3888"/>
              <a:ext cx="522" cy="347"/>
            </a:xfrm>
            <a:custGeom>
              <a:avLst/>
              <a:gdLst/>
              <a:ahLst/>
              <a:cxnLst>
                <a:cxn ang="0">
                  <a:pos x="431" y="347"/>
                </a:cxn>
                <a:cxn ang="0">
                  <a:pos x="522" y="166"/>
                </a:cxn>
                <a:cxn ang="0">
                  <a:pos x="431" y="30"/>
                </a:cxn>
                <a:cxn ang="0">
                  <a:pos x="159" y="30"/>
                </a:cxn>
                <a:cxn ang="0">
                  <a:pos x="23" y="211"/>
                </a:cxn>
                <a:cxn ang="0">
                  <a:pos x="23" y="347"/>
                </a:cxn>
              </a:cxnLst>
              <a:pathLst>
                <a:path w="522" h="347">
                  <a:moveTo>
                    <a:pt x="431" y="347"/>
                  </a:moveTo>
                  <a:cubicBezTo>
                    <a:pt x="476" y="283"/>
                    <a:pt x="522" y="219"/>
                    <a:pt x="522" y="166"/>
                  </a:cubicBezTo>
                  <a:cubicBezTo>
                    <a:pt x="522" y="113"/>
                    <a:pt x="491" y="53"/>
                    <a:pt x="431" y="30"/>
                  </a:cubicBezTo>
                  <a:cubicBezTo>
                    <a:pt x="371" y="7"/>
                    <a:pt x="227" y="0"/>
                    <a:pt x="159" y="30"/>
                  </a:cubicBezTo>
                  <a:cubicBezTo>
                    <a:pt x="91" y="60"/>
                    <a:pt x="46" y="158"/>
                    <a:pt x="23" y="211"/>
                  </a:cubicBezTo>
                  <a:cubicBezTo>
                    <a:pt x="0" y="264"/>
                    <a:pt x="11" y="305"/>
                    <a:pt x="23" y="347"/>
                  </a:cubicBezTo>
                </a:path>
              </a:pathLst>
            </a:custGeom>
            <a:noFill/>
            <a:ln w="28575" cap="flat" cmpd="sng">
              <a:solidFill>
                <a:schemeClr val="tx1"/>
              </a:solidFill>
              <a:prstDash val="solid"/>
              <a:round/>
              <a:headEnd type="none" w="med" len="med"/>
              <a:tailEnd type="triangle" w="lg" len="lg"/>
            </a:ln>
          </p:spPr>
          <p:txBody>
            <a:bodyPr/>
            <a:p>
              <a:endParaRPr lang="zh-CN" altLang="en-US"/>
            </a:p>
          </p:txBody>
        </p:sp>
        <p:sp>
          <p:nvSpPr>
            <p:cNvPr id="46122" name="Text Box 45"/>
            <p:cNvSpPr txBox="1"/>
            <p:nvPr/>
          </p:nvSpPr>
          <p:spPr>
            <a:xfrm>
              <a:off x="1383" y="3884"/>
              <a:ext cx="404"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111</a:t>
              </a:r>
              <a:endParaRPr lang="en-US" altLang="zh-CN" sz="2400">
                <a:latin typeface="Times New Roman" panose="02020603050405020304" pitchFamily="18" charset="0"/>
                <a:ea typeface="宋体" panose="02010600030101010101" pitchFamily="2" charset="-122"/>
              </a:endParaRPr>
            </a:p>
          </p:txBody>
        </p:sp>
        <p:sp>
          <p:nvSpPr>
            <p:cNvPr id="46123" name="Line 46"/>
            <p:cNvSpPr/>
            <p:nvPr/>
          </p:nvSpPr>
          <p:spPr>
            <a:xfrm flipH="1" flipV="1">
              <a:off x="1338" y="2205"/>
              <a:ext cx="635" cy="499"/>
            </a:xfrm>
            <a:prstGeom prst="line">
              <a:avLst/>
            </a:prstGeom>
            <a:ln w="28575" cap="flat" cmpd="sng">
              <a:solidFill>
                <a:schemeClr val="tx1"/>
              </a:solidFill>
              <a:prstDash val="solid"/>
              <a:round/>
              <a:headEnd type="none" w="med" len="med"/>
              <a:tailEnd type="triangle" w="lg" len="lg"/>
            </a:ln>
          </p:spPr>
        </p:sp>
        <p:sp>
          <p:nvSpPr>
            <p:cNvPr id="46124" name="Text Box 47"/>
            <p:cNvSpPr txBox="1"/>
            <p:nvPr/>
          </p:nvSpPr>
          <p:spPr>
            <a:xfrm>
              <a:off x="1610" y="2251"/>
              <a:ext cx="404"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100</a:t>
              </a:r>
              <a:endParaRPr lang="en-US" altLang="zh-CN" sz="2400">
                <a:latin typeface="Times New Roman" panose="02020603050405020304" pitchFamily="18" charset="0"/>
                <a:ea typeface="宋体" panose="02010600030101010101" pitchFamily="2" charset="-122"/>
              </a:endParaRPr>
            </a:p>
          </p:txBody>
        </p:sp>
        <p:sp>
          <p:nvSpPr>
            <p:cNvPr id="46125" name="Line 49"/>
            <p:cNvSpPr/>
            <p:nvPr/>
          </p:nvSpPr>
          <p:spPr>
            <a:xfrm flipH="1">
              <a:off x="567" y="3067"/>
              <a:ext cx="1224" cy="0"/>
            </a:xfrm>
            <a:prstGeom prst="line">
              <a:avLst/>
            </a:prstGeom>
            <a:ln w="28575" cap="flat" cmpd="sng">
              <a:solidFill>
                <a:schemeClr val="tx1"/>
              </a:solidFill>
              <a:prstDash val="solid"/>
              <a:round/>
              <a:headEnd type="none" w="med" len="med"/>
              <a:tailEnd type="triangle" w="lg" len="lg"/>
            </a:ln>
          </p:spPr>
        </p:sp>
        <p:sp>
          <p:nvSpPr>
            <p:cNvPr id="46126" name="Text Box 50"/>
            <p:cNvSpPr txBox="1"/>
            <p:nvPr/>
          </p:nvSpPr>
          <p:spPr>
            <a:xfrm>
              <a:off x="1020" y="2976"/>
              <a:ext cx="404"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101</a:t>
              </a:r>
              <a:endParaRPr lang="en-US" altLang="zh-CN" sz="2400">
                <a:latin typeface="Times New Roman" panose="02020603050405020304" pitchFamily="18" charset="0"/>
                <a:ea typeface="宋体" panose="02010600030101010101" pitchFamily="2" charset="-122"/>
              </a:endParaRPr>
            </a:p>
          </p:txBody>
        </p:sp>
      </p:grpSp>
      <p:sp>
        <p:nvSpPr>
          <p:cNvPr id="46127" name="矩形 1"/>
          <p:cNvSpPr/>
          <p:nvPr/>
        </p:nvSpPr>
        <p:spPr>
          <a:xfrm>
            <a:off x="3563938" y="5492750"/>
            <a:ext cx="5256212" cy="1200150"/>
          </a:xfrm>
          <a:prstGeom prst="rect">
            <a:avLst/>
          </a:prstGeom>
          <a:noFill/>
          <a:ln w="9525">
            <a:noFill/>
          </a:ln>
        </p:spPr>
        <p:txBody>
          <a:bodyPr anchor="t" anchorCtr="0">
            <a:spAutoFit/>
          </a:bodyPr>
          <a:p>
            <a:pPr>
              <a:buSzTx/>
            </a:pPr>
            <a:r>
              <a:rPr lang="zh-CN" altLang="en-US" sz="2400">
                <a:latin typeface="Arial" panose="020B0604020202020204" pitchFamily="34" charset="0"/>
                <a:ea typeface="宋体" panose="02010600030101010101" pitchFamily="2" charset="-122"/>
              </a:rPr>
              <a:t>欧拉回路：</a:t>
            </a:r>
            <a:r>
              <a:rPr lang="en-US" altLang="zh-CN" sz="2400">
                <a:latin typeface="Arial" panose="020B0604020202020204" pitchFamily="34" charset="0"/>
                <a:ea typeface="宋体" panose="02010600030101010101" pitchFamily="2" charset="-122"/>
              </a:rPr>
              <a:t>000 001 010 101 011 111 110 100</a:t>
            </a:r>
            <a:r>
              <a:rPr lang="zh-CN" altLang="en-US"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a:p>
            <a:pPr>
              <a:buSzTx/>
            </a:pPr>
            <a:r>
              <a:rPr lang="zh-CN" altLang="en-US" sz="2400">
                <a:latin typeface="Arial" panose="020B0604020202020204" pitchFamily="34" charset="0"/>
                <a:ea typeface="宋体" panose="02010600030101010101" pitchFamily="2" charset="-122"/>
              </a:rPr>
              <a:t>在圆盘上的排列为</a:t>
            </a:r>
            <a:r>
              <a:rPr lang="en-US" altLang="zh-CN" sz="2400">
                <a:latin typeface="Arial" panose="020B0604020202020204" pitchFamily="34" charset="0"/>
                <a:ea typeface="宋体" panose="02010600030101010101" pitchFamily="2" charset="-122"/>
              </a:rPr>
              <a:t>01011100</a:t>
            </a:r>
            <a:endParaRPr lang="zh-CN" altLang="en-US" sz="2400">
              <a:latin typeface="Tahoma" panose="020B0604030504040204" pitchFamily="34" charset="0"/>
              <a:ea typeface="宋体" panose="02010600030101010101" pitchFamily="2" charset="-122"/>
            </a:endParaRPr>
          </a:p>
        </p:txBody>
      </p:sp>
      <p:sp>
        <p:nvSpPr>
          <p:cNvPr id="46128" name="Text Box 16"/>
          <p:cNvSpPr txBox="1"/>
          <p:nvPr/>
        </p:nvSpPr>
        <p:spPr>
          <a:xfrm>
            <a:off x="5910263" y="4945380"/>
            <a:ext cx="336550" cy="457200"/>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46129" name="Text Box 19"/>
          <p:cNvSpPr txBox="1"/>
          <p:nvPr/>
        </p:nvSpPr>
        <p:spPr>
          <a:xfrm>
            <a:off x="4715828" y="3721100"/>
            <a:ext cx="336550" cy="457200"/>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46130" name="Text Box 20"/>
          <p:cNvSpPr txBox="1"/>
          <p:nvPr/>
        </p:nvSpPr>
        <p:spPr>
          <a:xfrm>
            <a:off x="5220335" y="4945380"/>
            <a:ext cx="336550" cy="457200"/>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a:t>应用</a:t>
            </a:r>
            <a:r>
              <a:rPr lang="en-US" altLang="zh-CN"/>
              <a:t>(</a:t>
            </a:r>
            <a:r>
              <a:rPr lang="zh-CN" altLang="en-US"/>
              <a:t>轮盘设计</a:t>
            </a:r>
            <a:r>
              <a:rPr lang="en-US" altLang="zh-CN"/>
              <a:t>)</a:t>
            </a:r>
            <a:endParaRPr lang="zh-CN" altLang="en-US"/>
          </a:p>
        </p:txBody>
      </p:sp>
      <p:sp>
        <p:nvSpPr>
          <p:cNvPr id="48130" name="Rectangle 3"/>
          <p:cNvSpPr>
            <a:spLocks noGrp="1"/>
          </p:cNvSpPr>
          <p:nvPr>
            <p:ph idx="1"/>
          </p:nvPr>
        </p:nvSpPr>
        <p:spPr>
          <a:xfrm>
            <a:off x="323850" y="1412875"/>
            <a:ext cx="3671888" cy="5256213"/>
          </a:xfrm>
        </p:spPr>
        <p:txBody>
          <a:bodyPr vert="horz" wrap="square" lIns="91440" tIns="45720" rIns="91440" bIns="45720" anchor="t" anchorCtr="0"/>
          <a:p>
            <a:r>
              <a:rPr lang="zh-CN" altLang="en-US"/>
              <a:t>输出</a:t>
            </a:r>
            <a:r>
              <a:rPr lang="en-US" altLang="zh-CN"/>
              <a:t>4</a:t>
            </a:r>
            <a:r>
              <a:rPr lang="zh-CN" altLang="en-US"/>
              <a:t>位二进制数</a:t>
            </a:r>
            <a:r>
              <a:rPr lang="en-US" altLang="zh-CN"/>
              <a:t>.</a:t>
            </a:r>
            <a:endParaRPr lang="en-US" altLang="zh-CN"/>
          </a:p>
          <a:p>
            <a:r>
              <a:rPr lang="en-US" altLang="zh-CN"/>
              <a:t>D=&lt;V,E&gt;, S={0,1}</a:t>
            </a:r>
            <a:endParaRPr lang="en-US" altLang="zh-CN"/>
          </a:p>
          <a:p>
            <a:r>
              <a:rPr lang="en-US" altLang="zh-CN"/>
              <a:t>V={000,001,010,011,100,101,110,111},</a:t>
            </a:r>
            <a:endParaRPr lang="en-US" altLang="zh-CN"/>
          </a:p>
          <a:p>
            <a:pPr>
              <a:buNone/>
            </a:pPr>
            <a:r>
              <a:rPr lang="en-US" altLang="zh-CN"/>
              <a:t>   E={</a:t>
            </a:r>
            <a:r>
              <a:rPr lang="en-US" altLang="zh-CN" i="1"/>
              <a:t>a</a:t>
            </a:r>
            <a:r>
              <a:rPr lang="en-US" altLang="zh-CN" i="1">
                <a:solidFill>
                  <a:schemeClr val="hlink"/>
                </a:solidFill>
              </a:rPr>
              <a:t>bc</a:t>
            </a:r>
            <a:r>
              <a:rPr lang="en-US" altLang="zh-CN" i="1"/>
              <a:t>d</a:t>
            </a:r>
            <a:r>
              <a:rPr lang="en-US" altLang="zh-CN"/>
              <a:t>=&lt;</a:t>
            </a:r>
            <a:r>
              <a:rPr lang="en-US" altLang="zh-CN" i="1"/>
              <a:t>a</a:t>
            </a:r>
            <a:r>
              <a:rPr lang="en-US" altLang="zh-CN" i="1">
                <a:solidFill>
                  <a:schemeClr val="hlink"/>
                </a:solidFill>
              </a:rPr>
              <a:t>bc</a:t>
            </a:r>
            <a:r>
              <a:rPr lang="en-US" altLang="zh-CN"/>
              <a:t>,</a:t>
            </a:r>
            <a:r>
              <a:rPr lang="en-US" altLang="zh-CN" i="1">
                <a:solidFill>
                  <a:schemeClr val="hlink"/>
                </a:solidFill>
              </a:rPr>
              <a:t>bc</a:t>
            </a:r>
            <a:r>
              <a:rPr lang="en-US" altLang="zh-CN" i="1"/>
              <a:t>d</a:t>
            </a:r>
            <a:r>
              <a:rPr lang="en-US" altLang="zh-CN"/>
              <a:t>&gt; | </a:t>
            </a:r>
            <a:r>
              <a:rPr lang="en-US" altLang="zh-CN" i="1"/>
              <a:t>a</a:t>
            </a:r>
            <a:r>
              <a:rPr lang="en-US" altLang="zh-CN"/>
              <a:t>,</a:t>
            </a:r>
            <a:r>
              <a:rPr lang="en-US" altLang="zh-CN" i="1"/>
              <a:t>b</a:t>
            </a:r>
            <a:r>
              <a:rPr lang="en-US" altLang="zh-CN"/>
              <a:t>,</a:t>
            </a:r>
            <a:r>
              <a:rPr lang="en-US" altLang="zh-CN" i="1"/>
              <a:t>c,d</a:t>
            </a:r>
            <a:r>
              <a:rPr lang="en-US" altLang="zh-CN"/>
              <a:t>∈{0,1} }</a:t>
            </a:r>
            <a:endParaRPr lang="zh-CN" altLang="en-US"/>
          </a:p>
        </p:txBody>
      </p:sp>
      <p:pic>
        <p:nvPicPr>
          <p:cNvPr id="48131" name="Picture 4" descr="图7-4"/>
          <p:cNvPicPr>
            <a:picLocks noChangeAspect="1"/>
          </p:cNvPicPr>
          <p:nvPr/>
        </p:nvPicPr>
        <p:blipFill>
          <a:blip r:embed="rId1">
            <a:clrChange>
              <a:clrFrom>
                <a:srgbClr val="FFFFFF"/>
              </a:clrFrom>
              <a:clrTo>
                <a:srgbClr val="FFFFFF">
                  <a:alpha val="0"/>
                </a:srgbClr>
              </a:clrTo>
            </a:clrChange>
          </a:blip>
          <a:stretch>
            <a:fillRect/>
          </a:stretch>
        </p:blipFill>
        <p:spPr>
          <a:xfrm>
            <a:off x="3924300" y="87313"/>
            <a:ext cx="5086350" cy="6581775"/>
          </a:xfrm>
          <a:prstGeom prst="rect">
            <a:avLst/>
          </a:prstGeom>
          <a:noFill/>
          <a:ln w="9525">
            <a:noFill/>
          </a:ln>
        </p:spPr>
      </p:pic>
      <p:sp>
        <p:nvSpPr>
          <p:cNvPr id="100357" name="Text Box 5"/>
          <p:cNvSpPr txBox="1"/>
          <p:nvPr/>
        </p:nvSpPr>
        <p:spPr>
          <a:xfrm>
            <a:off x="468313" y="4724400"/>
            <a:ext cx="3887787" cy="1458913"/>
          </a:xfrm>
          <a:prstGeom prst="rect">
            <a:avLst/>
          </a:prstGeom>
          <a:noFill/>
          <a:ln w="9525">
            <a:noFill/>
          </a:ln>
        </p:spPr>
        <p:txBody>
          <a:bodyPr anchor="t" anchorCtr="0">
            <a:spAutoFit/>
          </a:bodyPr>
          <a:p>
            <a:pPr>
              <a:spcBef>
                <a:spcPct val="20000"/>
              </a:spcBef>
              <a:buSzTx/>
            </a:pPr>
            <a:r>
              <a:rPr lang="zh-CN" altLang="en-US" sz="2800">
                <a:latin typeface="Times New Roman" panose="02020603050405020304" pitchFamily="18" charset="0"/>
                <a:ea typeface="黑体" panose="02010609060101010101" pitchFamily="49" charset="-122"/>
              </a:rPr>
              <a:t>所以欧拉图对应的二进制序列为</a:t>
            </a:r>
            <a:endParaRPr lang="zh-CN" altLang="en-US" sz="2800">
              <a:latin typeface="Times New Roman" panose="02020603050405020304" pitchFamily="18" charset="0"/>
              <a:ea typeface="黑体" panose="02010609060101010101" pitchFamily="49" charset="-122"/>
            </a:endParaRPr>
          </a:p>
          <a:p>
            <a:pPr>
              <a:spcBef>
                <a:spcPct val="20000"/>
              </a:spcBef>
              <a:buSzTx/>
            </a:pPr>
            <a:r>
              <a:rPr lang="en-US" altLang="zh-CN" sz="2800">
                <a:latin typeface="Times New Roman" panose="02020603050405020304" pitchFamily="18" charset="0"/>
                <a:ea typeface="黑体" panose="02010609060101010101" pitchFamily="49" charset="-122"/>
              </a:rPr>
              <a:t>0000100110101111</a:t>
            </a:r>
            <a:endParaRPr lang="en-US" altLang="zh-CN" sz="2800">
              <a:latin typeface="Times New Roman" panose="02020603050405020304" pitchFamily="18" charset="0"/>
              <a:ea typeface="黑体" panose="02010609060101010101" pitchFamily="49" charset="-122"/>
            </a:endParaRPr>
          </a:p>
        </p:txBody>
      </p:sp>
      <p:sp>
        <p:nvSpPr>
          <p:cNvPr id="48133" name="文本框 1"/>
          <p:cNvSpPr txBox="1"/>
          <p:nvPr/>
        </p:nvSpPr>
        <p:spPr>
          <a:xfrm>
            <a:off x="1150938" y="985838"/>
            <a:ext cx="2141537" cy="582612"/>
          </a:xfrm>
          <a:prstGeom prst="rect">
            <a:avLst/>
          </a:prstGeom>
          <a:noFill/>
          <a:ln w="9525">
            <a:noFill/>
          </a:ln>
        </p:spPr>
        <p:txBody>
          <a:bodyPr wrap="none" anchor="t" anchorCtr="0">
            <a:spAutoFit/>
          </a:bodyPr>
          <a:p>
            <a:r>
              <a:rPr lang="en-US" altLang="zh-CN" sz="3200">
                <a:solidFill>
                  <a:srgbClr val="FF0000"/>
                </a:solidFill>
                <a:latin typeface="Tahoma" panose="020B0604030504040204" pitchFamily="34" charset="0"/>
                <a:ea typeface="宋体" panose="02010600030101010101" pitchFamily="2" charset="-122"/>
              </a:rPr>
              <a:t>m=2,n=4</a:t>
            </a:r>
            <a:endParaRPr lang="en-US" altLang="zh-CN" sz="3200">
              <a:solidFill>
                <a:srgbClr val="FF0000"/>
              </a:solidFill>
              <a:latin typeface="Tahoma" panose="020B0604030504040204" pitchFamily="34" charset="0"/>
              <a:ea typeface="宋体" panose="02010600030101010101" pitchFamily="2"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7">
                                            <p:txEl>
                                              <p:charRg st="0" end="15"/>
                                            </p:txEl>
                                          </p:spTgt>
                                        </p:tgtEl>
                                        <p:attrNameLst>
                                          <p:attrName>style.visibility</p:attrName>
                                        </p:attrNameLst>
                                      </p:cBhvr>
                                      <p:to>
                                        <p:strVal val="visible"/>
                                      </p:to>
                                    </p:set>
                                    <p:animEffect transition="in" filter="wipe(left)">
                                      <p:cBhvr>
                                        <p:cTn id="7" dur="500"/>
                                        <p:tgtEl>
                                          <p:spTgt spid="100357">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357">
                                            <p:txEl>
                                              <p:charRg st="15" end="32"/>
                                            </p:txEl>
                                          </p:spTgt>
                                        </p:tgtEl>
                                        <p:attrNameLst>
                                          <p:attrName>style.visibility</p:attrName>
                                        </p:attrNameLst>
                                      </p:cBhvr>
                                      <p:to>
                                        <p:strVal val="visible"/>
                                      </p:to>
                                    </p:set>
                                    <p:animEffect transition="in" filter="wipe(left)">
                                      <p:cBhvr>
                                        <p:cTn id="12" dur="500"/>
                                        <p:tgtEl>
                                          <p:spTgt spid="100357">
                                            <p:txEl>
                                              <p:charRg st="15"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文本框 3"/>
          <p:cNvSpPr txBox="1"/>
          <p:nvPr/>
        </p:nvSpPr>
        <p:spPr>
          <a:xfrm>
            <a:off x="574675" y="1593850"/>
            <a:ext cx="7297738" cy="1383665"/>
          </a:xfrm>
          <a:prstGeom prst="rect">
            <a:avLst/>
          </a:prstGeom>
          <a:noFill/>
          <a:ln w="9525">
            <a:noFill/>
          </a:ln>
        </p:spPr>
        <p:txBody>
          <a:bodyPr wrap="square" anchor="t" anchorCtr="0">
            <a:spAutoFit/>
          </a:bodyPr>
          <a:p>
            <a:r>
              <a:rPr lang="zh-CN" altLang="en-US" sz="2800">
                <a:solidFill>
                  <a:schemeClr val="tx1"/>
                </a:solidFill>
                <a:latin typeface="Tahoma" panose="020B0604030504040204" pitchFamily="34" charset="0"/>
                <a:ea typeface="宋体" panose="02010600030101010101" pitchFamily="2" charset="-122"/>
              </a:rPr>
              <a:t>如何将</a:t>
            </a:r>
            <a:r>
              <a:rPr lang="en-US" altLang="zh-CN" sz="2800">
                <a:solidFill>
                  <a:schemeClr val="tx1"/>
                </a:solidFill>
                <a:latin typeface="Tahoma" panose="020B0604030504040204" pitchFamily="34" charset="0"/>
                <a:ea typeface="宋体" panose="02010600030101010101" pitchFamily="2" charset="-122"/>
              </a:rPr>
              <a:t>4</a:t>
            </a:r>
            <a:r>
              <a:rPr lang="zh-CN" altLang="en-US" sz="2800">
                <a:solidFill>
                  <a:schemeClr val="tx1"/>
                </a:solidFill>
                <a:latin typeface="Tahoma" panose="020B0604030504040204" pitchFamily="34" charset="0"/>
                <a:ea typeface="宋体" panose="02010600030101010101" pitchFamily="2" charset="-122"/>
              </a:rPr>
              <a:t>个</a:t>
            </a:r>
            <a:r>
              <a:rPr lang="en-US" altLang="zh-CN" sz="2800">
                <a:solidFill>
                  <a:schemeClr val="tx1"/>
                </a:solidFill>
                <a:latin typeface="Tahoma" panose="020B0604030504040204" pitchFamily="34" charset="0"/>
                <a:ea typeface="宋体" panose="02010600030101010101" pitchFamily="2" charset="-122"/>
              </a:rPr>
              <a:t>a</a:t>
            </a:r>
            <a:r>
              <a:rPr lang="zh-CN" altLang="en-US" sz="2800">
                <a:solidFill>
                  <a:schemeClr val="tx1"/>
                </a:solidFill>
                <a:latin typeface="Tahoma" panose="020B0604030504040204" pitchFamily="34" charset="0"/>
                <a:ea typeface="宋体" panose="02010600030101010101" pitchFamily="2" charset="-122"/>
              </a:rPr>
              <a:t>，</a:t>
            </a:r>
            <a:r>
              <a:rPr lang="en-US" altLang="zh-CN" sz="2800">
                <a:solidFill>
                  <a:schemeClr val="tx1"/>
                </a:solidFill>
                <a:latin typeface="Tahoma" panose="020B0604030504040204" pitchFamily="34" charset="0"/>
                <a:ea typeface="宋体" panose="02010600030101010101" pitchFamily="2" charset="-122"/>
              </a:rPr>
              <a:t>4</a:t>
            </a:r>
            <a:r>
              <a:rPr lang="zh-CN" altLang="en-US" sz="2800">
                <a:solidFill>
                  <a:schemeClr val="tx1"/>
                </a:solidFill>
                <a:latin typeface="Tahoma" panose="020B0604030504040204" pitchFamily="34" charset="0"/>
                <a:ea typeface="宋体" panose="02010600030101010101" pitchFamily="2" charset="-122"/>
              </a:rPr>
              <a:t>个</a:t>
            </a:r>
            <a:r>
              <a:rPr lang="en-US" altLang="zh-CN" sz="2800">
                <a:solidFill>
                  <a:schemeClr val="tx1"/>
                </a:solidFill>
                <a:latin typeface="Tahoma" panose="020B0604030504040204" pitchFamily="34" charset="0"/>
                <a:ea typeface="宋体" panose="02010600030101010101" pitchFamily="2" charset="-122"/>
              </a:rPr>
              <a:t>b</a:t>
            </a:r>
            <a:r>
              <a:rPr lang="zh-CN" altLang="en-US" sz="2800">
                <a:solidFill>
                  <a:schemeClr val="tx1"/>
                </a:solidFill>
                <a:latin typeface="Tahoma" panose="020B0604030504040204" pitchFamily="34" charset="0"/>
                <a:ea typeface="宋体" panose="02010600030101010101" pitchFamily="2" charset="-122"/>
              </a:rPr>
              <a:t>排成圆形，使得由</a:t>
            </a:r>
            <a:r>
              <a:rPr lang="en-US" altLang="zh-CN" sz="2800">
                <a:solidFill>
                  <a:schemeClr val="tx1"/>
                </a:solidFill>
                <a:latin typeface="Tahoma" panose="020B0604030504040204" pitchFamily="34" charset="0"/>
                <a:ea typeface="宋体" panose="02010600030101010101" pitchFamily="2" charset="-122"/>
              </a:rPr>
              <a:t>a</a:t>
            </a:r>
            <a:r>
              <a:rPr lang="zh-CN" altLang="en-US" sz="2800">
                <a:solidFill>
                  <a:schemeClr val="tx1"/>
                </a:solidFill>
                <a:latin typeface="Tahoma" panose="020B0604030504040204" pitchFamily="34" charset="0"/>
                <a:ea typeface="宋体" panose="02010600030101010101" pitchFamily="2" charset="-122"/>
              </a:rPr>
              <a:t>，</a:t>
            </a:r>
            <a:r>
              <a:rPr lang="en-US" altLang="zh-CN" sz="2800">
                <a:solidFill>
                  <a:schemeClr val="tx1"/>
                </a:solidFill>
                <a:latin typeface="Tahoma" panose="020B0604030504040204" pitchFamily="34" charset="0"/>
                <a:ea typeface="宋体" panose="02010600030101010101" pitchFamily="2" charset="-122"/>
              </a:rPr>
              <a:t>b</a:t>
            </a:r>
            <a:r>
              <a:rPr lang="zh-CN" altLang="en-US" sz="2800">
                <a:solidFill>
                  <a:schemeClr val="tx1"/>
                </a:solidFill>
                <a:latin typeface="Tahoma" panose="020B0604030504040204" pitchFamily="34" charset="0"/>
                <a:ea typeface="宋体" panose="02010600030101010101" pitchFamily="2" charset="-122"/>
              </a:rPr>
              <a:t>产生的</a:t>
            </a:r>
            <a:r>
              <a:rPr lang="en-US" altLang="zh-CN" sz="2800">
                <a:solidFill>
                  <a:schemeClr val="tx1"/>
                </a:solidFill>
                <a:latin typeface="Tahoma" panose="020B0604030504040204" pitchFamily="34" charset="0"/>
                <a:ea typeface="宋体" panose="02010600030101010101" pitchFamily="2" charset="-122"/>
              </a:rPr>
              <a:t>8</a:t>
            </a:r>
            <a:r>
              <a:rPr lang="zh-CN" altLang="en-US" sz="2800">
                <a:solidFill>
                  <a:schemeClr val="tx1"/>
                </a:solidFill>
                <a:latin typeface="Tahoma" panose="020B0604030504040204" pitchFamily="34" charset="0"/>
                <a:ea typeface="宋体" panose="02010600030101010101" pitchFamily="2" charset="-122"/>
              </a:rPr>
              <a:t>个长度为</a:t>
            </a:r>
            <a:r>
              <a:rPr lang="en-US" altLang="zh-CN" sz="2800">
                <a:solidFill>
                  <a:schemeClr val="tx1"/>
                </a:solidFill>
                <a:latin typeface="Tahoma" panose="020B0604030504040204" pitchFamily="34" charset="0"/>
                <a:ea typeface="宋体" panose="02010600030101010101" pitchFamily="2" charset="-122"/>
              </a:rPr>
              <a:t>3</a:t>
            </a:r>
            <a:r>
              <a:rPr lang="zh-CN" altLang="en-US" sz="2800">
                <a:solidFill>
                  <a:schemeClr val="tx1"/>
                </a:solidFill>
                <a:latin typeface="Tahoma" panose="020B0604030504040204" pitchFamily="34" charset="0"/>
                <a:ea typeface="宋体" panose="02010600030101010101" pitchFamily="2" charset="-122"/>
              </a:rPr>
              <a:t>的符号串在其中均出现且仅出现一次？</a:t>
            </a:r>
            <a:endParaRPr lang="zh-CN" altLang="en-US" sz="2800">
              <a:solidFill>
                <a:srgbClr val="FF0000"/>
              </a:solidFill>
              <a:latin typeface="Tahoma" panose="020B0604030504040204" pitchFamily="34" charset="0"/>
              <a:ea typeface="宋体" panose="02010600030101010101" pitchFamily="2" charset="-122"/>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
        <p:nvSpPr>
          <p:cNvPr id="2" name="Rectangle 2"/>
          <p:cNvSpPr>
            <a:spLocks noGrp="1"/>
          </p:cNvSpPr>
          <p:nvPr>
            <p:custDataLst>
              <p:tags r:id="rId1"/>
            </p:custDataLst>
          </p:nvPr>
        </p:nvSpPr>
        <p:spPr>
          <a:xfrm>
            <a:off x="1150938" y="69850"/>
            <a:ext cx="7793037" cy="982663"/>
          </a:xfrm>
          <a:prstGeom prst="rect">
            <a:avLst/>
          </a:prstGeom>
          <a:noFill/>
          <a:ln w="9525">
            <a:noFill/>
          </a:ln>
          <a:effectLst>
            <a:outerShdw dist="12700" algn="ctr" rotWithShape="0">
              <a:schemeClr val="bg2"/>
            </a:outerShdw>
          </a:effectLst>
        </p:spPr>
        <p:txBody>
          <a:bodyPr wrap="square" lIns="91440" tIns="45720" rIns="91440" bIns="45720" anchor="b" anchorCtr="0"/>
          <a:lstStyle>
            <a:lvl1pPr algn="l" rtl="0" eaLnBrk="0" fontAlgn="base" hangingPunct="0">
              <a:spcBef>
                <a:spcPct val="0"/>
              </a:spcBef>
              <a:spcAft>
                <a:spcPct val="0"/>
              </a:spcAft>
              <a:defRPr sz="4400" b="1">
                <a:solidFill>
                  <a:schemeClr val="tx2"/>
                </a:solidFill>
                <a:latin typeface="+mj-lt"/>
                <a:ea typeface="+mj-ea"/>
                <a:cs typeface="黑体" panose="02010609060101010101" pitchFamily="49" charset="-122"/>
              </a:defRPr>
            </a:lvl1pPr>
            <a:lvl2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5pPr>
            <a:lvl6pPr marL="4572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9pPr>
          </a:lstStyle>
          <a:p>
            <a:pPr marL="0" indent="0" defTabSz="914400" eaLnBrk="1" latinLnBrk="0" hangingPunct="1">
              <a:lnSpc>
                <a:spcPct val="100000"/>
              </a:lnSpc>
              <a:buClrTx/>
              <a:buNone/>
            </a:pPr>
            <a:r>
              <a:rPr lang="zh-CN" altLang="en-US" sz="4000">
                <a:solidFill>
                  <a:srgbClr val="FF0000"/>
                </a:solidFill>
                <a:ea typeface="宋体" panose="02010600030101010101" pitchFamily="2" charset="-122"/>
              </a:rPr>
              <a:t>课后作业五：</a:t>
            </a:r>
            <a:endParaRPr lang="zh-CN" altLang="en-US" sz="4000">
              <a:solidFill>
                <a:srgbClr val="FF0000"/>
              </a:solidFill>
              <a:ea typeface="宋体" panose="02010600030101010101" pitchFamily="2" charset="-122"/>
            </a:endParaRP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a:xfrm>
            <a:off x="1150938" y="69850"/>
            <a:ext cx="7793037" cy="982663"/>
          </a:xfrm>
          <a:effectLst>
            <a:outerShdw dist="12700" algn="ctr" rotWithShape="0">
              <a:schemeClr val="bg2">
                <a:alpha val="74997"/>
              </a:schemeClr>
            </a:outerShdw>
          </a:effectLst>
        </p:spPr>
        <p:txBody>
          <a:bodyPr vert="horz" wrap="square" lIns="91440" tIns="45720" rIns="91440" bIns="45720" anchor="b" anchorCtr="0"/>
          <a:p>
            <a:r>
              <a:rPr lang="zh-CN" altLang="en-US" b="0"/>
              <a:t>欧拉图的应用</a:t>
            </a:r>
            <a:endParaRPr lang="zh-CN" altLang="en-US" b="0"/>
          </a:p>
        </p:txBody>
      </p:sp>
      <p:sp>
        <p:nvSpPr>
          <p:cNvPr id="49154" name="Rectangle 3"/>
          <p:cNvSpPr>
            <a:spLocks noGrp="1"/>
          </p:cNvSpPr>
          <p:nvPr>
            <p:ph idx="1"/>
          </p:nvPr>
        </p:nvSpPr>
        <p:spPr/>
        <p:txBody>
          <a:bodyPr vert="horz" wrap="square" lIns="91440" tIns="45720" rIns="91440" bIns="45720" anchor="t" anchorCtr="0"/>
          <a:p>
            <a:r>
              <a:rPr lang="zh-CN" altLang="en-US"/>
              <a:t>中国邮递员问题</a:t>
            </a:r>
            <a:r>
              <a:rPr lang="en-US" altLang="zh-CN"/>
              <a:t>(Chinese postman</a:t>
            </a:r>
            <a:endParaRPr lang="en-US" altLang="zh-CN"/>
          </a:p>
          <a:p>
            <a:pPr>
              <a:buNone/>
            </a:pPr>
            <a:r>
              <a:rPr lang="en-US" altLang="zh-CN"/>
              <a:t>    problem): </a:t>
            </a:r>
            <a:r>
              <a:rPr lang="zh-CN" altLang="en-US"/>
              <a:t>求邮递员走遍管区所有街道的最短回路管梅谷</a:t>
            </a:r>
            <a:r>
              <a:rPr lang="en-US" altLang="zh-CN"/>
              <a:t>(Guan Mei-gu),1962,</a:t>
            </a:r>
            <a:r>
              <a:rPr lang="zh-CN" altLang="en-US"/>
              <a:t>中国</a:t>
            </a:r>
            <a:endParaRPr lang="en-US" altLang="zh-CN"/>
          </a:p>
          <a:p>
            <a:pPr>
              <a:buNone/>
            </a:pPr>
            <a:r>
              <a:rPr lang="zh-CN" altLang="en-US"/>
              <a:t>    解决方案：运筹学、动态优化、智能计算 </a:t>
            </a:r>
            <a:endParaRPr lang="zh-CN" altLang="en-US"/>
          </a:p>
          <a:p>
            <a:pPr>
              <a:buNone/>
            </a:pPr>
            <a:r>
              <a:rPr lang="zh-CN" altLang="en-US"/>
              <a:t>    </a:t>
            </a:r>
            <a:r>
              <a:rPr lang="en-US" altLang="zh-CN">
                <a:solidFill>
                  <a:srgbClr val="FF0000"/>
                </a:solidFill>
              </a:rPr>
              <a:t>P206 14.3</a:t>
            </a:r>
            <a:endParaRPr lang="en-US" altLang="zh-CN"/>
          </a:p>
          <a:p>
            <a:r>
              <a:rPr lang="zh-CN" altLang="en-US"/>
              <a:t>电路布线</a:t>
            </a:r>
            <a:endParaRPr lang="en-US" altLang="zh-CN"/>
          </a:p>
          <a:p>
            <a:r>
              <a:rPr lang="zh-CN" altLang="en-US"/>
              <a:t>网络组播</a:t>
            </a:r>
            <a:endParaRPr lang="en-US" altLang="zh-CN"/>
          </a:p>
          <a:p>
            <a:r>
              <a:rPr lang="zh-CN" altLang="en-US"/>
              <a:t>分子生物：欧拉通路用于</a:t>
            </a:r>
            <a:r>
              <a:rPr lang="en-US" altLang="zh-CN"/>
              <a:t>DNA</a:t>
            </a:r>
            <a:r>
              <a:rPr lang="zh-CN" altLang="en-US"/>
              <a:t>测序</a:t>
            </a:r>
            <a:endParaRPr lang="zh-CN" altLang="en-US"/>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uLnTx/>
                <a:uFillTx/>
                <a:latin typeface="+mj-lt"/>
                <a:ea typeface="+mj-ea"/>
                <a:cs typeface="+mj-cs"/>
              </a:rPr>
              <a:t>总结</a:t>
            </a:r>
            <a:endParaRPr kumimoji="0" lang="zh-CN" altLang="en-US" sz="4400" b="0" i="0" u="none" strike="noStrike" kern="0" cap="none" spc="0" normalizeH="0" baseline="0" noProof="0" smtClean="0">
              <a:ln>
                <a:noFill/>
              </a:ln>
              <a:solidFill>
                <a:schemeClr val="tx2"/>
              </a:solidFill>
              <a:effectLst/>
              <a:uLnTx/>
              <a:uFillTx/>
              <a:latin typeface="+mj-lt"/>
              <a:ea typeface="+mj-ea"/>
              <a:cs typeface="+mj-cs"/>
            </a:endParaRPr>
          </a:p>
        </p:txBody>
      </p:sp>
      <p:sp>
        <p:nvSpPr>
          <p:cNvPr id="50178" name="Rectangle 3"/>
          <p:cNvSpPr>
            <a:spLocks noGrp="1"/>
          </p:cNvSpPr>
          <p:nvPr>
            <p:ph idx="1"/>
          </p:nvPr>
        </p:nvSpPr>
        <p:spPr/>
        <p:txBody>
          <a:bodyPr vert="horz" wrap="square" lIns="91440" tIns="45720" rIns="91440" bIns="45720" anchor="t" anchorCtr="0"/>
          <a:p>
            <a:r>
              <a:rPr lang="zh-CN" altLang="en-US"/>
              <a:t>七桥问题</a:t>
            </a:r>
            <a:r>
              <a:rPr lang="en-US" altLang="zh-CN"/>
              <a:t>,</a:t>
            </a:r>
            <a:r>
              <a:rPr lang="zh-CN" altLang="en-US"/>
              <a:t>一笔画</a:t>
            </a:r>
            <a:r>
              <a:rPr lang="en-US" altLang="zh-CN"/>
              <a:t>,</a:t>
            </a:r>
            <a:r>
              <a:rPr lang="zh-CN" altLang="en-US"/>
              <a:t>欧拉通</a:t>
            </a:r>
            <a:r>
              <a:rPr lang="en-US" altLang="zh-CN"/>
              <a:t>(</a:t>
            </a:r>
            <a:r>
              <a:rPr lang="zh-CN" altLang="en-US"/>
              <a:t>回</a:t>
            </a:r>
            <a:r>
              <a:rPr lang="en-US" altLang="zh-CN"/>
              <a:t>)</a:t>
            </a:r>
            <a:r>
              <a:rPr lang="zh-CN" altLang="en-US"/>
              <a:t>路</a:t>
            </a:r>
            <a:r>
              <a:rPr lang="en-US" altLang="zh-CN"/>
              <a:t>,</a:t>
            </a:r>
            <a:r>
              <a:rPr lang="zh-CN" altLang="en-US"/>
              <a:t>欧拉图</a:t>
            </a:r>
            <a:endParaRPr lang="zh-CN" altLang="en-US"/>
          </a:p>
          <a:p>
            <a:r>
              <a:rPr lang="zh-CN" altLang="en-US"/>
              <a:t>判定欧拉图的充分必要条件</a:t>
            </a:r>
            <a:endParaRPr lang="zh-CN" altLang="en-US"/>
          </a:p>
          <a:p>
            <a:r>
              <a:rPr lang="zh-CN" altLang="en-US"/>
              <a:t>求欧拉回路的算法</a:t>
            </a:r>
            <a:endParaRPr lang="zh-CN" altLang="en-US"/>
          </a:p>
          <a:p>
            <a:r>
              <a:rPr lang="zh-CN" altLang="en-US"/>
              <a:t>轮盘设计</a:t>
            </a:r>
            <a:r>
              <a:rPr lang="zh-CN" altLang="en-US"/>
              <a:t>问题</a:t>
            </a:r>
            <a:endParaRPr lang="zh-CN" altLang="en-US"/>
          </a:p>
          <a:p>
            <a:r>
              <a:rPr lang="zh-CN" altLang="en-US"/>
              <a:t>中国邮递员问题</a:t>
            </a:r>
            <a:endParaRPr lang="zh-CN" altLang="en-US"/>
          </a:p>
          <a:p>
            <a:endParaRPr lang="zh-CN" altLang="en-US"/>
          </a:p>
          <a:p>
            <a:endParaRPr lang="zh-CN" altLang="en-US">
              <a:solidFill>
                <a:srgbClr val="FF0000"/>
              </a:solidFill>
            </a:endParaRPr>
          </a:p>
          <a:p>
            <a:endParaRPr lang="zh-CN" altLang="en-US">
              <a:solidFill>
                <a:srgbClr val="FF0000"/>
              </a:solidFill>
            </a:endParaRPr>
          </a:p>
        </p:txBody>
      </p:sp>
      <p:sp>
        <p:nvSpPr>
          <p:cNvPr id="5123"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COMMONDATA" val="eyJoZGlkIjoiY2FjYjUwYzFhN2VkM2YwN2YyYmE3ZGUyNDQzZTVlNzEifQ=="/>
  <p:tag name="KSO_WPP_MARK_KEY" val="1949e2b8-40bf-40e6-9023-413bc6a8826d"/>
  <p:tag name="commondata" val="eyJoZGlkIjoiY2JiMjJjNjEwZGVmNWM5ZTE4YjkzYzY1NDY4YzMyMmM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0</TotalTime>
  <Words>4031</Words>
  <Application>WPS 演示</Application>
  <PresentationFormat/>
  <Paragraphs>594</Paragraphs>
  <Slides>37</Slides>
  <Notes>13</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37</vt:i4>
      </vt:variant>
    </vt:vector>
  </HeadingPairs>
  <TitlesOfParts>
    <vt:vector size="49" baseType="lpstr">
      <vt:lpstr>Arial</vt:lpstr>
      <vt:lpstr>宋体</vt:lpstr>
      <vt:lpstr>Wingdings</vt:lpstr>
      <vt:lpstr>Tahoma</vt:lpstr>
      <vt:lpstr>黑体</vt:lpstr>
      <vt:lpstr>Times New Roman</vt:lpstr>
      <vt:lpstr>微软雅黑</vt:lpstr>
      <vt:lpstr>Arial Unicode MS</vt:lpstr>
      <vt:lpstr>Symbol</vt:lpstr>
      <vt:lpstr>Blends</vt:lpstr>
      <vt:lpstr>1_Blends</vt:lpstr>
      <vt:lpstr>2_Blends</vt:lpstr>
      <vt:lpstr>PowerPoint 演示文稿</vt:lpstr>
      <vt:lpstr>欧拉图</vt:lpstr>
      <vt:lpstr>七桥问题</vt:lpstr>
      <vt:lpstr>七桥问题</vt:lpstr>
      <vt:lpstr>Leonhard Euler</vt:lpstr>
      <vt:lpstr>一笔画问题</vt:lpstr>
      <vt:lpstr>一笔画问题</vt:lpstr>
      <vt:lpstr>欧拉图(Eulerian)</vt:lpstr>
      <vt:lpstr>欧拉图举例</vt:lpstr>
      <vt:lpstr>无向欧拉图的充分必要条件</vt:lpstr>
      <vt:lpstr>定理1的证明(2)⇒(3)</vt:lpstr>
      <vt:lpstr>定理1的证明(2)⇒(3)</vt:lpstr>
      <vt:lpstr>定理1的证明(3)⇒(1)</vt:lpstr>
      <vt:lpstr>定理1的证明(3)⇒(1)</vt:lpstr>
      <vt:lpstr>定理1的证明(3)⇒(1)</vt:lpstr>
      <vt:lpstr>无向半欧拉图的充分必要条件</vt:lpstr>
      <vt:lpstr>有向欧拉图的充分必要条件</vt:lpstr>
      <vt:lpstr>有向半欧拉图的充分必要条件</vt:lpstr>
      <vt:lpstr>下面哪些图是欧拉图，哪些是半欧拉图</vt:lpstr>
      <vt:lpstr>下面哪些图是欧拉图，哪些是半欧拉图</vt:lpstr>
      <vt:lpstr>算法(algorithm)</vt:lpstr>
      <vt:lpstr>Fleury算法(弗罗莱算法）</vt:lpstr>
      <vt:lpstr>Fleury算法(递归形式)</vt:lpstr>
      <vt:lpstr>Fleury算法(迭代形式)</vt:lpstr>
      <vt:lpstr>Fleury算法(举例)</vt:lpstr>
      <vt:lpstr>Fleury算法(正确性证明)</vt:lpstr>
      <vt:lpstr>逐步插入回路算法</vt:lpstr>
      <vt:lpstr>逐步插入回路算法(举例)</vt:lpstr>
      <vt:lpstr>PowerPoint 演示文稿</vt:lpstr>
      <vt:lpstr>PowerPoint 演示文稿</vt:lpstr>
      <vt:lpstr>有向欧拉图应用(轮盘设计)</vt:lpstr>
      <vt:lpstr>有向欧拉图应用(轮盘设计)</vt:lpstr>
      <vt:lpstr>应用(轮盘设计) m=2,n=3</vt:lpstr>
      <vt:lpstr>应用(轮盘设计)</vt:lpstr>
      <vt:lpstr>PowerPoint 演示文稿</vt:lpstr>
      <vt:lpstr>欧拉图的应用</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sheng</dc:creator>
  <cp:lastModifiedBy>WPS_1709687041</cp:lastModifiedBy>
  <cp:revision>937</cp:revision>
  <dcterms:created xsi:type="dcterms:W3CDTF">2008-01-04T07:39:00Z</dcterms:created>
  <dcterms:modified xsi:type="dcterms:W3CDTF">2025-10-13T15:51:30Z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2997A89DAC4A499D91C5C7E874C10299</vt:lpwstr>
  </property>
</Properties>
</file>