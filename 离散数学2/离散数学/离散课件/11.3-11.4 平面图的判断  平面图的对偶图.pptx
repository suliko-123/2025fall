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533" r:id="rId3"/>
    <p:sldId id="534" r:id="rId4"/>
    <p:sldId id="535" r:id="rId5"/>
    <p:sldId id="536" r:id="rId7"/>
    <p:sldId id="537" r:id="rId8"/>
    <p:sldId id="538" r:id="rId9"/>
    <p:sldId id="539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0066FF"/>
    <a:srgbClr val="808080"/>
    <a:srgbClr val="5F5F5F"/>
    <a:srgbClr val="996633"/>
    <a:srgbClr val="C7F9F1"/>
    <a:srgbClr val="B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708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D83D5D-296A-4344-8E21-6DE5168D9D43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6D2C5-CF5A-534D-A5DD-3B828914B59F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C50839-9AE6-9746-AFBF-628C8242A10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r>
              <a:rPr lang="zh-CN" altLang="en-US" dirty="0"/>
              <a:t>库拉图斯基</a:t>
            </a:r>
            <a:endParaRPr lang="zh-CN" altLang="en-US" dirty="0"/>
          </a:p>
        </p:txBody>
      </p:sp>
      <p:sp>
        <p:nvSpPr>
          <p:cNvPr id="112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K</a:t>
            </a:r>
            <a:r>
              <a:rPr lang="en-US" altLang="zh-CN" baseline="-25000" dirty="0"/>
              <a:t>6</a:t>
            </a:r>
            <a:r>
              <a:rPr lang="zh-CN" altLang="en-US" dirty="0"/>
              <a:t>的含</a:t>
            </a:r>
            <a:r>
              <a:rPr lang="en-US" altLang="zh-CN" dirty="0"/>
              <a:t>K</a:t>
            </a:r>
            <a:r>
              <a:rPr lang="en-US" altLang="zh-CN" baseline="-25000" dirty="0"/>
              <a:t>5</a:t>
            </a:r>
            <a:r>
              <a:rPr lang="zh-CN" altLang="en-US" dirty="0"/>
              <a:t>的非同构的子图有哪些？</a:t>
            </a:r>
            <a:endParaRPr lang="en-US" altLang="zh-CN" dirty="0"/>
          </a:p>
        </p:txBody>
      </p:sp>
      <p:sp>
        <p:nvSpPr>
          <p:cNvPr id="17412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9458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给定一个图，让学生画出对偶图</a:t>
            </a:r>
            <a:endParaRPr lang="en-US" altLang="zh-CN" dirty="0"/>
          </a:p>
          <a:p>
            <a:pPr lvl="0"/>
            <a:r>
              <a:rPr lang="zh-CN" altLang="en-US" dirty="0"/>
              <a:t>总结：对偶图的性质</a:t>
            </a:r>
            <a:endParaRPr lang="en-US" altLang="zh-CN" dirty="0"/>
          </a:p>
          <a:p>
            <a:pPr lvl="0"/>
            <a:r>
              <a:rPr lang="en-US" altLang="zh-CN" dirty="0"/>
              <a:t>n*=r</a:t>
            </a:r>
            <a:endParaRPr lang="en-US" altLang="zh-CN" dirty="0"/>
          </a:p>
          <a:p>
            <a:pPr lvl="0"/>
            <a:r>
              <a:rPr lang="en-US" altLang="zh-CN" dirty="0"/>
              <a:t>m*=m</a:t>
            </a:r>
            <a:endParaRPr lang="en-US" altLang="zh-CN" dirty="0"/>
          </a:p>
          <a:p>
            <a:pPr lvl="0"/>
            <a:r>
              <a:rPr lang="en-US" altLang="zh-CN" dirty="0"/>
              <a:t>r*=n-p+1</a:t>
            </a:r>
            <a:endParaRPr lang="en-US" altLang="zh-CN" dirty="0"/>
          </a:p>
        </p:txBody>
      </p:sp>
      <p:sp>
        <p:nvSpPr>
          <p:cNvPr id="8196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r*=2-n*+m*=2-r+m</a:t>
            </a:r>
            <a:r>
              <a:rPr lang="zh-CN" altLang="en-US" dirty="0"/>
              <a:t>（因为平面图的对偶图总是连通的）</a:t>
            </a:r>
            <a:endParaRPr lang="en-US" altLang="zh-CN" dirty="0"/>
          </a:p>
          <a:p>
            <a:pPr lvl="0"/>
            <a:r>
              <a:rPr lang="en-US" altLang="zh-CN" dirty="0"/>
              <a:t>n-m+r=p+1,m-r=n-p-1</a:t>
            </a:r>
            <a:endParaRPr lang="en-US" altLang="zh-CN" dirty="0"/>
          </a:p>
          <a:p>
            <a:pPr lvl="0"/>
            <a:r>
              <a:rPr lang="zh-CN" altLang="en-US" dirty="0"/>
              <a:t>所以</a:t>
            </a:r>
            <a:r>
              <a:rPr lang="en-US" altLang="zh-CN" dirty="0"/>
              <a:t> r*=2-r+m=2+n-p-1=n-p+1</a:t>
            </a:r>
            <a:endParaRPr lang="en-US" altLang="zh-CN" dirty="0"/>
          </a:p>
        </p:txBody>
      </p:sp>
      <p:sp>
        <p:nvSpPr>
          <p:cNvPr id="1024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>
              <a:buFont typeface="Arial" panose="020B0604020202020204" pitchFamily="34" charset="0"/>
            </a:pPr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5362" name="Rectangle 2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44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44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ctr" eaLnBrk="1" hangingPunct="1"/>
            <a:r>
              <a:rPr lang="zh-CN" altLang="en-US">
                <a:solidFill>
                  <a:schemeClr val="bg2"/>
                </a:solidFill>
                <a:ea typeface="宋体" panose="02010600030101010101" pitchFamily="2" charset="-122"/>
              </a:rPr>
              <a:t>图论之平面图</a:t>
            </a:r>
            <a:endParaRPr lang="en-US" altLang="zh-CN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FB9FC8-AFCA-F245-BA29-04CB1360428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6092825"/>
            <a:ext cx="23241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>
                <a:alpha val="100000"/>
              </a:schemeClr>
            </a:outerShdw>
          </a:effectLst>
        </p:spPr>
        <p:txBody>
          <a:bodyPr anchor="b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/>
          </p:cNvSpPr>
          <p:nvPr>
            <p:ph type="body" idx="1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lvl="0" eaLnBrk="1" hangingPunct="1"/>
            <a:r>
              <a:rPr lang="zh-CN" altLang="en-US">
                <a:latin typeface="Tahoma" panose="020B0604030504040204" pitchFamily="34" charset="0"/>
              </a:rPr>
              <a:t>图论之平面图</a:t>
            </a:r>
            <a:endParaRPr lang="en-US" altLang="zh-CN" sz="1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60AF85-EFE9-FD4A-80B4-5C19F0BBD5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6" Type="http://schemas.openxmlformats.org/officeDocument/2006/relationships/slideLayout" Target="../slideLayouts/slideLayout10.xml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26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3" Type="http://schemas.openxmlformats.org/officeDocument/2006/relationships/slideLayout" Target="../slideLayouts/slideLayout10.xml"/><Relationship Id="rId22" Type="http://schemas.openxmlformats.org/officeDocument/2006/relationships/image" Target="../media/image61.png"/><Relationship Id="rId21" Type="http://schemas.openxmlformats.org/officeDocument/2006/relationships/image" Target="../media/image60.png"/><Relationship Id="rId20" Type="http://schemas.openxmlformats.org/officeDocument/2006/relationships/image" Target="../media/image59.png"/><Relationship Id="rId2" Type="http://schemas.openxmlformats.org/officeDocument/2006/relationships/image" Target="../media/image41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55.png"/><Relationship Id="rId15" Type="http://schemas.openxmlformats.org/officeDocument/2006/relationships/image" Target="../media/image54.png"/><Relationship Id="rId14" Type="http://schemas.openxmlformats.org/officeDocument/2006/relationships/image" Target="../media/image53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9" Type="http://schemas.openxmlformats.org/officeDocument/2006/relationships/slideLayout" Target="../slideLayouts/slideLayout10.xml"/><Relationship Id="rId18" Type="http://schemas.openxmlformats.org/officeDocument/2006/relationships/image" Target="../media/image76.png"/><Relationship Id="rId17" Type="http://schemas.openxmlformats.org/officeDocument/2006/relationships/image" Target="../media/image75.png"/><Relationship Id="rId16" Type="http://schemas.openxmlformats.org/officeDocument/2006/relationships/image" Target="../media/image74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71.png"/><Relationship Id="rId12" Type="http://schemas.openxmlformats.org/officeDocument/2006/relationships/image" Target="../media/image23.png"/><Relationship Id="rId11" Type="http://schemas.openxmlformats.org/officeDocument/2006/relationships/image" Target="../media/image26.png"/><Relationship Id="rId10" Type="http://schemas.openxmlformats.org/officeDocument/2006/relationships/image" Target="../media/image24.png"/><Relationship Id="rId1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0.xml"/><Relationship Id="rId22" Type="http://schemas.openxmlformats.org/officeDocument/2006/relationships/image" Target="../media/image98.png"/><Relationship Id="rId21" Type="http://schemas.openxmlformats.org/officeDocument/2006/relationships/image" Target="../media/image97.png"/><Relationship Id="rId20" Type="http://schemas.openxmlformats.org/officeDocument/2006/relationships/image" Target="../media/image96.png"/><Relationship Id="rId2" Type="http://schemas.openxmlformats.org/officeDocument/2006/relationships/image" Target="../media/image78.png"/><Relationship Id="rId19" Type="http://schemas.openxmlformats.org/officeDocument/2006/relationships/image" Target="../media/image95.png"/><Relationship Id="rId18" Type="http://schemas.openxmlformats.org/officeDocument/2006/relationships/image" Target="../media/image94.png"/><Relationship Id="rId17" Type="http://schemas.openxmlformats.org/officeDocument/2006/relationships/image" Target="../media/image93.png"/><Relationship Id="rId16" Type="http://schemas.openxmlformats.org/officeDocument/2006/relationships/image" Target="../media/image92.png"/><Relationship Id="rId15" Type="http://schemas.openxmlformats.org/officeDocument/2006/relationships/image" Target="../media/image91.png"/><Relationship Id="rId14" Type="http://schemas.openxmlformats.org/officeDocument/2006/relationships/image" Target="../media/image90.png"/><Relationship Id="rId13" Type="http://schemas.openxmlformats.org/officeDocument/2006/relationships/image" Target="../media/image89.png"/><Relationship Id="rId12" Type="http://schemas.openxmlformats.org/officeDocument/2006/relationships/image" Target="../media/image88.png"/><Relationship Id="rId11" Type="http://schemas.openxmlformats.org/officeDocument/2006/relationships/image" Target="../media/image87.png"/><Relationship Id="rId10" Type="http://schemas.openxmlformats.org/officeDocument/2006/relationships/image" Target="../media/image86.png"/><Relationship Id="rId1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png"/><Relationship Id="rId8" Type="http://schemas.openxmlformats.org/officeDocument/2006/relationships/image" Target="../media/image108.png"/><Relationship Id="rId7" Type="http://schemas.openxmlformats.org/officeDocument/2006/relationships/image" Target="../media/image107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114.png"/><Relationship Id="rId13" Type="http://schemas.openxmlformats.org/officeDocument/2006/relationships/image" Target="../media/image113.png"/><Relationship Id="rId12" Type="http://schemas.openxmlformats.org/officeDocument/2006/relationships/image" Target="../media/image112.png"/><Relationship Id="rId11" Type="http://schemas.openxmlformats.org/officeDocument/2006/relationships/image" Target="../media/image111.png"/><Relationship Id="rId10" Type="http://schemas.openxmlformats.org/officeDocument/2006/relationships/image" Target="../media/image110.png"/><Relationship Id="rId1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/>
        </p:nvSpPr>
        <p:spPr>
          <a:xfrm>
            <a:off x="683260" y="2205355"/>
            <a:ext cx="7772400" cy="1462088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bg2"/>
            </a:outerShdw>
          </a:effectLst>
        </p:spPr>
        <p:txBody>
          <a:bodyPr anchor="b" anchorCtr="0"/>
          <a:p>
            <a:pPr algn="ctr">
              <a:buClrTx/>
              <a:buFontTx/>
            </a:pPr>
            <a:r>
              <a:rPr lang="en-US" altLang="zh-CN" sz="4400" b="0" dirty="0">
                <a:latin typeface="Tahoma" panose="020B0604030504040204" pitchFamily="34" charset="0"/>
                <a:ea typeface="宋体" panose="02010600030101010101" pitchFamily="2" charset="-122"/>
              </a:rPr>
              <a:t>11.3   </a:t>
            </a:r>
            <a:r>
              <a:rPr lang="zh-CN" altLang="en-US" sz="4400" b="0" dirty="0">
                <a:latin typeface="Tahoma" panose="020B0604030504040204" pitchFamily="34" charset="0"/>
                <a:ea typeface="宋体" panose="02010600030101010101" pitchFamily="2" charset="-122"/>
              </a:rPr>
              <a:t>平面图的判断</a:t>
            </a:r>
            <a:endParaRPr lang="zh-CN" altLang="en-US" sz="4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同胚</a:t>
            </a:r>
            <a:r>
              <a:rPr lang="en-US" altLang="zh-CN" dirty="0"/>
              <a:t>(homomorphism)</a:t>
            </a:r>
            <a:endParaRPr lang="zh-CN" altLang="en-US" dirty="0"/>
          </a:p>
        </p:txBody>
      </p:sp>
      <p:sp>
        <p:nvSpPr>
          <p:cNvPr id="9218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en-US" dirty="0"/>
              <a:t>插入</a:t>
            </a:r>
            <a:r>
              <a:rPr lang="en-US" altLang="zh-CN" dirty="0"/>
              <a:t>2</a:t>
            </a:r>
            <a:r>
              <a:rPr lang="en-US" altLang="en-US" dirty="0"/>
              <a:t>度顶点</a:t>
            </a:r>
            <a:r>
              <a:rPr lang="en-US" altLang="zh-CN" dirty="0"/>
              <a:t>: </a:t>
            </a:r>
            <a:r>
              <a:rPr lang="en-US" altLang="en-US" dirty="0"/>
              <a:t>把</a:t>
            </a:r>
            <a:r>
              <a:rPr lang="en-US" altLang="zh-CN" dirty="0"/>
              <a:t>(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r>
              <a:rPr lang="en-US" altLang="en-US" dirty="0"/>
              <a:t>变成</a:t>
            </a:r>
            <a:r>
              <a:rPr lang="en-US" altLang="zh-CN" dirty="0"/>
              <a:t>(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w</a:t>
            </a:r>
            <a:r>
              <a:rPr lang="en-US" altLang="zh-CN" dirty="0"/>
              <a:t>),(</a:t>
            </a:r>
            <a:r>
              <a:rPr lang="en-US" altLang="zh-CN" i="1" dirty="0"/>
              <a:t>w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en-US" dirty="0"/>
              <a:t>删除</a:t>
            </a:r>
            <a:r>
              <a:rPr lang="en-US" altLang="zh-CN" dirty="0"/>
              <a:t>2</a:t>
            </a:r>
            <a:r>
              <a:rPr lang="en-US" altLang="en-US" dirty="0"/>
              <a:t>度顶点</a:t>
            </a:r>
            <a:r>
              <a:rPr lang="en-US" altLang="zh-CN" dirty="0"/>
              <a:t>: deg(</a:t>
            </a:r>
            <a:r>
              <a:rPr lang="en-US" altLang="zh-CN" i="1" dirty="0"/>
              <a:t>w</a:t>
            </a:r>
            <a:r>
              <a:rPr lang="en-US" altLang="zh-CN" dirty="0"/>
              <a:t>)=2, </a:t>
            </a:r>
            <a:r>
              <a:rPr lang="en-US" altLang="en-US" dirty="0"/>
              <a:t>把</a:t>
            </a:r>
            <a:r>
              <a:rPr lang="en-US" altLang="zh-CN" dirty="0"/>
              <a:t>(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w</a:t>
            </a:r>
            <a:r>
              <a:rPr lang="en-US" altLang="zh-CN" dirty="0"/>
              <a:t>),(</a:t>
            </a:r>
            <a:r>
              <a:rPr lang="en-US" altLang="zh-CN" i="1" dirty="0"/>
              <a:t>w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r>
              <a:rPr lang="en-US" altLang="en-US" dirty="0"/>
              <a:t>变成</a:t>
            </a:r>
            <a:r>
              <a:rPr lang="en-US" altLang="zh-CN" dirty="0"/>
              <a:t>(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en-US" dirty="0"/>
              <a:t>同胚</a:t>
            </a:r>
            <a:r>
              <a:rPr lang="en-US" altLang="zh-CN" dirty="0"/>
              <a:t>: G</a:t>
            </a:r>
            <a:r>
              <a:rPr lang="en-US" altLang="zh-CN" baseline="-25000" dirty="0"/>
              <a:t>1</a:t>
            </a:r>
            <a:r>
              <a:rPr lang="en-US" altLang="zh-CN" dirty="0"/>
              <a:t>,G</a:t>
            </a:r>
            <a:r>
              <a:rPr lang="en-US" altLang="zh-CN" baseline="-25000" dirty="0"/>
              <a:t>2</a:t>
            </a:r>
            <a:r>
              <a:rPr lang="en-US" altLang="en-US" dirty="0"/>
              <a:t>同构或反复插入或删除</a:t>
            </a:r>
            <a:r>
              <a:rPr lang="en-US" altLang="zh-CN" dirty="0"/>
              <a:t>2</a:t>
            </a:r>
            <a:r>
              <a:rPr lang="en-US" altLang="en-US" dirty="0"/>
              <a:t>度顶点后同构</a:t>
            </a:r>
            <a:endParaRPr lang="en-US" altLang="en-US" dirty="0"/>
          </a:p>
        </p:txBody>
      </p:sp>
      <p:sp>
        <p:nvSpPr>
          <p:cNvPr id="9220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126" name="组合 16"/>
          <p:cNvGrpSpPr/>
          <p:nvPr/>
        </p:nvGrpSpPr>
        <p:grpSpPr>
          <a:xfrm>
            <a:off x="1692275" y="3429000"/>
            <a:ext cx="1943100" cy="606425"/>
            <a:chOff x="0" y="0"/>
            <a:chExt cx="1944216" cy="605681"/>
          </a:xfrm>
        </p:grpSpPr>
        <p:grpSp>
          <p:nvGrpSpPr>
            <p:cNvPr id="9222" name="组合 9"/>
            <p:cNvGrpSpPr/>
            <p:nvPr/>
          </p:nvGrpSpPr>
          <p:grpSpPr>
            <a:xfrm>
              <a:off x="72008" y="0"/>
              <a:ext cx="1872208" cy="216024"/>
              <a:chOff x="0" y="0"/>
              <a:chExt cx="1872208" cy="216024"/>
            </a:xfrm>
          </p:grpSpPr>
          <p:grpSp>
            <p:nvGrpSpPr>
              <p:cNvPr id="9223" name="椭圆 5"/>
              <p:cNvGrpSpPr/>
              <p:nvPr/>
            </p:nvGrpSpPr>
            <p:grpSpPr>
              <a:xfrm>
                <a:off x="-20798" y="-21310"/>
                <a:ext cx="256179" cy="261807"/>
                <a:chOff x="0" y="0"/>
                <a:chExt cx="256032" cy="262128"/>
              </a:xfrm>
            </p:grpSpPr>
            <p:pic>
              <p:nvPicPr>
                <p:cNvPr id="9224" name="椭圆 5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9225" name="文本框 5129"/>
                <p:cNvSpPr txBox="1"/>
                <p:nvPr/>
              </p:nvSpPr>
              <p:spPr>
                <a:xfrm>
                  <a:off x="52404" y="53011"/>
                  <a:ext cx="152664" cy="1529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226" name="椭圆 6"/>
              <p:cNvGrpSpPr/>
              <p:nvPr/>
            </p:nvGrpSpPr>
            <p:grpSpPr>
              <a:xfrm>
                <a:off x="1632167" y="-21310"/>
                <a:ext cx="262279" cy="261807"/>
                <a:chOff x="0" y="0"/>
                <a:chExt cx="262128" cy="262128"/>
              </a:xfrm>
            </p:grpSpPr>
            <p:pic>
              <p:nvPicPr>
                <p:cNvPr id="9227" name="椭圆 6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0"/>
                  <a:ext cx="262128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9228" name="文本框 5132"/>
                <p:cNvSpPr txBox="1"/>
                <p:nvPr/>
              </p:nvSpPr>
              <p:spPr>
                <a:xfrm>
                  <a:off x="55621" y="53011"/>
                  <a:ext cx="152664" cy="1529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9229" name="直接连接符 8"/>
              <p:cNvCxnSpPr/>
              <p:nvPr/>
            </p:nvCxnSpPr>
            <p:spPr>
              <a:xfrm>
                <a:off x="216024" y="115550"/>
                <a:ext cx="1440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230" name="TextBox 14"/>
            <p:cNvSpPr txBox="1"/>
            <p:nvPr/>
          </p:nvSpPr>
          <p:spPr>
            <a:xfrm>
              <a:off x="0" y="144286"/>
              <a:ext cx="355804" cy="461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 typeface="Arial" panose="020B0604020202020204" pitchFamily="34" charset="0"/>
              </a:pPr>
              <a:r>
                <a:rPr lang="en-US" altLang="zh-CN" sz="2400" i="1" dirty="0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31" name="TextBox 15"/>
            <p:cNvSpPr txBox="1"/>
            <p:nvPr/>
          </p:nvSpPr>
          <p:spPr>
            <a:xfrm>
              <a:off x="1583647" y="144286"/>
              <a:ext cx="320859" cy="461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 typeface="Arial" panose="020B0604020202020204" pitchFamily="34" charset="0"/>
              </a:pPr>
              <a:r>
                <a:rPr lang="en-US" altLang="zh-CN" sz="2400" i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37" name="组合 20"/>
          <p:cNvGrpSpPr/>
          <p:nvPr/>
        </p:nvGrpSpPr>
        <p:grpSpPr>
          <a:xfrm>
            <a:off x="4356100" y="3429000"/>
            <a:ext cx="2049463" cy="606425"/>
            <a:chOff x="0" y="0"/>
            <a:chExt cx="2049114" cy="605681"/>
          </a:xfrm>
        </p:grpSpPr>
        <p:grpSp>
          <p:nvGrpSpPr>
            <p:cNvPr id="9233" name="椭圆 10"/>
            <p:cNvGrpSpPr/>
            <p:nvPr/>
          </p:nvGrpSpPr>
          <p:grpSpPr>
            <a:xfrm>
              <a:off x="124439" y="-21310"/>
              <a:ext cx="255988" cy="261806"/>
              <a:chOff x="0" y="0"/>
              <a:chExt cx="256032" cy="262128"/>
            </a:xfrm>
          </p:grpSpPr>
          <p:pic>
            <p:nvPicPr>
              <p:cNvPr id="9234" name="椭圆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35" name="文本框 5139"/>
              <p:cNvSpPr txBox="1"/>
              <p:nvPr/>
            </p:nvSpPr>
            <p:spPr>
              <a:xfrm>
                <a:off x="51222" y="53011"/>
                <a:ext cx="152779" cy="1529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36" name="椭圆 11"/>
            <p:cNvGrpSpPr/>
            <p:nvPr/>
          </p:nvGrpSpPr>
          <p:grpSpPr>
            <a:xfrm>
              <a:off x="1776173" y="-21310"/>
              <a:ext cx="262083" cy="261806"/>
              <a:chOff x="0" y="0"/>
              <a:chExt cx="262128" cy="262128"/>
            </a:xfrm>
          </p:grpSpPr>
          <p:pic>
            <p:nvPicPr>
              <p:cNvPr id="9237" name="椭圆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38" name="文本框 5142"/>
              <p:cNvSpPr txBox="1"/>
              <p:nvPr/>
            </p:nvSpPr>
            <p:spPr>
              <a:xfrm>
                <a:off x="55672" y="53011"/>
                <a:ext cx="152779" cy="1529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239" name="直接连接符 12"/>
            <p:cNvCxnSpPr/>
            <p:nvPr/>
          </p:nvCxnSpPr>
          <p:spPr>
            <a:xfrm>
              <a:off x="360040" y="115550"/>
              <a:ext cx="14401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240" name="椭圆 13"/>
            <p:cNvGrpSpPr/>
            <p:nvPr/>
          </p:nvGrpSpPr>
          <p:grpSpPr>
            <a:xfrm>
              <a:off x="916784" y="-21310"/>
              <a:ext cx="255988" cy="261806"/>
              <a:chOff x="0" y="0"/>
              <a:chExt cx="256032" cy="262128"/>
            </a:xfrm>
          </p:grpSpPr>
          <p:pic>
            <p:nvPicPr>
              <p:cNvPr id="9241" name="椭圆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42" name="文本框 5146"/>
              <p:cNvSpPr txBox="1"/>
              <p:nvPr/>
            </p:nvSpPr>
            <p:spPr>
              <a:xfrm>
                <a:off x="50964" y="53011"/>
                <a:ext cx="152779" cy="1529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43" name="TextBox 17"/>
            <p:cNvSpPr txBox="1"/>
            <p:nvPr/>
          </p:nvSpPr>
          <p:spPr>
            <a:xfrm>
              <a:off x="0" y="144286"/>
              <a:ext cx="355539" cy="461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 typeface="Arial" panose="020B0604020202020204" pitchFamily="34" charset="0"/>
              </a:pPr>
              <a:r>
                <a:rPr lang="en-US" altLang="zh-CN" sz="2400" i="1" dirty="0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44" name="TextBox 18"/>
            <p:cNvSpPr txBox="1"/>
            <p:nvPr/>
          </p:nvSpPr>
          <p:spPr>
            <a:xfrm>
              <a:off x="1728494" y="144286"/>
              <a:ext cx="320620" cy="461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 typeface="Arial" panose="020B0604020202020204" pitchFamily="34" charset="0"/>
              </a:pPr>
              <a:r>
                <a:rPr lang="en-US" altLang="zh-CN" sz="2400" i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45" name="TextBox 19"/>
            <p:cNvSpPr txBox="1"/>
            <p:nvPr/>
          </p:nvSpPr>
          <p:spPr>
            <a:xfrm>
              <a:off x="863453" y="144286"/>
              <a:ext cx="390458" cy="4613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 typeface="Arial" panose="020B0604020202020204" pitchFamily="34" charset="0"/>
              </a:pPr>
              <a:r>
                <a:rPr lang="en-US" altLang="zh-CN" sz="2400" i="1" dirty="0">
                  <a:latin typeface="Times New Roman" panose="02020603050405020304" charset="0"/>
                  <a:ea typeface="宋体" panose="02010600030101010101" pitchFamily="2" charset="-122"/>
                </a:rPr>
                <a:t>w</a:t>
              </a:r>
              <a:endParaRPr lang="zh-CN" altLang="en-US" sz="240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51" name="组合 50"/>
          <p:cNvGrpSpPr/>
          <p:nvPr/>
        </p:nvGrpSpPr>
        <p:grpSpPr>
          <a:xfrm>
            <a:off x="611188" y="4365625"/>
            <a:ext cx="2089150" cy="1655763"/>
            <a:chOff x="0" y="0"/>
            <a:chExt cx="2088232" cy="1656184"/>
          </a:xfrm>
        </p:grpSpPr>
        <p:cxnSp>
          <p:nvCxnSpPr>
            <p:cNvPr id="9247" name="直接连接符 46"/>
            <p:cNvCxnSpPr/>
            <p:nvPr/>
          </p:nvCxnSpPr>
          <p:spPr>
            <a:xfrm rot="-5400000" flipH="1">
              <a:off x="666074" y="202390"/>
              <a:ext cx="679708" cy="17958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8" name="直接连接符 32"/>
            <p:cNvCxnSpPr/>
            <p:nvPr/>
          </p:nvCxnSpPr>
          <p:spPr>
            <a:xfrm>
              <a:off x="216024" y="684076"/>
              <a:ext cx="15841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249" name="椭圆 21"/>
            <p:cNvGrpSpPr/>
            <p:nvPr/>
          </p:nvGrpSpPr>
          <p:grpSpPr>
            <a:xfrm>
              <a:off x="845384" y="-19182"/>
              <a:ext cx="255919" cy="256097"/>
              <a:chOff x="0" y="0"/>
              <a:chExt cx="256032" cy="256032"/>
            </a:xfrm>
          </p:grpSpPr>
          <p:pic>
            <p:nvPicPr>
              <p:cNvPr id="9250" name="椭圆 2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51" name="文本框 5155"/>
              <p:cNvSpPr txBox="1"/>
              <p:nvPr/>
            </p:nvSpPr>
            <p:spPr>
              <a:xfrm>
                <a:off x="50370" y="50805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52" name="椭圆 22"/>
            <p:cNvGrpSpPr/>
            <p:nvPr/>
          </p:nvGrpSpPr>
          <p:grpSpPr>
            <a:xfrm>
              <a:off x="-19867" y="553988"/>
              <a:ext cx="255919" cy="262195"/>
              <a:chOff x="0" y="0"/>
              <a:chExt cx="256032" cy="262128"/>
            </a:xfrm>
          </p:grpSpPr>
          <p:pic>
            <p:nvPicPr>
              <p:cNvPr id="9253" name="椭圆 2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54" name="文本框 5158"/>
              <p:cNvSpPr txBox="1"/>
              <p:nvPr/>
            </p:nvSpPr>
            <p:spPr>
              <a:xfrm>
                <a:off x="51526" y="53699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55" name="椭圆 23"/>
            <p:cNvGrpSpPr/>
            <p:nvPr/>
          </p:nvGrpSpPr>
          <p:grpSpPr>
            <a:xfrm>
              <a:off x="1777663" y="553988"/>
              <a:ext cx="262013" cy="262195"/>
              <a:chOff x="0" y="0"/>
              <a:chExt cx="262128" cy="262128"/>
            </a:xfrm>
          </p:grpSpPr>
          <p:pic>
            <p:nvPicPr>
              <p:cNvPr id="9256" name="椭圆 2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57" name="文本框 5161"/>
              <p:cNvSpPr txBox="1"/>
              <p:nvPr/>
            </p:nvSpPr>
            <p:spPr>
              <a:xfrm>
                <a:off x="54197" y="53699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58" name="椭圆 24"/>
            <p:cNvGrpSpPr/>
            <p:nvPr/>
          </p:nvGrpSpPr>
          <p:grpSpPr>
            <a:xfrm>
              <a:off x="845384" y="553988"/>
              <a:ext cx="255919" cy="262195"/>
              <a:chOff x="0" y="0"/>
              <a:chExt cx="256032" cy="262128"/>
            </a:xfrm>
          </p:grpSpPr>
          <p:pic>
            <p:nvPicPr>
              <p:cNvPr id="9259" name="椭圆 2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60" name="文本框 5164"/>
              <p:cNvSpPr txBox="1"/>
              <p:nvPr/>
            </p:nvSpPr>
            <p:spPr>
              <a:xfrm>
                <a:off x="50370" y="53699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61" name="椭圆 25"/>
            <p:cNvGrpSpPr/>
            <p:nvPr/>
          </p:nvGrpSpPr>
          <p:grpSpPr>
            <a:xfrm>
              <a:off x="-19867" y="1419840"/>
              <a:ext cx="255919" cy="256097"/>
              <a:chOff x="0" y="0"/>
              <a:chExt cx="256032" cy="256032"/>
            </a:xfrm>
          </p:grpSpPr>
          <p:pic>
            <p:nvPicPr>
              <p:cNvPr id="9262" name="椭圆 2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63" name="文本框 5167"/>
              <p:cNvSpPr txBox="1"/>
              <p:nvPr/>
            </p:nvSpPr>
            <p:spPr>
              <a:xfrm>
                <a:off x="51526" y="51943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64" name="椭圆 26"/>
            <p:cNvGrpSpPr/>
            <p:nvPr/>
          </p:nvGrpSpPr>
          <p:grpSpPr>
            <a:xfrm>
              <a:off x="1850782" y="1419840"/>
              <a:ext cx="262013" cy="256097"/>
              <a:chOff x="0" y="0"/>
              <a:chExt cx="262128" cy="256032"/>
            </a:xfrm>
          </p:grpSpPr>
          <p:pic>
            <p:nvPicPr>
              <p:cNvPr id="9265" name="椭圆 2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66" name="文本框 5170"/>
              <p:cNvSpPr txBox="1"/>
              <p:nvPr/>
            </p:nvSpPr>
            <p:spPr>
              <a:xfrm>
                <a:off x="53085" y="51943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267" name="直接连接符 28"/>
            <p:cNvCxnSpPr/>
            <p:nvPr/>
          </p:nvCxnSpPr>
          <p:spPr>
            <a:xfrm rot="5400000" flipH="1" flipV="1">
              <a:off x="306034" y="-13634"/>
              <a:ext cx="391676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8" name="直接连接符 30"/>
            <p:cNvCxnSpPr/>
            <p:nvPr/>
          </p:nvCxnSpPr>
          <p:spPr>
            <a:xfrm rot="-5400000" flipH="1">
              <a:off x="1228504" y="4368"/>
              <a:ext cx="423312" cy="7833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9" name="直接连接符 34"/>
            <p:cNvCxnSpPr/>
            <p:nvPr/>
          </p:nvCxnSpPr>
          <p:spPr>
            <a:xfrm rot="5400000">
              <a:off x="-216024" y="1116124"/>
              <a:ext cx="6480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0" name="直接连接符 40"/>
            <p:cNvCxnSpPr/>
            <p:nvPr/>
          </p:nvCxnSpPr>
          <p:spPr>
            <a:xfrm rot="-5400000" flipH="1">
              <a:off x="1602178" y="1098122"/>
              <a:ext cx="648072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71" name="直接连接符 42"/>
            <p:cNvCxnSpPr/>
            <p:nvPr/>
          </p:nvCxnSpPr>
          <p:spPr>
            <a:xfrm>
              <a:off x="216024" y="1548172"/>
              <a:ext cx="16561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272" name="椭圆 43"/>
            <p:cNvGrpSpPr/>
            <p:nvPr/>
          </p:nvGrpSpPr>
          <p:grpSpPr>
            <a:xfrm>
              <a:off x="552905" y="840573"/>
              <a:ext cx="262013" cy="262195"/>
              <a:chOff x="0" y="0"/>
              <a:chExt cx="262128" cy="262128"/>
            </a:xfrm>
          </p:grpSpPr>
          <p:pic>
            <p:nvPicPr>
              <p:cNvPr id="9273" name="椭圆 4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74" name="文本框 5178"/>
              <p:cNvSpPr txBox="1"/>
              <p:nvPr/>
            </p:nvSpPr>
            <p:spPr>
              <a:xfrm>
                <a:off x="54819" y="55145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75" name="椭圆 44"/>
            <p:cNvGrpSpPr/>
            <p:nvPr/>
          </p:nvGrpSpPr>
          <p:grpSpPr>
            <a:xfrm>
              <a:off x="1204890" y="1133255"/>
              <a:ext cx="255919" cy="256097"/>
              <a:chOff x="0" y="0"/>
              <a:chExt cx="256032" cy="256032"/>
            </a:xfrm>
          </p:grpSpPr>
          <p:pic>
            <p:nvPicPr>
              <p:cNvPr id="9276" name="椭圆 4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77" name="文本框 5181"/>
              <p:cNvSpPr txBox="1"/>
              <p:nvPr/>
            </p:nvSpPr>
            <p:spPr>
              <a:xfrm>
                <a:off x="50904" y="51058"/>
                <a:ext cx="152819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278" name="直接连接符 49"/>
            <p:cNvCxnSpPr/>
            <p:nvPr/>
          </p:nvCxnSpPr>
          <p:spPr>
            <a:xfrm rot="5400000">
              <a:off x="792088" y="396044"/>
              <a:ext cx="3600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84" name="组合 66"/>
          <p:cNvGrpSpPr/>
          <p:nvPr/>
        </p:nvGrpSpPr>
        <p:grpSpPr>
          <a:xfrm>
            <a:off x="3492500" y="4437063"/>
            <a:ext cx="2087563" cy="1655762"/>
            <a:chOff x="0" y="0"/>
            <a:chExt cx="2088232" cy="1656184"/>
          </a:xfrm>
        </p:grpSpPr>
        <p:cxnSp>
          <p:nvCxnSpPr>
            <p:cNvPr id="9280" name="直接连接符 52"/>
            <p:cNvCxnSpPr/>
            <p:nvPr/>
          </p:nvCxnSpPr>
          <p:spPr>
            <a:xfrm rot="-5400000" flipH="1">
              <a:off x="666570" y="202350"/>
              <a:ext cx="679450" cy="17954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81" name="直接连接符 53"/>
            <p:cNvCxnSpPr/>
            <p:nvPr/>
          </p:nvCxnSpPr>
          <p:spPr>
            <a:xfrm>
              <a:off x="216520" y="684163"/>
              <a:ext cx="15843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282" name="椭圆 54"/>
            <p:cNvGrpSpPr/>
            <p:nvPr/>
          </p:nvGrpSpPr>
          <p:grpSpPr>
            <a:xfrm>
              <a:off x="842026" y="-23565"/>
              <a:ext cx="262212" cy="262195"/>
              <a:chOff x="0" y="0"/>
              <a:chExt cx="262128" cy="262128"/>
            </a:xfrm>
          </p:grpSpPr>
          <p:pic>
            <p:nvPicPr>
              <p:cNvPr id="9283" name="椭圆 5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84" name="文本框 5188"/>
              <p:cNvSpPr txBox="1"/>
              <p:nvPr/>
            </p:nvSpPr>
            <p:spPr>
              <a:xfrm>
                <a:off x="53689" y="55187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85" name="椭圆 55"/>
            <p:cNvGrpSpPr/>
            <p:nvPr/>
          </p:nvGrpSpPr>
          <p:grpSpPr>
            <a:xfrm>
              <a:off x="-23884" y="555703"/>
              <a:ext cx="262212" cy="256097"/>
              <a:chOff x="0" y="0"/>
              <a:chExt cx="262128" cy="256032"/>
            </a:xfrm>
          </p:grpSpPr>
          <p:pic>
            <p:nvPicPr>
              <p:cNvPr id="9286" name="椭圆 5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87" name="文本框 5191"/>
              <p:cNvSpPr txBox="1"/>
              <p:nvPr/>
            </p:nvSpPr>
            <p:spPr>
              <a:xfrm>
                <a:off x="55502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88" name="椭圆 56"/>
            <p:cNvGrpSpPr/>
            <p:nvPr/>
          </p:nvGrpSpPr>
          <p:grpSpPr>
            <a:xfrm>
              <a:off x="1781111" y="555703"/>
              <a:ext cx="256114" cy="256097"/>
              <a:chOff x="0" y="0"/>
              <a:chExt cx="256032" cy="256032"/>
            </a:xfrm>
          </p:grpSpPr>
          <p:pic>
            <p:nvPicPr>
              <p:cNvPr id="9289" name="椭圆 5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90" name="文本框 5194"/>
              <p:cNvSpPr txBox="1"/>
              <p:nvPr/>
            </p:nvSpPr>
            <p:spPr>
              <a:xfrm>
                <a:off x="50709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91" name="椭圆 57"/>
            <p:cNvGrpSpPr/>
            <p:nvPr/>
          </p:nvGrpSpPr>
          <p:grpSpPr>
            <a:xfrm>
              <a:off x="842026" y="555703"/>
              <a:ext cx="262212" cy="256097"/>
              <a:chOff x="0" y="0"/>
              <a:chExt cx="262128" cy="256032"/>
            </a:xfrm>
          </p:grpSpPr>
          <p:pic>
            <p:nvPicPr>
              <p:cNvPr id="9292" name="椭圆 5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93" name="文本框 5197"/>
              <p:cNvSpPr txBox="1"/>
              <p:nvPr/>
            </p:nvSpPr>
            <p:spPr>
              <a:xfrm>
                <a:off x="53689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94" name="椭圆 58"/>
            <p:cNvGrpSpPr/>
            <p:nvPr/>
          </p:nvGrpSpPr>
          <p:grpSpPr>
            <a:xfrm>
              <a:off x="-23884" y="1421555"/>
              <a:ext cx="262212" cy="256097"/>
              <a:chOff x="0" y="0"/>
              <a:chExt cx="262128" cy="256032"/>
            </a:xfrm>
          </p:grpSpPr>
          <p:pic>
            <p:nvPicPr>
              <p:cNvPr id="9295" name="椭圆 5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96" name="文本框 5200"/>
              <p:cNvSpPr txBox="1"/>
              <p:nvPr/>
            </p:nvSpPr>
            <p:spPr>
              <a:xfrm>
                <a:off x="55502" y="50228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97" name="椭圆 59"/>
            <p:cNvGrpSpPr/>
            <p:nvPr/>
          </p:nvGrpSpPr>
          <p:grpSpPr>
            <a:xfrm>
              <a:off x="1848188" y="1421555"/>
              <a:ext cx="262212" cy="256097"/>
              <a:chOff x="0" y="0"/>
              <a:chExt cx="262128" cy="256032"/>
            </a:xfrm>
          </p:grpSpPr>
          <p:pic>
            <p:nvPicPr>
              <p:cNvPr id="9298" name="椭圆 5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299" name="文本框 5203"/>
              <p:cNvSpPr txBox="1"/>
              <p:nvPr/>
            </p:nvSpPr>
            <p:spPr>
              <a:xfrm>
                <a:off x="55638" y="50228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300" name="直接连接符 60"/>
            <p:cNvCxnSpPr/>
            <p:nvPr/>
          </p:nvCxnSpPr>
          <p:spPr>
            <a:xfrm rot="5400000" flipH="1" flipV="1">
              <a:off x="306214" y="-13543"/>
              <a:ext cx="392112" cy="7874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1" name="直接连接符 61"/>
            <p:cNvCxnSpPr/>
            <p:nvPr/>
          </p:nvCxnSpPr>
          <p:spPr>
            <a:xfrm rot="-5400000" flipH="1">
              <a:off x="1228545" y="3913"/>
              <a:ext cx="423862" cy="7842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2" name="直接连接符 62"/>
            <p:cNvCxnSpPr/>
            <p:nvPr/>
          </p:nvCxnSpPr>
          <p:spPr>
            <a:xfrm rot="5400000">
              <a:off x="-215280" y="1115963"/>
              <a:ext cx="6477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3" name="直接连接符 63"/>
            <p:cNvCxnSpPr/>
            <p:nvPr/>
          </p:nvCxnSpPr>
          <p:spPr>
            <a:xfrm rot="-5400000" flipH="1">
              <a:off x="1602401" y="1098494"/>
              <a:ext cx="647700" cy="349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4" name="直接连接符 64"/>
            <p:cNvCxnSpPr/>
            <p:nvPr/>
          </p:nvCxnSpPr>
          <p:spPr>
            <a:xfrm>
              <a:off x="216520" y="1547763"/>
              <a:ext cx="16557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5" name="直接连接符 67"/>
            <p:cNvCxnSpPr/>
            <p:nvPr/>
          </p:nvCxnSpPr>
          <p:spPr>
            <a:xfrm rot="5400000">
              <a:off x="791989" y="396032"/>
              <a:ext cx="360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11" name="组合 67"/>
          <p:cNvGrpSpPr/>
          <p:nvPr/>
        </p:nvGrpSpPr>
        <p:grpSpPr>
          <a:xfrm>
            <a:off x="6156325" y="4437063"/>
            <a:ext cx="2087563" cy="1655762"/>
            <a:chOff x="0" y="0"/>
            <a:chExt cx="2088232" cy="1656184"/>
          </a:xfrm>
        </p:grpSpPr>
        <p:cxnSp>
          <p:nvCxnSpPr>
            <p:cNvPr id="9307" name="直接连接符 68"/>
            <p:cNvCxnSpPr/>
            <p:nvPr/>
          </p:nvCxnSpPr>
          <p:spPr>
            <a:xfrm rot="-5400000" flipH="1">
              <a:off x="666099" y="202350"/>
              <a:ext cx="679450" cy="17954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8" name="直接连接符 69"/>
            <p:cNvCxnSpPr/>
            <p:nvPr/>
          </p:nvCxnSpPr>
          <p:spPr>
            <a:xfrm>
              <a:off x="216049" y="684163"/>
              <a:ext cx="15843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309" name="椭圆 70"/>
            <p:cNvGrpSpPr/>
            <p:nvPr/>
          </p:nvGrpSpPr>
          <p:grpSpPr>
            <a:xfrm>
              <a:off x="842153" y="-23565"/>
              <a:ext cx="262212" cy="262195"/>
              <a:chOff x="0" y="0"/>
              <a:chExt cx="262128" cy="262128"/>
            </a:xfrm>
          </p:grpSpPr>
          <p:pic>
            <p:nvPicPr>
              <p:cNvPr id="9310" name="椭圆 7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11" name="文本框 5215"/>
              <p:cNvSpPr txBox="1"/>
              <p:nvPr/>
            </p:nvSpPr>
            <p:spPr>
              <a:xfrm>
                <a:off x="53562" y="55187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2" name="椭圆 71"/>
            <p:cNvGrpSpPr/>
            <p:nvPr/>
          </p:nvGrpSpPr>
          <p:grpSpPr>
            <a:xfrm>
              <a:off x="-23757" y="555703"/>
              <a:ext cx="262212" cy="256097"/>
              <a:chOff x="0" y="0"/>
              <a:chExt cx="262128" cy="256032"/>
            </a:xfrm>
          </p:grpSpPr>
          <p:pic>
            <p:nvPicPr>
              <p:cNvPr id="9313" name="椭圆 7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14" name="文本框 5218"/>
              <p:cNvSpPr txBox="1"/>
              <p:nvPr/>
            </p:nvSpPr>
            <p:spPr>
              <a:xfrm>
                <a:off x="55375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5" name="椭圆 72"/>
            <p:cNvGrpSpPr/>
            <p:nvPr/>
          </p:nvGrpSpPr>
          <p:grpSpPr>
            <a:xfrm>
              <a:off x="1781238" y="555703"/>
              <a:ext cx="256114" cy="256097"/>
              <a:chOff x="0" y="0"/>
              <a:chExt cx="256032" cy="256032"/>
            </a:xfrm>
          </p:grpSpPr>
          <p:pic>
            <p:nvPicPr>
              <p:cNvPr id="9316" name="椭圆 7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17" name="文本框 5221"/>
              <p:cNvSpPr txBox="1"/>
              <p:nvPr/>
            </p:nvSpPr>
            <p:spPr>
              <a:xfrm>
                <a:off x="50582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18" name="椭圆 73"/>
            <p:cNvGrpSpPr/>
            <p:nvPr/>
          </p:nvGrpSpPr>
          <p:grpSpPr>
            <a:xfrm>
              <a:off x="842153" y="555703"/>
              <a:ext cx="262212" cy="256097"/>
              <a:chOff x="0" y="0"/>
              <a:chExt cx="262128" cy="256032"/>
            </a:xfrm>
          </p:grpSpPr>
          <p:pic>
            <p:nvPicPr>
              <p:cNvPr id="9319" name="椭圆 7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20" name="文本框 5224"/>
              <p:cNvSpPr txBox="1"/>
              <p:nvPr/>
            </p:nvSpPr>
            <p:spPr>
              <a:xfrm>
                <a:off x="53562" y="51984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21" name="椭圆 74"/>
            <p:cNvGrpSpPr/>
            <p:nvPr/>
          </p:nvGrpSpPr>
          <p:grpSpPr>
            <a:xfrm>
              <a:off x="-23757" y="1421555"/>
              <a:ext cx="262212" cy="256097"/>
              <a:chOff x="0" y="0"/>
              <a:chExt cx="262128" cy="256032"/>
            </a:xfrm>
          </p:grpSpPr>
          <p:pic>
            <p:nvPicPr>
              <p:cNvPr id="9322" name="椭圆 7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23" name="文本框 5227"/>
              <p:cNvSpPr txBox="1"/>
              <p:nvPr/>
            </p:nvSpPr>
            <p:spPr>
              <a:xfrm>
                <a:off x="55375" y="50228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324" name="椭圆 75"/>
            <p:cNvGrpSpPr/>
            <p:nvPr/>
          </p:nvGrpSpPr>
          <p:grpSpPr>
            <a:xfrm>
              <a:off x="1848315" y="1421555"/>
              <a:ext cx="262212" cy="256097"/>
              <a:chOff x="0" y="0"/>
              <a:chExt cx="262128" cy="256032"/>
            </a:xfrm>
          </p:grpSpPr>
          <p:pic>
            <p:nvPicPr>
              <p:cNvPr id="9325" name="椭圆 7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26" name="文本框 5230"/>
              <p:cNvSpPr txBox="1"/>
              <p:nvPr/>
            </p:nvSpPr>
            <p:spPr>
              <a:xfrm>
                <a:off x="55511" y="50228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9327" name="直接连接符 76"/>
            <p:cNvCxnSpPr/>
            <p:nvPr/>
          </p:nvCxnSpPr>
          <p:spPr>
            <a:xfrm rot="5400000" flipH="1" flipV="1">
              <a:off x="305743" y="-13543"/>
              <a:ext cx="392112" cy="7874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28" name="直接连接符 77"/>
            <p:cNvCxnSpPr/>
            <p:nvPr/>
          </p:nvCxnSpPr>
          <p:spPr>
            <a:xfrm rot="-5400000" flipH="1">
              <a:off x="1228074" y="3913"/>
              <a:ext cx="423862" cy="7842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29" name="直接连接符 78"/>
            <p:cNvCxnSpPr/>
            <p:nvPr/>
          </p:nvCxnSpPr>
          <p:spPr>
            <a:xfrm rot="5400000">
              <a:off x="-215751" y="1115963"/>
              <a:ext cx="6477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30" name="直接连接符 79"/>
            <p:cNvCxnSpPr/>
            <p:nvPr/>
          </p:nvCxnSpPr>
          <p:spPr>
            <a:xfrm rot="-5400000" flipH="1">
              <a:off x="1602724" y="1097700"/>
              <a:ext cx="647700" cy="365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31" name="直接连接符 80"/>
            <p:cNvCxnSpPr/>
            <p:nvPr/>
          </p:nvCxnSpPr>
          <p:spPr>
            <a:xfrm>
              <a:off x="216049" y="1547763"/>
              <a:ext cx="16557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32" name="直接连接符 81"/>
            <p:cNvCxnSpPr/>
            <p:nvPr/>
          </p:nvCxnSpPr>
          <p:spPr>
            <a:xfrm rot="5400000">
              <a:off x="791518" y="396032"/>
              <a:ext cx="360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333" name="椭圆 82"/>
            <p:cNvGrpSpPr/>
            <p:nvPr/>
          </p:nvGrpSpPr>
          <p:grpSpPr>
            <a:xfrm>
              <a:off x="915328" y="1421555"/>
              <a:ext cx="256114" cy="256097"/>
              <a:chOff x="0" y="0"/>
              <a:chExt cx="256032" cy="256032"/>
            </a:xfrm>
          </p:grpSpPr>
          <p:pic>
            <p:nvPicPr>
              <p:cNvPr id="9334" name="椭圆 8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335" name="文本框 5239"/>
              <p:cNvSpPr txBox="1"/>
              <p:nvPr/>
            </p:nvSpPr>
            <p:spPr>
              <a:xfrm>
                <a:off x="52395" y="50228"/>
                <a:ext cx="152703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Kuratowski</a:t>
            </a:r>
            <a:r>
              <a:rPr lang="zh-CN" altLang="en-US" dirty="0"/>
              <a:t>定理</a:t>
            </a:r>
            <a:endParaRPr lang="zh-CN" altLang="en-US" dirty="0"/>
          </a:p>
        </p:txBody>
      </p:sp>
      <p:sp>
        <p:nvSpPr>
          <p:cNvPr id="10242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11.13: </a:t>
            </a:r>
            <a:r>
              <a:rPr lang="zh-CN" altLang="en-US" dirty="0"/>
              <a:t>图</a:t>
            </a:r>
            <a:r>
              <a:rPr lang="en-US" altLang="zh-CN" dirty="0"/>
              <a:t>G</a:t>
            </a:r>
            <a:r>
              <a:rPr lang="zh-CN" altLang="en-US" dirty="0"/>
              <a:t>是平面图⇔ </a:t>
            </a:r>
            <a:r>
              <a:rPr lang="en-US" altLang="zh-CN" dirty="0"/>
              <a:t>G</a:t>
            </a:r>
            <a:r>
              <a:rPr lang="zh-CN" altLang="en-US" dirty="0"/>
              <a:t>没有与</a:t>
            </a:r>
            <a:r>
              <a:rPr lang="en-US" altLang="zh-CN" dirty="0"/>
              <a:t>K</a:t>
            </a:r>
            <a:r>
              <a:rPr lang="en-US" altLang="zh-CN" baseline="-25000" dirty="0"/>
              <a:t>5</a:t>
            </a:r>
            <a:r>
              <a:rPr lang="zh-CN" altLang="en-US" dirty="0"/>
              <a:t>或</a:t>
            </a:r>
            <a:r>
              <a:rPr lang="en-US" altLang="zh-CN" dirty="0"/>
              <a:t>K</a:t>
            </a:r>
            <a:r>
              <a:rPr lang="en-US" altLang="zh-CN" baseline="-25000" dirty="0"/>
              <a:t>3,3</a:t>
            </a:r>
            <a:r>
              <a:rPr lang="zh-CN" altLang="en-US" dirty="0"/>
              <a:t>同胚的子图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11.14: </a:t>
            </a:r>
            <a:r>
              <a:rPr lang="zh-CN" altLang="en-US" dirty="0"/>
              <a:t>图</a:t>
            </a:r>
            <a:r>
              <a:rPr lang="en-US" altLang="zh-CN" dirty="0"/>
              <a:t>G</a:t>
            </a:r>
            <a:r>
              <a:rPr lang="zh-CN" altLang="en-US" dirty="0"/>
              <a:t>是平面图⇔ </a:t>
            </a:r>
            <a:r>
              <a:rPr lang="en-US" altLang="zh-CN" dirty="0"/>
              <a:t>G</a:t>
            </a:r>
            <a:r>
              <a:rPr lang="zh-CN" altLang="en-US" dirty="0"/>
              <a:t>没有可以边收缩到</a:t>
            </a:r>
            <a:r>
              <a:rPr lang="en-US" altLang="zh-CN" dirty="0"/>
              <a:t>K</a:t>
            </a:r>
            <a:r>
              <a:rPr lang="en-US" altLang="zh-CN" baseline="-25000" dirty="0"/>
              <a:t>5</a:t>
            </a:r>
            <a:r>
              <a:rPr lang="zh-CN" altLang="en-US" dirty="0"/>
              <a:t>或</a:t>
            </a:r>
            <a:r>
              <a:rPr lang="en-US" altLang="zh-CN" dirty="0"/>
              <a:t>K</a:t>
            </a:r>
            <a:r>
              <a:rPr lang="en-US" altLang="zh-CN" baseline="-25000" dirty="0"/>
              <a:t>3,3</a:t>
            </a:r>
            <a:r>
              <a:rPr lang="zh-CN" altLang="en-US" dirty="0"/>
              <a:t>的子图</a:t>
            </a:r>
            <a:endParaRPr lang="en-US" altLang="zh-CN" dirty="0"/>
          </a:p>
          <a:p>
            <a:r>
              <a:rPr lang="zh-CN" altLang="en-US" dirty="0"/>
              <a:t>判定平面图的其它算法：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1966</a:t>
            </a:r>
            <a:r>
              <a:rPr lang="zh-CN" altLang="en-US" dirty="0"/>
              <a:t>，</a:t>
            </a:r>
            <a:r>
              <a:rPr lang="en-US" altLang="zh-CN" dirty="0"/>
              <a:t>Lempel,Euler,Cederbaum,</a:t>
            </a:r>
            <a:r>
              <a:rPr lang="zh-CN" altLang="en-US" dirty="0"/>
              <a:t>灌木生长算法</a:t>
            </a:r>
            <a:endParaRPr lang="zh-CN" altLang="en-US" dirty="0"/>
          </a:p>
        </p:txBody>
      </p:sp>
      <p:sp>
        <p:nvSpPr>
          <p:cNvPr id="10244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</a:t>
            </a:r>
            <a:r>
              <a:rPr lang="en-US" altLang="zh-CN" dirty="0"/>
              <a:t>11.3</a:t>
            </a:r>
            <a:endParaRPr lang="zh-CN" altLang="en-US" dirty="0"/>
          </a:p>
        </p:txBody>
      </p:sp>
      <p:sp>
        <p:nvSpPr>
          <p:cNvPr id="12290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判断以下三个图均不是平面图。</a:t>
            </a:r>
            <a:endParaRPr lang="zh-CN" altLang="en-US" dirty="0"/>
          </a:p>
        </p:txBody>
      </p:sp>
      <p:sp>
        <p:nvSpPr>
          <p:cNvPr id="12292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93" name="组合 39"/>
          <p:cNvGrpSpPr/>
          <p:nvPr/>
        </p:nvGrpSpPr>
        <p:grpSpPr>
          <a:xfrm>
            <a:off x="427673" y="2612073"/>
            <a:ext cx="2232025" cy="2520950"/>
            <a:chOff x="0" y="0"/>
            <a:chExt cx="2232248" cy="2520280"/>
          </a:xfrm>
        </p:grpSpPr>
        <p:cxnSp>
          <p:nvCxnSpPr>
            <p:cNvPr id="12294" name="直接连接符 26"/>
            <p:cNvCxnSpPr/>
            <p:nvPr/>
          </p:nvCxnSpPr>
          <p:spPr>
            <a:xfrm rot="-5400000" flipH="1">
              <a:off x="756083" y="1044116"/>
              <a:ext cx="1368152" cy="1296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295" name="椭圆 11"/>
            <p:cNvGrpSpPr/>
            <p:nvPr/>
          </p:nvGrpSpPr>
          <p:grpSpPr>
            <a:xfrm>
              <a:off x="1994670" y="2282027"/>
              <a:ext cx="262154" cy="262058"/>
              <a:chOff x="0" y="0"/>
              <a:chExt cx="262128" cy="262128"/>
            </a:xfrm>
          </p:grpSpPr>
          <p:pic>
            <p:nvPicPr>
              <p:cNvPr id="12296" name="椭圆 11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297" name="文本框 7177"/>
              <p:cNvSpPr txBox="1"/>
              <p:nvPr/>
            </p:nvSpPr>
            <p:spPr>
              <a:xfrm>
                <a:off x="53185" y="53879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298" name="直接连接符 16"/>
            <p:cNvCxnSpPr/>
            <p:nvPr/>
          </p:nvCxnSpPr>
          <p:spPr>
            <a:xfrm rot="5400000">
              <a:off x="-468052" y="792088"/>
              <a:ext cx="2016224" cy="8640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299" name="椭圆 5"/>
            <p:cNvGrpSpPr/>
            <p:nvPr/>
          </p:nvGrpSpPr>
          <p:grpSpPr>
            <a:xfrm>
              <a:off x="842411" y="-21648"/>
              <a:ext cx="262154" cy="262058"/>
              <a:chOff x="0" y="0"/>
              <a:chExt cx="262128" cy="262128"/>
            </a:xfrm>
          </p:grpSpPr>
          <p:pic>
            <p:nvPicPr>
              <p:cNvPr id="12300" name="椭圆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01" name="文本框 7181"/>
              <p:cNvSpPr txBox="1"/>
              <p:nvPr/>
            </p:nvSpPr>
            <p:spPr>
              <a:xfrm>
                <a:off x="53316" y="53298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02" name="椭圆 6"/>
            <p:cNvGrpSpPr/>
            <p:nvPr/>
          </p:nvGrpSpPr>
          <p:grpSpPr>
            <a:xfrm>
              <a:off x="-23307" y="1416625"/>
              <a:ext cx="262154" cy="262058"/>
              <a:chOff x="0" y="0"/>
              <a:chExt cx="262128" cy="262128"/>
            </a:xfrm>
          </p:grpSpPr>
          <p:pic>
            <p:nvPicPr>
              <p:cNvPr id="12303" name="椭圆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04" name="文本框 7184"/>
              <p:cNvSpPr txBox="1"/>
              <p:nvPr/>
            </p:nvSpPr>
            <p:spPr>
              <a:xfrm>
                <a:off x="54938" y="55185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05" name="椭圆 7"/>
            <p:cNvGrpSpPr/>
            <p:nvPr/>
          </p:nvGrpSpPr>
          <p:grpSpPr>
            <a:xfrm>
              <a:off x="-23307" y="2208895"/>
              <a:ext cx="262154" cy="262058"/>
              <a:chOff x="0" y="0"/>
              <a:chExt cx="262128" cy="262128"/>
            </a:xfrm>
          </p:grpSpPr>
          <p:pic>
            <p:nvPicPr>
              <p:cNvPr id="12306" name="椭圆 7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07" name="文本框 7187"/>
              <p:cNvSpPr txBox="1"/>
              <p:nvPr/>
            </p:nvSpPr>
            <p:spPr>
              <a:xfrm>
                <a:off x="54938" y="55003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08" name="椭圆 8"/>
            <p:cNvGrpSpPr/>
            <p:nvPr/>
          </p:nvGrpSpPr>
          <p:grpSpPr>
            <a:xfrm>
              <a:off x="629030" y="770621"/>
              <a:ext cx="256058" cy="262058"/>
              <a:chOff x="0" y="0"/>
              <a:chExt cx="256032" cy="262128"/>
            </a:xfrm>
          </p:grpSpPr>
          <p:pic>
            <p:nvPicPr>
              <p:cNvPr id="12309" name="椭圆 8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10" name="文本框 7190"/>
              <p:cNvSpPr txBox="1"/>
              <p:nvPr/>
            </p:nvSpPr>
            <p:spPr>
              <a:xfrm>
                <a:off x="50673" y="53117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11" name="椭圆 9"/>
            <p:cNvGrpSpPr/>
            <p:nvPr/>
          </p:nvGrpSpPr>
          <p:grpSpPr>
            <a:xfrm>
              <a:off x="915570" y="1130190"/>
              <a:ext cx="256058" cy="262058"/>
              <a:chOff x="0" y="0"/>
              <a:chExt cx="256032" cy="262128"/>
            </a:xfrm>
          </p:grpSpPr>
          <p:pic>
            <p:nvPicPr>
              <p:cNvPr id="12312" name="椭圆 9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13" name="文本框 7193"/>
              <p:cNvSpPr txBox="1"/>
              <p:nvPr/>
            </p:nvSpPr>
            <p:spPr>
              <a:xfrm>
                <a:off x="52164" y="53588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14" name="椭圆 10"/>
            <p:cNvGrpSpPr/>
            <p:nvPr/>
          </p:nvGrpSpPr>
          <p:grpSpPr>
            <a:xfrm>
              <a:off x="1202111" y="1489758"/>
              <a:ext cx="262154" cy="262058"/>
              <a:chOff x="0" y="0"/>
              <a:chExt cx="262128" cy="262128"/>
            </a:xfrm>
          </p:grpSpPr>
          <p:pic>
            <p:nvPicPr>
              <p:cNvPr id="12315" name="椭圆 10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16" name="文本框 7196"/>
              <p:cNvSpPr txBox="1"/>
              <p:nvPr/>
            </p:nvSpPr>
            <p:spPr>
              <a:xfrm>
                <a:off x="53656" y="54060"/>
                <a:ext cx="152736" cy="1527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17" name="直接连接符 13"/>
            <p:cNvCxnSpPr/>
            <p:nvPr/>
          </p:nvCxnSpPr>
          <p:spPr>
            <a:xfrm rot="5400000">
              <a:off x="-126014" y="418414"/>
              <a:ext cx="1255772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8" name="直接连接符 18"/>
            <p:cNvCxnSpPr/>
            <p:nvPr/>
          </p:nvCxnSpPr>
          <p:spPr>
            <a:xfrm rot="5400000">
              <a:off x="-198022" y="1926214"/>
              <a:ext cx="57606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19" name="直接连接符 20"/>
            <p:cNvCxnSpPr/>
            <p:nvPr/>
          </p:nvCxnSpPr>
          <p:spPr>
            <a:xfrm rot="-5400000" flipH="1">
              <a:off x="558062" y="666074"/>
              <a:ext cx="93610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0" name="直接连接符 28"/>
            <p:cNvCxnSpPr/>
            <p:nvPr/>
          </p:nvCxnSpPr>
          <p:spPr>
            <a:xfrm>
              <a:off x="216024" y="2340260"/>
              <a:ext cx="1872208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1" name="直接连接符 31"/>
            <p:cNvCxnSpPr/>
            <p:nvPr/>
          </p:nvCxnSpPr>
          <p:spPr>
            <a:xfrm rot="-5400000" flipH="1">
              <a:off x="526426" y="706446"/>
              <a:ext cx="2119868" cy="10757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2" name="直接连接符 36"/>
            <p:cNvCxnSpPr/>
            <p:nvPr/>
          </p:nvCxnSpPr>
          <p:spPr>
            <a:xfrm flipV="1">
              <a:off x="216024" y="1543804"/>
              <a:ext cx="1039748" cy="4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3" name="直接连接符 38"/>
            <p:cNvCxnSpPr/>
            <p:nvPr/>
          </p:nvCxnSpPr>
          <p:spPr>
            <a:xfrm rot="-5400000" flipH="1">
              <a:off x="738082" y="1026114"/>
              <a:ext cx="679708" cy="19398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24" name="组合 85"/>
          <p:cNvGrpSpPr/>
          <p:nvPr/>
        </p:nvGrpSpPr>
        <p:grpSpPr>
          <a:xfrm>
            <a:off x="3095943" y="2653665"/>
            <a:ext cx="2447925" cy="2159000"/>
            <a:chOff x="0" y="0"/>
            <a:chExt cx="2448272" cy="2160240"/>
          </a:xfrm>
        </p:grpSpPr>
        <p:grpSp>
          <p:nvGrpSpPr>
            <p:cNvPr id="12325" name="椭圆 40"/>
            <p:cNvGrpSpPr/>
            <p:nvPr/>
          </p:nvGrpSpPr>
          <p:grpSpPr>
            <a:xfrm>
              <a:off x="1058504" y="-23381"/>
              <a:ext cx="262165" cy="262279"/>
              <a:chOff x="0" y="0"/>
              <a:chExt cx="262128" cy="262128"/>
            </a:xfrm>
          </p:grpSpPr>
          <p:pic>
            <p:nvPicPr>
              <p:cNvPr id="12326" name="椭圆 4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27" name="文本框 7207"/>
              <p:cNvSpPr txBox="1"/>
              <p:nvPr/>
            </p:nvSpPr>
            <p:spPr>
              <a:xfrm>
                <a:off x="53244" y="54986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28" name="椭圆 41"/>
            <p:cNvGrpSpPr/>
            <p:nvPr/>
          </p:nvGrpSpPr>
          <p:grpSpPr>
            <a:xfrm>
              <a:off x="-20641" y="629265"/>
              <a:ext cx="256068" cy="256179"/>
              <a:chOff x="0" y="0"/>
              <a:chExt cx="256032" cy="256032"/>
            </a:xfrm>
          </p:grpSpPr>
          <p:pic>
            <p:nvPicPr>
              <p:cNvPr id="12329" name="椭圆 4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30" name="文本框 7210"/>
              <p:cNvSpPr txBox="1"/>
              <p:nvPr/>
            </p:nvSpPr>
            <p:spPr>
              <a:xfrm>
                <a:off x="52269" y="5041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31" name="直接连接符 43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32" name="椭圆 44"/>
            <p:cNvGrpSpPr/>
            <p:nvPr/>
          </p:nvGrpSpPr>
          <p:grpSpPr>
            <a:xfrm>
              <a:off x="2210811" y="629265"/>
              <a:ext cx="256068" cy="256179"/>
              <a:chOff x="0" y="0"/>
              <a:chExt cx="256032" cy="256032"/>
            </a:xfrm>
          </p:grpSpPr>
          <p:pic>
            <p:nvPicPr>
              <p:cNvPr id="12333" name="椭圆 4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34" name="文本框 7214"/>
              <p:cNvSpPr txBox="1"/>
              <p:nvPr/>
            </p:nvSpPr>
            <p:spPr>
              <a:xfrm>
                <a:off x="53065" y="5041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35" name="直接连接符 46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36" name="直接连接符 48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37" name="椭圆 49"/>
            <p:cNvGrpSpPr/>
            <p:nvPr/>
          </p:nvGrpSpPr>
          <p:grpSpPr>
            <a:xfrm>
              <a:off x="265912" y="1922359"/>
              <a:ext cx="262165" cy="262279"/>
              <a:chOff x="0" y="0"/>
              <a:chExt cx="262128" cy="262128"/>
            </a:xfrm>
          </p:grpSpPr>
          <p:pic>
            <p:nvPicPr>
              <p:cNvPr id="12338" name="椭圆 4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39" name="文本框 7219"/>
              <p:cNvSpPr txBox="1"/>
              <p:nvPr/>
            </p:nvSpPr>
            <p:spPr>
              <a:xfrm>
                <a:off x="53748" y="53462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40" name="椭圆 50"/>
            <p:cNvGrpSpPr/>
            <p:nvPr/>
          </p:nvGrpSpPr>
          <p:grpSpPr>
            <a:xfrm>
              <a:off x="1924259" y="1922359"/>
              <a:ext cx="256068" cy="262279"/>
              <a:chOff x="0" y="0"/>
              <a:chExt cx="256032" cy="262128"/>
            </a:xfrm>
          </p:grpSpPr>
          <p:pic>
            <p:nvPicPr>
              <p:cNvPr id="12341" name="椭圆 5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42" name="文本框 7222"/>
              <p:cNvSpPr txBox="1"/>
              <p:nvPr/>
            </p:nvSpPr>
            <p:spPr>
              <a:xfrm>
                <a:off x="51585" y="53462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43" name="直接连接符 53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44" name="直接连接符 55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45" name="椭圆 57"/>
            <p:cNvGrpSpPr/>
            <p:nvPr/>
          </p:nvGrpSpPr>
          <p:grpSpPr>
            <a:xfrm>
              <a:off x="1058504" y="629265"/>
              <a:ext cx="262165" cy="256179"/>
              <a:chOff x="0" y="0"/>
              <a:chExt cx="262128" cy="256032"/>
            </a:xfrm>
          </p:grpSpPr>
          <p:pic>
            <p:nvPicPr>
              <p:cNvPr id="12346" name="椭圆 5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47" name="文本框 7227"/>
              <p:cNvSpPr txBox="1"/>
              <p:nvPr/>
            </p:nvSpPr>
            <p:spPr>
              <a:xfrm>
                <a:off x="53244" y="5041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48" name="椭圆 58"/>
            <p:cNvGrpSpPr/>
            <p:nvPr/>
          </p:nvGrpSpPr>
          <p:grpSpPr>
            <a:xfrm>
              <a:off x="485399" y="915942"/>
              <a:ext cx="256068" cy="256179"/>
              <a:chOff x="0" y="0"/>
              <a:chExt cx="256032" cy="256032"/>
            </a:xfrm>
          </p:grpSpPr>
          <p:pic>
            <p:nvPicPr>
              <p:cNvPr id="12349" name="椭圆 5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50" name="文本框 7230"/>
              <p:cNvSpPr txBox="1"/>
              <p:nvPr/>
            </p:nvSpPr>
            <p:spPr>
              <a:xfrm>
                <a:off x="50286" y="5176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51" name="椭圆 59"/>
            <p:cNvGrpSpPr/>
            <p:nvPr/>
          </p:nvGrpSpPr>
          <p:grpSpPr>
            <a:xfrm>
              <a:off x="1631609" y="915942"/>
              <a:ext cx="262165" cy="256179"/>
              <a:chOff x="0" y="0"/>
              <a:chExt cx="262128" cy="256032"/>
            </a:xfrm>
          </p:grpSpPr>
          <p:pic>
            <p:nvPicPr>
              <p:cNvPr id="12352" name="椭圆 5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53" name="文本框 7233"/>
              <p:cNvSpPr txBox="1"/>
              <p:nvPr/>
            </p:nvSpPr>
            <p:spPr>
              <a:xfrm>
                <a:off x="56202" y="5176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54" name="椭圆 60"/>
            <p:cNvGrpSpPr/>
            <p:nvPr/>
          </p:nvGrpSpPr>
          <p:grpSpPr>
            <a:xfrm>
              <a:off x="552464" y="1489295"/>
              <a:ext cx="262165" cy="262279"/>
              <a:chOff x="0" y="0"/>
              <a:chExt cx="262128" cy="262128"/>
            </a:xfrm>
          </p:grpSpPr>
          <p:pic>
            <p:nvPicPr>
              <p:cNvPr id="12355" name="椭圆 6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56" name="文本框 7236"/>
              <p:cNvSpPr txBox="1"/>
              <p:nvPr/>
            </p:nvSpPr>
            <p:spPr>
              <a:xfrm>
                <a:off x="55227" y="54478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57" name="椭圆 61"/>
            <p:cNvGrpSpPr/>
            <p:nvPr/>
          </p:nvGrpSpPr>
          <p:grpSpPr>
            <a:xfrm>
              <a:off x="1418219" y="1489295"/>
              <a:ext cx="262165" cy="262279"/>
              <a:chOff x="0" y="0"/>
              <a:chExt cx="262128" cy="262128"/>
            </a:xfrm>
          </p:grpSpPr>
          <p:pic>
            <p:nvPicPr>
              <p:cNvPr id="12358" name="椭圆 6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59" name="文本框 7239"/>
              <p:cNvSpPr txBox="1"/>
              <p:nvPr/>
            </p:nvSpPr>
            <p:spPr>
              <a:xfrm>
                <a:off x="53569" y="54478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60" name="直接连接符 63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1" name="直接连接符 66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2" name="直接连接符 68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3" name="直接连接符 70"/>
            <p:cNvCxnSpPr/>
            <p:nvPr/>
          </p:nvCxnSpPr>
          <p:spPr>
            <a:xfrm>
              <a:off x="720080" y="1008112"/>
              <a:ext cx="93610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4" name="直接连接符 72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5" name="直接连接符 75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6" name="直接连接符 77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7" name="直接连接符 79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8" name="直接连接符 81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69" name="直接连接符 83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70" name="组合 127"/>
          <p:cNvGrpSpPr/>
          <p:nvPr/>
        </p:nvGrpSpPr>
        <p:grpSpPr>
          <a:xfrm>
            <a:off x="6084888" y="2730183"/>
            <a:ext cx="2735262" cy="2087562"/>
            <a:chOff x="0" y="0"/>
            <a:chExt cx="2736304" cy="2088232"/>
          </a:xfrm>
        </p:grpSpPr>
        <p:cxnSp>
          <p:nvCxnSpPr>
            <p:cNvPr id="12371" name="直接连接符 103"/>
            <p:cNvCxnSpPr/>
            <p:nvPr/>
          </p:nvCxnSpPr>
          <p:spPr>
            <a:xfrm>
              <a:off x="720080" y="108012"/>
              <a:ext cx="1183764" cy="8597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72" name="直接连接符 105"/>
            <p:cNvCxnSpPr/>
            <p:nvPr/>
          </p:nvCxnSpPr>
          <p:spPr>
            <a:xfrm rot="5400000">
              <a:off x="958474" y="-54006"/>
              <a:ext cx="751716" cy="12917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73" name="椭圆 86"/>
            <p:cNvGrpSpPr/>
            <p:nvPr/>
          </p:nvGrpSpPr>
          <p:grpSpPr>
            <a:xfrm>
              <a:off x="480687" y="-21661"/>
              <a:ext cx="262228" cy="262212"/>
              <a:chOff x="0" y="0"/>
              <a:chExt cx="262128" cy="262128"/>
            </a:xfrm>
          </p:grpSpPr>
          <p:pic>
            <p:nvPicPr>
              <p:cNvPr id="12374" name="椭圆 8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75" name="文本框 7255"/>
              <p:cNvSpPr txBox="1"/>
              <p:nvPr/>
            </p:nvSpPr>
            <p:spPr>
              <a:xfrm>
                <a:off x="54984" y="53280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76" name="椭圆 87"/>
            <p:cNvGrpSpPr/>
            <p:nvPr/>
          </p:nvGrpSpPr>
          <p:grpSpPr>
            <a:xfrm>
              <a:off x="1852810" y="-21661"/>
              <a:ext cx="256130" cy="262212"/>
              <a:chOff x="0" y="0"/>
              <a:chExt cx="256032" cy="262128"/>
            </a:xfrm>
          </p:grpSpPr>
          <p:pic>
            <p:nvPicPr>
              <p:cNvPr id="12377" name="椭圆 8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78" name="文本框 7258"/>
              <p:cNvSpPr txBox="1"/>
              <p:nvPr/>
            </p:nvSpPr>
            <p:spPr>
              <a:xfrm>
                <a:off x="51015" y="53280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79" name="椭圆 88"/>
            <p:cNvGrpSpPr/>
            <p:nvPr/>
          </p:nvGrpSpPr>
          <p:grpSpPr>
            <a:xfrm>
              <a:off x="480687" y="917424"/>
              <a:ext cx="262228" cy="256114"/>
              <a:chOff x="0" y="0"/>
              <a:chExt cx="262128" cy="256032"/>
            </a:xfrm>
          </p:grpSpPr>
          <p:pic>
            <p:nvPicPr>
              <p:cNvPr id="12380" name="椭圆 8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81" name="文本框 7261"/>
              <p:cNvSpPr txBox="1"/>
              <p:nvPr/>
            </p:nvSpPr>
            <p:spPr>
              <a:xfrm>
                <a:off x="54984" y="50300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82" name="椭圆 89"/>
            <p:cNvGrpSpPr/>
            <p:nvPr/>
          </p:nvGrpSpPr>
          <p:grpSpPr>
            <a:xfrm>
              <a:off x="1852810" y="917424"/>
              <a:ext cx="256130" cy="256114"/>
              <a:chOff x="0" y="0"/>
              <a:chExt cx="256032" cy="256032"/>
            </a:xfrm>
          </p:grpSpPr>
          <p:pic>
            <p:nvPicPr>
              <p:cNvPr id="12383" name="椭圆 8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84" name="文本框 7264"/>
              <p:cNvSpPr txBox="1"/>
              <p:nvPr/>
            </p:nvSpPr>
            <p:spPr>
              <a:xfrm>
                <a:off x="51015" y="50300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85" name="椭圆 90"/>
            <p:cNvGrpSpPr/>
            <p:nvPr/>
          </p:nvGrpSpPr>
          <p:grpSpPr>
            <a:xfrm>
              <a:off x="1200289" y="484469"/>
              <a:ext cx="262228" cy="256114"/>
              <a:chOff x="0" y="0"/>
              <a:chExt cx="262128" cy="256032"/>
            </a:xfrm>
          </p:grpSpPr>
          <p:pic>
            <p:nvPicPr>
              <p:cNvPr id="12386" name="椭圆 9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87" name="文本框 7267"/>
              <p:cNvSpPr txBox="1"/>
              <p:nvPr/>
            </p:nvSpPr>
            <p:spPr>
              <a:xfrm>
                <a:off x="55462" y="51206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88" name="直接连接符 92"/>
            <p:cNvCxnSpPr/>
            <p:nvPr/>
          </p:nvCxnSpPr>
          <p:spPr>
            <a:xfrm rot="5400000" flipH="1" flipV="1">
              <a:off x="1260140" y="-499688"/>
              <a:ext cx="0" cy="1143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89" name="直接连接符 94"/>
            <p:cNvCxnSpPr/>
            <p:nvPr/>
          </p:nvCxnSpPr>
          <p:spPr>
            <a:xfrm rot="5400000">
              <a:off x="180020" y="540060"/>
              <a:ext cx="7920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90" name="直接连接符 99"/>
            <p:cNvCxnSpPr/>
            <p:nvPr/>
          </p:nvCxnSpPr>
          <p:spPr>
            <a:xfrm rot="-5400000" flipH="1">
              <a:off x="1616692" y="572576"/>
              <a:ext cx="720080" cy="69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91" name="直接连接符 107"/>
            <p:cNvCxnSpPr/>
            <p:nvPr/>
          </p:nvCxnSpPr>
          <p:spPr>
            <a:xfrm>
              <a:off x="720080" y="1044116"/>
              <a:ext cx="11521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92" name="椭圆 108"/>
            <p:cNvGrpSpPr/>
            <p:nvPr/>
          </p:nvGrpSpPr>
          <p:grpSpPr>
            <a:xfrm>
              <a:off x="-19375" y="1777236"/>
              <a:ext cx="256130" cy="262212"/>
              <a:chOff x="0" y="0"/>
              <a:chExt cx="256032" cy="262128"/>
            </a:xfrm>
          </p:grpSpPr>
          <p:pic>
            <p:nvPicPr>
              <p:cNvPr id="12393" name="椭圆 10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94" name="文本框 7274"/>
              <p:cNvSpPr txBox="1"/>
              <p:nvPr/>
            </p:nvSpPr>
            <p:spPr>
              <a:xfrm>
                <a:off x="50992" y="54582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" name="椭圆 109"/>
            <p:cNvGrpSpPr/>
            <p:nvPr/>
          </p:nvGrpSpPr>
          <p:grpSpPr>
            <a:xfrm>
              <a:off x="2499232" y="1850412"/>
              <a:ext cx="256130" cy="262212"/>
              <a:chOff x="0" y="0"/>
              <a:chExt cx="256032" cy="262128"/>
            </a:xfrm>
          </p:grpSpPr>
          <p:pic>
            <p:nvPicPr>
              <p:cNvPr id="12396" name="椭圆 10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97" name="文本框 7277"/>
              <p:cNvSpPr txBox="1"/>
              <p:nvPr/>
            </p:nvSpPr>
            <p:spPr>
              <a:xfrm>
                <a:off x="52664" y="53415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2398" name="直接连接符 111"/>
            <p:cNvCxnSpPr/>
            <p:nvPr/>
          </p:nvCxnSpPr>
          <p:spPr>
            <a:xfrm rot="5400000">
              <a:off x="-540060" y="756084"/>
              <a:ext cx="1647448" cy="504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99" name="直接连接符 115"/>
            <p:cNvCxnSpPr/>
            <p:nvPr/>
          </p:nvCxnSpPr>
          <p:spPr>
            <a:xfrm rot="5400000">
              <a:off x="-18002" y="1246506"/>
              <a:ext cx="679708" cy="427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00" name="直接连接符 117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01" name="直接连接符 119"/>
            <p:cNvCxnSpPr/>
            <p:nvPr/>
          </p:nvCxnSpPr>
          <p:spPr>
            <a:xfrm rot="-5400000" flipH="1">
              <a:off x="1966586" y="1210502"/>
              <a:ext cx="751716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02" name="直接连接符 121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03" name="直接连接符 124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</a:t>
            </a:r>
            <a:r>
              <a:rPr lang="en-US" altLang="zh-CN" dirty="0"/>
              <a:t>11.3(1)</a:t>
            </a:r>
            <a:endParaRPr lang="zh-CN" altLang="en-US" dirty="0"/>
          </a:p>
        </p:txBody>
      </p:sp>
      <p:sp>
        <p:nvSpPr>
          <p:cNvPr id="13315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16" name="椭圆 7"/>
          <p:cNvGrpSpPr/>
          <p:nvPr/>
        </p:nvGrpSpPr>
        <p:grpSpPr>
          <a:xfrm>
            <a:off x="2462213" y="3554413"/>
            <a:ext cx="257175" cy="255587"/>
            <a:chOff x="0" y="0"/>
            <a:chExt cx="162" cy="161"/>
          </a:xfrm>
        </p:grpSpPr>
        <p:pic>
          <p:nvPicPr>
            <p:cNvPr id="13317" name="椭圆 7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62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8" name="文本框 8198"/>
            <p:cNvSpPr txBox="1"/>
            <p:nvPr/>
          </p:nvSpPr>
          <p:spPr>
            <a:xfrm>
              <a:off x="34" y="32"/>
              <a:ext cx="96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3319" name="直接连接符 8"/>
          <p:cNvCxnSpPr/>
          <p:nvPr/>
        </p:nvCxnSpPr>
        <p:spPr>
          <a:xfrm rot="5400000">
            <a:off x="233363" y="2586038"/>
            <a:ext cx="1255712" cy="571500"/>
          </a:xfrm>
          <a:prstGeom prst="line">
            <a:avLst/>
          </a:prstGeom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</p:cxnSp>
      <p:grpSp>
        <p:nvGrpSpPr>
          <p:cNvPr id="13320" name="椭圆 9"/>
          <p:cNvGrpSpPr/>
          <p:nvPr/>
        </p:nvGrpSpPr>
        <p:grpSpPr>
          <a:xfrm>
            <a:off x="1311275" y="1249363"/>
            <a:ext cx="255588" cy="255587"/>
            <a:chOff x="0" y="0"/>
            <a:chExt cx="161" cy="161"/>
          </a:xfrm>
        </p:grpSpPr>
        <p:pic>
          <p:nvPicPr>
            <p:cNvPr id="13321" name="椭圆 9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61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2" name="文本框 8202"/>
            <p:cNvSpPr txBox="1"/>
            <p:nvPr/>
          </p:nvSpPr>
          <p:spPr>
            <a:xfrm>
              <a:off x="33" y="32"/>
              <a:ext cx="96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3" name="椭圆 10"/>
          <p:cNvGrpSpPr/>
          <p:nvPr/>
        </p:nvGrpSpPr>
        <p:grpSpPr>
          <a:xfrm>
            <a:off x="444500" y="2687638"/>
            <a:ext cx="261938" cy="257175"/>
            <a:chOff x="0" y="0"/>
            <a:chExt cx="165" cy="162"/>
          </a:xfrm>
        </p:grpSpPr>
        <p:pic>
          <p:nvPicPr>
            <p:cNvPr id="13324" name="椭圆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65" cy="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5" name="文本框 8205"/>
            <p:cNvSpPr txBox="1"/>
            <p:nvPr/>
          </p:nvSpPr>
          <p:spPr>
            <a:xfrm>
              <a:off x="34" y="33"/>
              <a:ext cx="97" cy="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6" name="椭圆 11"/>
          <p:cNvGrpSpPr/>
          <p:nvPr/>
        </p:nvGrpSpPr>
        <p:grpSpPr>
          <a:xfrm>
            <a:off x="444500" y="3481388"/>
            <a:ext cx="261938" cy="255587"/>
            <a:chOff x="0" y="0"/>
            <a:chExt cx="165" cy="161"/>
          </a:xfrm>
        </p:grpSpPr>
        <p:pic>
          <p:nvPicPr>
            <p:cNvPr id="13327" name="椭圆 11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65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8" name="文本框 8208"/>
            <p:cNvSpPr txBox="1"/>
            <p:nvPr/>
          </p:nvSpPr>
          <p:spPr>
            <a:xfrm>
              <a:off x="34" y="32"/>
              <a:ext cx="97" cy="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9" name="椭圆 12"/>
          <p:cNvGrpSpPr/>
          <p:nvPr/>
        </p:nvGrpSpPr>
        <p:grpSpPr>
          <a:xfrm>
            <a:off x="1090613" y="2041525"/>
            <a:ext cx="261937" cy="257175"/>
            <a:chOff x="0" y="0"/>
            <a:chExt cx="165" cy="162"/>
          </a:xfrm>
        </p:grpSpPr>
        <p:pic>
          <p:nvPicPr>
            <p:cNvPr id="13330" name="椭圆 1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65" cy="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1" name="文本框 8211"/>
            <p:cNvSpPr txBox="1"/>
            <p:nvPr/>
          </p:nvSpPr>
          <p:spPr>
            <a:xfrm>
              <a:off x="36" y="32"/>
              <a:ext cx="96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32" name="椭圆 13"/>
          <p:cNvGrpSpPr/>
          <p:nvPr/>
        </p:nvGrpSpPr>
        <p:grpSpPr>
          <a:xfrm>
            <a:off x="1384300" y="2401888"/>
            <a:ext cx="255588" cy="255587"/>
            <a:chOff x="0" y="0"/>
            <a:chExt cx="161" cy="161"/>
          </a:xfrm>
        </p:grpSpPr>
        <p:pic>
          <p:nvPicPr>
            <p:cNvPr id="13333" name="椭圆 1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61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4" name="文本框 8214"/>
            <p:cNvSpPr txBox="1"/>
            <p:nvPr/>
          </p:nvSpPr>
          <p:spPr>
            <a:xfrm>
              <a:off x="32" y="32"/>
              <a:ext cx="96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35" name="椭圆 14"/>
          <p:cNvGrpSpPr/>
          <p:nvPr/>
        </p:nvGrpSpPr>
        <p:grpSpPr>
          <a:xfrm>
            <a:off x="1670050" y="2762250"/>
            <a:ext cx="255588" cy="255588"/>
            <a:chOff x="0" y="0"/>
            <a:chExt cx="161" cy="161"/>
          </a:xfrm>
        </p:grpSpPr>
        <p:pic>
          <p:nvPicPr>
            <p:cNvPr id="13336" name="椭圆 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61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7" name="文本框 8217"/>
            <p:cNvSpPr txBox="1"/>
            <p:nvPr/>
          </p:nvSpPr>
          <p:spPr>
            <a:xfrm>
              <a:off x="34" y="32"/>
              <a:ext cx="96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3338" name="直接连接符 15"/>
          <p:cNvCxnSpPr/>
          <p:nvPr/>
        </p:nvCxnSpPr>
        <p:spPr>
          <a:xfrm rot="5400000">
            <a:off x="342900" y="1685925"/>
            <a:ext cx="1254125" cy="787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39" name="直接连接符 16"/>
          <p:cNvCxnSpPr/>
          <p:nvPr/>
        </p:nvCxnSpPr>
        <p:spPr>
          <a:xfrm rot="5400000">
            <a:off x="269875" y="3194050"/>
            <a:ext cx="576263" cy="365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0" name="直接连接符 17"/>
          <p:cNvCxnSpPr/>
          <p:nvPr/>
        </p:nvCxnSpPr>
        <p:spPr>
          <a:xfrm rot="-5400000" flipH="1">
            <a:off x="1025525" y="1935163"/>
            <a:ext cx="936625" cy="34925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1" name="直接连接符 18"/>
          <p:cNvCxnSpPr/>
          <p:nvPr/>
        </p:nvCxnSpPr>
        <p:spPr>
          <a:xfrm rot="-5400000" flipH="1">
            <a:off x="1876425" y="2965450"/>
            <a:ext cx="679450" cy="6794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2" name="直接连接符 19"/>
          <p:cNvCxnSpPr/>
          <p:nvPr/>
        </p:nvCxnSpPr>
        <p:spPr>
          <a:xfrm>
            <a:off x="684213" y="3608388"/>
            <a:ext cx="1871662" cy="365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3" name="直接连接符 20"/>
          <p:cNvCxnSpPr/>
          <p:nvPr/>
        </p:nvCxnSpPr>
        <p:spPr>
          <a:xfrm rot="-5400000" flipH="1">
            <a:off x="993775" y="1974850"/>
            <a:ext cx="2120900" cy="10763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4" name="直接连接符 21"/>
          <p:cNvCxnSpPr/>
          <p:nvPr/>
        </p:nvCxnSpPr>
        <p:spPr>
          <a:xfrm flipV="1">
            <a:off x="684213" y="2813050"/>
            <a:ext cx="1039812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5" name="直接连接符 22"/>
          <p:cNvCxnSpPr/>
          <p:nvPr/>
        </p:nvCxnSpPr>
        <p:spPr>
          <a:xfrm rot="-5400000" flipH="1">
            <a:off x="1196975" y="2286000"/>
            <a:ext cx="681038" cy="1939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6" name="直接连接符 42"/>
          <p:cNvCxnSpPr/>
          <p:nvPr/>
        </p:nvCxnSpPr>
        <p:spPr>
          <a:xfrm rot="5400000">
            <a:off x="1025525" y="1682750"/>
            <a:ext cx="576263" cy="1793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7" name="直接连接符 50"/>
          <p:cNvCxnSpPr/>
          <p:nvPr/>
        </p:nvCxnSpPr>
        <p:spPr>
          <a:xfrm rot="-5400000" flipH="1">
            <a:off x="1550988" y="2640013"/>
            <a:ext cx="206375" cy="136525"/>
          </a:xfrm>
          <a:prstGeom prst="line">
            <a:avLst/>
          </a:prstGeom>
          <a:ln w="2857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13348" name="直接连接符 52"/>
          <p:cNvCxnSpPr/>
          <p:nvPr/>
        </p:nvCxnSpPr>
        <p:spPr>
          <a:xfrm rot="-5400000" flipH="1">
            <a:off x="1249363" y="2266950"/>
            <a:ext cx="207962" cy="13493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49" name="组合 62"/>
          <p:cNvGrpSpPr/>
          <p:nvPr/>
        </p:nvGrpSpPr>
        <p:grpSpPr>
          <a:xfrm>
            <a:off x="5364163" y="1196975"/>
            <a:ext cx="2232025" cy="2519363"/>
            <a:chOff x="0" y="0"/>
            <a:chExt cx="2232248" cy="2520280"/>
          </a:xfrm>
        </p:grpSpPr>
        <p:grpSp>
          <p:nvGrpSpPr>
            <p:cNvPr id="13350" name="椭圆 24"/>
            <p:cNvGrpSpPr/>
            <p:nvPr/>
          </p:nvGrpSpPr>
          <p:grpSpPr>
            <a:xfrm>
              <a:off x="1993908" y="2284672"/>
              <a:ext cx="262154" cy="256125"/>
              <a:chOff x="0" y="0"/>
              <a:chExt cx="262128" cy="256032"/>
            </a:xfrm>
          </p:grpSpPr>
          <p:pic>
            <p:nvPicPr>
              <p:cNvPr id="13351" name="椭圆 2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52" name="文本框 8232"/>
              <p:cNvSpPr txBox="1"/>
              <p:nvPr/>
            </p:nvSpPr>
            <p:spPr>
              <a:xfrm>
                <a:off x="53947" y="51201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53" name="直接连接符 25"/>
            <p:cNvCxnSpPr/>
            <p:nvPr/>
          </p:nvCxnSpPr>
          <p:spPr>
            <a:xfrm rot="5400000">
              <a:off x="-468052" y="792088"/>
              <a:ext cx="2016224" cy="86409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354" name="椭圆 26"/>
            <p:cNvGrpSpPr/>
            <p:nvPr/>
          </p:nvGrpSpPr>
          <p:grpSpPr>
            <a:xfrm>
              <a:off x="841649" y="-20454"/>
              <a:ext cx="262154" cy="256125"/>
              <a:chOff x="0" y="0"/>
              <a:chExt cx="262128" cy="256032"/>
            </a:xfrm>
          </p:grpSpPr>
          <p:pic>
            <p:nvPicPr>
              <p:cNvPr id="13355" name="椭圆 2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56" name="文本框 8236"/>
              <p:cNvSpPr txBox="1"/>
              <p:nvPr/>
            </p:nvSpPr>
            <p:spPr>
              <a:xfrm>
                <a:off x="54078" y="52071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57" name="椭圆 27"/>
            <p:cNvGrpSpPr/>
            <p:nvPr/>
          </p:nvGrpSpPr>
          <p:grpSpPr>
            <a:xfrm>
              <a:off x="-24069" y="1418725"/>
              <a:ext cx="262154" cy="256125"/>
              <a:chOff x="0" y="0"/>
              <a:chExt cx="262128" cy="256032"/>
            </a:xfrm>
          </p:grpSpPr>
          <p:pic>
            <p:nvPicPr>
              <p:cNvPr id="13358" name="椭圆 2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59" name="文本框 8239"/>
              <p:cNvSpPr txBox="1"/>
              <p:nvPr/>
            </p:nvSpPr>
            <p:spPr>
              <a:xfrm>
                <a:off x="55700" y="53051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60" name="椭圆 28"/>
            <p:cNvGrpSpPr/>
            <p:nvPr/>
          </p:nvGrpSpPr>
          <p:grpSpPr>
            <a:xfrm>
              <a:off x="-24069" y="2211494"/>
              <a:ext cx="262154" cy="256125"/>
              <a:chOff x="0" y="0"/>
              <a:chExt cx="262128" cy="256032"/>
            </a:xfrm>
          </p:grpSpPr>
          <p:pic>
            <p:nvPicPr>
              <p:cNvPr id="13361" name="椭圆 2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62" name="文本框 8242"/>
              <p:cNvSpPr txBox="1"/>
              <p:nvPr/>
            </p:nvSpPr>
            <p:spPr>
              <a:xfrm>
                <a:off x="55700" y="52371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63" name="椭圆 31"/>
            <p:cNvGrpSpPr/>
            <p:nvPr/>
          </p:nvGrpSpPr>
          <p:grpSpPr>
            <a:xfrm>
              <a:off x="1201349" y="1491904"/>
              <a:ext cx="262154" cy="256125"/>
              <a:chOff x="0" y="0"/>
              <a:chExt cx="262128" cy="256032"/>
            </a:xfrm>
          </p:grpSpPr>
          <p:pic>
            <p:nvPicPr>
              <p:cNvPr id="13364" name="椭圆 3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65" name="文本框 8245"/>
              <p:cNvSpPr txBox="1"/>
              <p:nvPr/>
            </p:nvSpPr>
            <p:spPr>
              <a:xfrm>
                <a:off x="54418" y="51881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66" name="直接连接符 32"/>
            <p:cNvCxnSpPr/>
            <p:nvPr/>
          </p:nvCxnSpPr>
          <p:spPr>
            <a:xfrm rot="5400000">
              <a:off x="-126014" y="418414"/>
              <a:ext cx="1255772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67" name="直接连接符 33"/>
            <p:cNvCxnSpPr/>
            <p:nvPr/>
          </p:nvCxnSpPr>
          <p:spPr>
            <a:xfrm rot="5400000">
              <a:off x="-198022" y="1926214"/>
              <a:ext cx="57606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68" name="直接连接符 34"/>
            <p:cNvCxnSpPr/>
            <p:nvPr/>
          </p:nvCxnSpPr>
          <p:spPr>
            <a:xfrm rot="-5400000" flipH="1">
              <a:off x="522058" y="702078"/>
              <a:ext cx="1296144" cy="32403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69" name="直接连接符 35"/>
            <p:cNvCxnSpPr/>
            <p:nvPr/>
          </p:nvCxnSpPr>
          <p:spPr>
            <a:xfrm rot="-5400000" flipH="1">
              <a:off x="1408516" y="1696550"/>
              <a:ext cx="679708" cy="67970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0" name="直接连接符 36"/>
            <p:cNvCxnSpPr/>
            <p:nvPr/>
          </p:nvCxnSpPr>
          <p:spPr>
            <a:xfrm>
              <a:off x="216024" y="2340260"/>
              <a:ext cx="1872208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1" name="直接连接符 37"/>
            <p:cNvCxnSpPr/>
            <p:nvPr/>
          </p:nvCxnSpPr>
          <p:spPr>
            <a:xfrm rot="-5400000" flipH="1">
              <a:off x="526426" y="706446"/>
              <a:ext cx="2119868" cy="10757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2" name="直接连接符 38"/>
            <p:cNvCxnSpPr/>
            <p:nvPr/>
          </p:nvCxnSpPr>
          <p:spPr>
            <a:xfrm flipV="1">
              <a:off x="216024" y="1543804"/>
              <a:ext cx="1039748" cy="4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3" name="直接连接符 39"/>
            <p:cNvCxnSpPr/>
            <p:nvPr/>
          </p:nvCxnSpPr>
          <p:spPr>
            <a:xfrm rot="-5400000" flipH="1">
              <a:off x="738082" y="1026114"/>
              <a:ext cx="679708" cy="19398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74" name="直接连接符 60"/>
            <p:cNvCxnSpPr/>
            <p:nvPr/>
          </p:nvCxnSpPr>
          <p:spPr>
            <a:xfrm rot="5400000" flipH="1" flipV="1">
              <a:off x="436416" y="1444528"/>
              <a:ext cx="567328" cy="107138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375" name="TextBox 63"/>
          <p:cNvSpPr txBox="1"/>
          <p:nvPr/>
        </p:nvSpPr>
        <p:spPr>
          <a:xfrm>
            <a:off x="2843213" y="1700213"/>
            <a:ext cx="171323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沿虚线收缩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76" name="燕尾形箭头 64"/>
          <p:cNvSpPr/>
          <p:nvPr/>
        </p:nvSpPr>
        <p:spPr>
          <a:xfrm>
            <a:off x="2700338" y="2276475"/>
            <a:ext cx="2159000" cy="4318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 typeface="Arial" panose="020B0604020202020204" pitchFamily="34" charset="0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77" name="TextBox 65"/>
          <p:cNvSpPr txBox="1"/>
          <p:nvPr/>
        </p:nvSpPr>
        <p:spPr>
          <a:xfrm>
            <a:off x="7451725" y="1557338"/>
            <a:ext cx="51879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3378" name="组合 66"/>
          <p:cNvGrpSpPr/>
          <p:nvPr/>
        </p:nvGrpSpPr>
        <p:grpSpPr>
          <a:xfrm>
            <a:off x="395288" y="4005263"/>
            <a:ext cx="2232025" cy="2519362"/>
            <a:chOff x="0" y="0"/>
            <a:chExt cx="2232248" cy="2520280"/>
          </a:xfrm>
        </p:grpSpPr>
        <p:cxnSp>
          <p:nvCxnSpPr>
            <p:cNvPr id="13379" name="直接连接符 78"/>
            <p:cNvCxnSpPr/>
            <p:nvPr/>
          </p:nvCxnSpPr>
          <p:spPr>
            <a:xfrm rot="-5400000" flipH="1">
              <a:off x="756083" y="1044116"/>
              <a:ext cx="1368152" cy="1296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380" name="椭圆 67"/>
            <p:cNvGrpSpPr/>
            <p:nvPr/>
          </p:nvGrpSpPr>
          <p:grpSpPr>
            <a:xfrm>
              <a:off x="1994543" y="2280544"/>
              <a:ext cx="262154" cy="262224"/>
              <a:chOff x="0" y="0"/>
              <a:chExt cx="262128" cy="262128"/>
            </a:xfrm>
          </p:grpSpPr>
          <p:pic>
            <p:nvPicPr>
              <p:cNvPr id="13381" name="椭圆 6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82" name="文本框 8262"/>
              <p:cNvSpPr txBox="1"/>
              <p:nvPr/>
            </p:nvSpPr>
            <p:spPr>
              <a:xfrm>
                <a:off x="53312" y="5532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83" name="直接连接符 68"/>
            <p:cNvCxnSpPr/>
            <p:nvPr/>
          </p:nvCxnSpPr>
          <p:spPr>
            <a:xfrm rot="5400000">
              <a:off x="-468052" y="792088"/>
              <a:ext cx="2016224" cy="8640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384" name="椭圆 69"/>
            <p:cNvGrpSpPr/>
            <p:nvPr/>
          </p:nvGrpSpPr>
          <p:grpSpPr>
            <a:xfrm>
              <a:off x="842284" y="-24584"/>
              <a:ext cx="262154" cy="262224"/>
              <a:chOff x="0" y="0"/>
              <a:chExt cx="262128" cy="262128"/>
            </a:xfrm>
          </p:grpSpPr>
          <p:pic>
            <p:nvPicPr>
              <p:cNvPr id="13385" name="椭圆 6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86" name="文本框 8266"/>
              <p:cNvSpPr txBox="1"/>
              <p:nvPr/>
            </p:nvSpPr>
            <p:spPr>
              <a:xfrm>
                <a:off x="53443" y="56199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87" name="椭圆 70"/>
            <p:cNvGrpSpPr/>
            <p:nvPr/>
          </p:nvGrpSpPr>
          <p:grpSpPr>
            <a:xfrm>
              <a:off x="-23434" y="1420694"/>
              <a:ext cx="262154" cy="256125"/>
              <a:chOff x="0" y="0"/>
              <a:chExt cx="262128" cy="256032"/>
            </a:xfrm>
          </p:grpSpPr>
          <p:pic>
            <p:nvPicPr>
              <p:cNvPr id="13388" name="椭圆 7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89" name="文本框 8269"/>
              <p:cNvSpPr txBox="1"/>
              <p:nvPr/>
            </p:nvSpPr>
            <p:spPr>
              <a:xfrm>
                <a:off x="55065" y="51082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90" name="椭圆 71"/>
            <p:cNvGrpSpPr/>
            <p:nvPr/>
          </p:nvGrpSpPr>
          <p:grpSpPr>
            <a:xfrm>
              <a:off x="-23434" y="2213463"/>
              <a:ext cx="262154" cy="256125"/>
              <a:chOff x="0" y="0"/>
              <a:chExt cx="262128" cy="256032"/>
            </a:xfrm>
          </p:grpSpPr>
          <p:pic>
            <p:nvPicPr>
              <p:cNvPr id="13391" name="椭圆 7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92" name="文本框 8272"/>
              <p:cNvSpPr txBox="1"/>
              <p:nvPr/>
            </p:nvSpPr>
            <p:spPr>
              <a:xfrm>
                <a:off x="55065" y="50402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93" name="椭圆 72"/>
            <p:cNvGrpSpPr/>
            <p:nvPr/>
          </p:nvGrpSpPr>
          <p:grpSpPr>
            <a:xfrm>
              <a:off x="628903" y="768185"/>
              <a:ext cx="256058" cy="262224"/>
              <a:chOff x="0" y="0"/>
              <a:chExt cx="256032" cy="262128"/>
            </a:xfrm>
          </p:grpSpPr>
          <p:pic>
            <p:nvPicPr>
              <p:cNvPr id="13394" name="椭圆 7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95" name="文本框 8275"/>
              <p:cNvSpPr txBox="1"/>
              <p:nvPr/>
            </p:nvSpPr>
            <p:spPr>
              <a:xfrm>
                <a:off x="50800" y="5551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96" name="椭圆 73"/>
            <p:cNvGrpSpPr/>
            <p:nvPr/>
          </p:nvGrpSpPr>
          <p:grpSpPr>
            <a:xfrm>
              <a:off x="915443" y="1127980"/>
              <a:ext cx="256058" cy="262224"/>
              <a:chOff x="0" y="0"/>
              <a:chExt cx="256032" cy="262128"/>
            </a:xfrm>
          </p:grpSpPr>
          <p:pic>
            <p:nvPicPr>
              <p:cNvPr id="13397" name="椭圆 7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98" name="文本框 8278"/>
              <p:cNvSpPr txBox="1"/>
              <p:nvPr/>
            </p:nvSpPr>
            <p:spPr>
              <a:xfrm>
                <a:off x="52291" y="55763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99" name="椭圆 74"/>
            <p:cNvGrpSpPr/>
            <p:nvPr/>
          </p:nvGrpSpPr>
          <p:grpSpPr>
            <a:xfrm>
              <a:off x="1201984" y="1487775"/>
              <a:ext cx="262154" cy="262224"/>
              <a:chOff x="0" y="0"/>
              <a:chExt cx="262128" cy="262128"/>
            </a:xfrm>
          </p:grpSpPr>
          <p:pic>
            <p:nvPicPr>
              <p:cNvPr id="13400" name="椭圆 7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01" name="文本框 8281"/>
              <p:cNvSpPr txBox="1"/>
              <p:nvPr/>
            </p:nvSpPr>
            <p:spPr>
              <a:xfrm>
                <a:off x="53783" y="5600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02" name="直接连接符 75"/>
            <p:cNvCxnSpPr/>
            <p:nvPr/>
          </p:nvCxnSpPr>
          <p:spPr>
            <a:xfrm rot="5400000">
              <a:off x="-126014" y="418414"/>
              <a:ext cx="1255772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03" name="直接连接符 76"/>
            <p:cNvCxnSpPr/>
            <p:nvPr/>
          </p:nvCxnSpPr>
          <p:spPr>
            <a:xfrm rot="5400000">
              <a:off x="-198022" y="1926214"/>
              <a:ext cx="57606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04" name="直接连接符 77"/>
            <p:cNvCxnSpPr/>
            <p:nvPr/>
          </p:nvCxnSpPr>
          <p:spPr>
            <a:xfrm rot="-5400000" flipH="1">
              <a:off x="558062" y="666074"/>
              <a:ext cx="93610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3405" name="直接连接符 79"/>
            <p:cNvCxnSpPr/>
            <p:nvPr/>
          </p:nvCxnSpPr>
          <p:spPr>
            <a:xfrm>
              <a:off x="216024" y="2340260"/>
              <a:ext cx="1872208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06" name="直接连接符 80"/>
            <p:cNvCxnSpPr/>
            <p:nvPr/>
          </p:nvCxnSpPr>
          <p:spPr>
            <a:xfrm rot="-5400000" flipH="1">
              <a:off x="526426" y="706446"/>
              <a:ext cx="2119868" cy="10757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07" name="直接连接符 81"/>
            <p:cNvCxnSpPr/>
            <p:nvPr/>
          </p:nvCxnSpPr>
          <p:spPr>
            <a:xfrm flipV="1">
              <a:off x="216024" y="1543804"/>
              <a:ext cx="1039748" cy="4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08" name="直接连接符 82"/>
            <p:cNvCxnSpPr/>
            <p:nvPr/>
          </p:nvCxnSpPr>
          <p:spPr>
            <a:xfrm rot="-5400000" flipH="1">
              <a:off x="738082" y="1026114"/>
              <a:ext cx="679708" cy="19398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sp>
        <p:nvSpPr>
          <p:cNvPr id="13409" name="TextBox 83"/>
          <p:cNvSpPr txBox="1"/>
          <p:nvPr/>
        </p:nvSpPr>
        <p:spPr>
          <a:xfrm>
            <a:off x="2700338" y="4292600"/>
            <a:ext cx="221361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先删除虚线，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 typeface="Arial" panose="020B0604020202020204" pitchFamily="34" charset="0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再删除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度顶点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410" name="组合 84"/>
          <p:cNvGrpSpPr/>
          <p:nvPr/>
        </p:nvGrpSpPr>
        <p:grpSpPr>
          <a:xfrm>
            <a:off x="5724525" y="4005263"/>
            <a:ext cx="2232025" cy="2519362"/>
            <a:chOff x="0" y="0"/>
            <a:chExt cx="2232248" cy="2520280"/>
          </a:xfrm>
        </p:grpSpPr>
        <p:cxnSp>
          <p:nvCxnSpPr>
            <p:cNvPr id="13411" name="直接连接符 85"/>
            <p:cNvCxnSpPr/>
            <p:nvPr/>
          </p:nvCxnSpPr>
          <p:spPr>
            <a:xfrm rot="-5400000" flipH="1">
              <a:off x="756083" y="1044116"/>
              <a:ext cx="1368152" cy="1296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12" name="椭圆 86"/>
            <p:cNvGrpSpPr/>
            <p:nvPr/>
          </p:nvGrpSpPr>
          <p:grpSpPr>
            <a:xfrm>
              <a:off x="1993210" y="2280544"/>
              <a:ext cx="262154" cy="262224"/>
              <a:chOff x="0" y="0"/>
              <a:chExt cx="262128" cy="262128"/>
            </a:xfrm>
          </p:grpSpPr>
          <p:pic>
            <p:nvPicPr>
              <p:cNvPr id="13413" name="椭圆 8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14" name="文本框 8294"/>
              <p:cNvSpPr txBox="1"/>
              <p:nvPr/>
            </p:nvSpPr>
            <p:spPr>
              <a:xfrm>
                <a:off x="54645" y="5532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15" name="直接连接符 87"/>
            <p:cNvCxnSpPr/>
            <p:nvPr/>
          </p:nvCxnSpPr>
          <p:spPr>
            <a:xfrm rot="5400000">
              <a:off x="-468052" y="792088"/>
              <a:ext cx="2016224" cy="8640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16" name="椭圆 88"/>
            <p:cNvGrpSpPr/>
            <p:nvPr/>
          </p:nvGrpSpPr>
          <p:grpSpPr>
            <a:xfrm>
              <a:off x="840951" y="-24584"/>
              <a:ext cx="262154" cy="262224"/>
              <a:chOff x="0" y="0"/>
              <a:chExt cx="262128" cy="262128"/>
            </a:xfrm>
          </p:grpSpPr>
          <p:pic>
            <p:nvPicPr>
              <p:cNvPr id="13417" name="椭圆 8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18" name="文本框 8298"/>
              <p:cNvSpPr txBox="1"/>
              <p:nvPr/>
            </p:nvSpPr>
            <p:spPr>
              <a:xfrm>
                <a:off x="54776" y="56199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19" name="椭圆 89"/>
            <p:cNvGrpSpPr/>
            <p:nvPr/>
          </p:nvGrpSpPr>
          <p:grpSpPr>
            <a:xfrm>
              <a:off x="-18671" y="1420694"/>
              <a:ext cx="256058" cy="256125"/>
              <a:chOff x="0" y="0"/>
              <a:chExt cx="256032" cy="256032"/>
            </a:xfrm>
          </p:grpSpPr>
          <p:pic>
            <p:nvPicPr>
              <p:cNvPr id="13420" name="椭圆 8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21" name="文本框 8301"/>
              <p:cNvSpPr txBox="1"/>
              <p:nvPr/>
            </p:nvSpPr>
            <p:spPr>
              <a:xfrm>
                <a:off x="50302" y="51082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2" name="椭圆 90"/>
            <p:cNvGrpSpPr/>
            <p:nvPr/>
          </p:nvGrpSpPr>
          <p:grpSpPr>
            <a:xfrm>
              <a:off x="-18671" y="2213463"/>
              <a:ext cx="256058" cy="256125"/>
              <a:chOff x="0" y="0"/>
              <a:chExt cx="256032" cy="256032"/>
            </a:xfrm>
          </p:grpSpPr>
          <p:pic>
            <p:nvPicPr>
              <p:cNvPr id="13423" name="椭圆 9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24" name="文本框 8304"/>
              <p:cNvSpPr txBox="1"/>
              <p:nvPr/>
            </p:nvSpPr>
            <p:spPr>
              <a:xfrm>
                <a:off x="50302" y="50402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5" name="椭圆 91"/>
            <p:cNvGrpSpPr/>
            <p:nvPr/>
          </p:nvGrpSpPr>
          <p:grpSpPr>
            <a:xfrm>
              <a:off x="627570" y="768185"/>
              <a:ext cx="256058" cy="262224"/>
              <a:chOff x="0" y="0"/>
              <a:chExt cx="256032" cy="262128"/>
            </a:xfrm>
          </p:grpSpPr>
          <p:pic>
            <p:nvPicPr>
              <p:cNvPr id="13426" name="椭圆 9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27" name="文本框 8307"/>
              <p:cNvSpPr txBox="1"/>
              <p:nvPr/>
            </p:nvSpPr>
            <p:spPr>
              <a:xfrm>
                <a:off x="52133" y="5551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8" name="椭圆 93"/>
            <p:cNvGrpSpPr/>
            <p:nvPr/>
          </p:nvGrpSpPr>
          <p:grpSpPr>
            <a:xfrm>
              <a:off x="1200651" y="1487775"/>
              <a:ext cx="262154" cy="262224"/>
              <a:chOff x="0" y="0"/>
              <a:chExt cx="262128" cy="262128"/>
            </a:xfrm>
          </p:grpSpPr>
          <p:pic>
            <p:nvPicPr>
              <p:cNvPr id="13429" name="椭圆 9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30" name="文本框 8310"/>
              <p:cNvSpPr txBox="1"/>
              <p:nvPr/>
            </p:nvSpPr>
            <p:spPr>
              <a:xfrm>
                <a:off x="55116" y="56008"/>
                <a:ext cx="152736" cy="1526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31" name="直接连接符 94"/>
            <p:cNvCxnSpPr/>
            <p:nvPr/>
          </p:nvCxnSpPr>
          <p:spPr>
            <a:xfrm rot="5400000">
              <a:off x="-126014" y="418414"/>
              <a:ext cx="1255772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32" name="直接连接符 95"/>
            <p:cNvCxnSpPr/>
            <p:nvPr/>
          </p:nvCxnSpPr>
          <p:spPr>
            <a:xfrm rot="5400000">
              <a:off x="-198022" y="1926214"/>
              <a:ext cx="57606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33" name="直接连接符 97"/>
            <p:cNvCxnSpPr/>
            <p:nvPr/>
          </p:nvCxnSpPr>
          <p:spPr>
            <a:xfrm>
              <a:off x="216024" y="2340260"/>
              <a:ext cx="1872208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34" name="直接连接符 98"/>
            <p:cNvCxnSpPr/>
            <p:nvPr/>
          </p:nvCxnSpPr>
          <p:spPr>
            <a:xfrm rot="-5400000" flipH="1">
              <a:off x="526426" y="706446"/>
              <a:ext cx="2119868" cy="107575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35" name="直接连接符 99"/>
            <p:cNvCxnSpPr/>
            <p:nvPr/>
          </p:nvCxnSpPr>
          <p:spPr>
            <a:xfrm flipV="1">
              <a:off x="216024" y="1543804"/>
              <a:ext cx="1039748" cy="4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436" name="TextBox 101"/>
          <p:cNvSpPr txBox="1"/>
          <p:nvPr/>
        </p:nvSpPr>
        <p:spPr>
          <a:xfrm>
            <a:off x="7667625" y="4437063"/>
            <a:ext cx="66738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3,3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3437" name="燕尾形箭头 102"/>
          <p:cNvSpPr/>
          <p:nvPr/>
        </p:nvSpPr>
        <p:spPr>
          <a:xfrm>
            <a:off x="2987675" y="5229225"/>
            <a:ext cx="2160588" cy="431800"/>
          </a:xfrm>
          <a:prstGeom prst="notchedRightArrow">
            <a:avLst>
              <a:gd name="adj1" fmla="val 50000"/>
              <a:gd name="adj2" fmla="val 4992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 typeface="Arial" panose="020B0604020202020204" pitchFamily="34" charset="0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</a:t>
            </a:r>
            <a:r>
              <a:rPr lang="en-US" altLang="zh-CN" dirty="0"/>
              <a:t>11.3(2)</a:t>
            </a:r>
            <a:endParaRPr lang="zh-CN" altLang="en-US" dirty="0"/>
          </a:p>
        </p:txBody>
      </p:sp>
      <p:sp>
        <p:nvSpPr>
          <p:cNvPr id="14338" name="内容占位符 2"/>
          <p:cNvSpPr>
            <a:spLocks noGrp="1"/>
          </p:cNvSpPr>
          <p:nvPr>
            <p:ph type="body" orient="vert" idx="1"/>
          </p:nvPr>
        </p:nvSpPr>
        <p:spPr>
          <a:xfrm>
            <a:off x="2264410" y="4156075"/>
            <a:ext cx="1928495" cy="49720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400" dirty="0"/>
              <a:t>删除虚线边</a:t>
            </a:r>
            <a:endParaRPr lang="zh-CN" altLang="en-US" sz="2400" dirty="0"/>
          </a:p>
        </p:txBody>
      </p:sp>
      <p:sp>
        <p:nvSpPr>
          <p:cNvPr id="14339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40" name="组合 5"/>
          <p:cNvGrpSpPr/>
          <p:nvPr/>
        </p:nvGrpSpPr>
        <p:grpSpPr>
          <a:xfrm>
            <a:off x="539433" y="1412558"/>
            <a:ext cx="2447925" cy="2159000"/>
            <a:chOff x="0" y="0"/>
            <a:chExt cx="2448272" cy="2160240"/>
          </a:xfrm>
        </p:grpSpPr>
        <p:grpSp>
          <p:nvGrpSpPr>
            <p:cNvPr id="14341" name="椭圆 6"/>
            <p:cNvGrpSpPr/>
            <p:nvPr/>
          </p:nvGrpSpPr>
          <p:grpSpPr>
            <a:xfrm>
              <a:off x="1061934" y="-15059"/>
              <a:ext cx="249971" cy="243980"/>
              <a:chOff x="0" y="0"/>
              <a:chExt cx="249936" cy="243840"/>
            </a:xfrm>
          </p:grpSpPr>
          <p:pic>
            <p:nvPicPr>
              <p:cNvPr id="14342" name="椭圆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43" name="文本框 9223"/>
              <p:cNvSpPr txBox="1"/>
              <p:nvPr/>
            </p:nvSpPr>
            <p:spPr>
              <a:xfrm>
                <a:off x="49815" y="46668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44" name="椭圆 7"/>
            <p:cNvGrpSpPr/>
            <p:nvPr/>
          </p:nvGrpSpPr>
          <p:grpSpPr>
            <a:xfrm>
              <a:off x="-17211" y="631488"/>
              <a:ext cx="249971" cy="250080"/>
              <a:chOff x="0" y="0"/>
              <a:chExt cx="249936" cy="249936"/>
            </a:xfrm>
          </p:grpSpPr>
          <p:pic>
            <p:nvPicPr>
              <p:cNvPr id="14345" name="椭圆 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46" name="文本框 9226"/>
              <p:cNvSpPr txBox="1"/>
              <p:nvPr/>
            </p:nvSpPr>
            <p:spPr>
              <a:xfrm>
                <a:off x="48840" y="48192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47" name="直接连接符 8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8" name="椭圆 9"/>
            <p:cNvGrpSpPr/>
            <p:nvPr/>
          </p:nvGrpSpPr>
          <p:grpSpPr>
            <a:xfrm>
              <a:off x="2214241" y="631488"/>
              <a:ext cx="249971" cy="250080"/>
              <a:chOff x="0" y="0"/>
              <a:chExt cx="249936" cy="249936"/>
            </a:xfrm>
          </p:grpSpPr>
          <p:pic>
            <p:nvPicPr>
              <p:cNvPr id="14349" name="椭圆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50" name="文本框 9230"/>
              <p:cNvSpPr txBox="1"/>
              <p:nvPr/>
            </p:nvSpPr>
            <p:spPr>
              <a:xfrm>
                <a:off x="49636" y="48192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51" name="直接连接符 10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2" name="直接连接符 11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3" name="椭圆 12"/>
            <p:cNvGrpSpPr/>
            <p:nvPr/>
          </p:nvGrpSpPr>
          <p:grpSpPr>
            <a:xfrm>
              <a:off x="275438" y="1930682"/>
              <a:ext cx="243875" cy="243980"/>
              <a:chOff x="0" y="0"/>
              <a:chExt cx="243840" cy="243840"/>
            </a:xfrm>
          </p:grpSpPr>
          <p:pic>
            <p:nvPicPr>
              <p:cNvPr id="14354" name="椭圆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55" name="文本框 9235"/>
              <p:cNvSpPr txBox="1"/>
              <p:nvPr/>
            </p:nvSpPr>
            <p:spPr>
              <a:xfrm>
                <a:off x="44223" y="4514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56" name="椭圆 13"/>
            <p:cNvGrpSpPr/>
            <p:nvPr/>
          </p:nvGrpSpPr>
          <p:grpSpPr>
            <a:xfrm>
              <a:off x="1927688" y="1930682"/>
              <a:ext cx="249971" cy="243980"/>
              <a:chOff x="0" y="0"/>
              <a:chExt cx="249936" cy="243840"/>
            </a:xfrm>
          </p:grpSpPr>
          <p:pic>
            <p:nvPicPr>
              <p:cNvPr id="14357" name="椭圆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58" name="文本框 9238"/>
              <p:cNvSpPr txBox="1"/>
              <p:nvPr/>
            </p:nvSpPr>
            <p:spPr>
              <a:xfrm>
                <a:off x="48156" y="4514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59" name="直接连接符 14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0" name="直接连接符 15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61" name="椭圆 16"/>
            <p:cNvGrpSpPr/>
            <p:nvPr/>
          </p:nvGrpSpPr>
          <p:grpSpPr>
            <a:xfrm>
              <a:off x="1061934" y="631488"/>
              <a:ext cx="249971" cy="250080"/>
              <a:chOff x="0" y="0"/>
              <a:chExt cx="249936" cy="249936"/>
            </a:xfrm>
          </p:grpSpPr>
          <p:pic>
            <p:nvPicPr>
              <p:cNvPr id="14362" name="椭圆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63" name="文本框 9243"/>
              <p:cNvSpPr txBox="1"/>
              <p:nvPr/>
            </p:nvSpPr>
            <p:spPr>
              <a:xfrm>
                <a:off x="49815" y="48192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64" name="椭圆 17"/>
            <p:cNvGrpSpPr/>
            <p:nvPr/>
          </p:nvGrpSpPr>
          <p:grpSpPr>
            <a:xfrm>
              <a:off x="488828" y="918165"/>
              <a:ext cx="243875" cy="250080"/>
              <a:chOff x="0" y="0"/>
              <a:chExt cx="243840" cy="249936"/>
            </a:xfrm>
          </p:grpSpPr>
          <p:pic>
            <p:nvPicPr>
              <p:cNvPr id="14365" name="椭圆 1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66" name="文本框 9246"/>
              <p:cNvSpPr txBox="1"/>
              <p:nvPr/>
            </p:nvSpPr>
            <p:spPr>
              <a:xfrm>
                <a:off x="46857" y="4954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67" name="椭圆 18"/>
            <p:cNvGrpSpPr/>
            <p:nvPr/>
          </p:nvGrpSpPr>
          <p:grpSpPr>
            <a:xfrm>
              <a:off x="1641136" y="918165"/>
              <a:ext cx="243875" cy="250080"/>
              <a:chOff x="0" y="0"/>
              <a:chExt cx="243840" cy="249936"/>
            </a:xfrm>
          </p:grpSpPr>
          <p:pic>
            <p:nvPicPr>
              <p:cNvPr id="14368" name="椭圆 1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69" name="文本框 9249"/>
              <p:cNvSpPr txBox="1"/>
              <p:nvPr/>
            </p:nvSpPr>
            <p:spPr>
              <a:xfrm>
                <a:off x="46677" y="4954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70" name="椭圆 19"/>
            <p:cNvGrpSpPr/>
            <p:nvPr/>
          </p:nvGrpSpPr>
          <p:grpSpPr>
            <a:xfrm>
              <a:off x="561991" y="1497618"/>
              <a:ext cx="243875" cy="243980"/>
              <a:chOff x="0" y="0"/>
              <a:chExt cx="243840" cy="243840"/>
            </a:xfrm>
          </p:grpSpPr>
          <p:pic>
            <p:nvPicPr>
              <p:cNvPr id="14371" name="椭圆 1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72" name="文本框 9252"/>
              <p:cNvSpPr txBox="1"/>
              <p:nvPr/>
            </p:nvSpPr>
            <p:spPr>
              <a:xfrm>
                <a:off x="45702" y="46160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73" name="椭圆 20"/>
            <p:cNvGrpSpPr/>
            <p:nvPr/>
          </p:nvGrpSpPr>
          <p:grpSpPr>
            <a:xfrm>
              <a:off x="1427745" y="1497618"/>
              <a:ext cx="243875" cy="243980"/>
              <a:chOff x="0" y="0"/>
              <a:chExt cx="243840" cy="243840"/>
            </a:xfrm>
          </p:grpSpPr>
          <p:pic>
            <p:nvPicPr>
              <p:cNvPr id="14374" name="椭圆 2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75" name="文本框 9255"/>
              <p:cNvSpPr txBox="1"/>
              <p:nvPr/>
            </p:nvSpPr>
            <p:spPr>
              <a:xfrm>
                <a:off x="44044" y="46160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76" name="直接连接符 21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7" name="直接连接符 22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8" name="直接连接符 23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9" name="直接连接符 24"/>
            <p:cNvCxnSpPr/>
            <p:nvPr/>
          </p:nvCxnSpPr>
          <p:spPr>
            <a:xfrm>
              <a:off x="720080" y="1008112"/>
              <a:ext cx="93610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0" name="直接连接符 25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1" name="直接连接符 26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2" name="直接连接符 27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3" name="直接连接符 28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4" name="直接连接符 29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5" name="直接连接符 30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86" name="组合 31"/>
          <p:cNvGrpSpPr/>
          <p:nvPr/>
        </p:nvGrpSpPr>
        <p:grpSpPr>
          <a:xfrm>
            <a:off x="5408613" y="1412875"/>
            <a:ext cx="2449512" cy="2160588"/>
            <a:chOff x="0" y="0"/>
            <a:chExt cx="2448272" cy="2160240"/>
          </a:xfrm>
        </p:grpSpPr>
        <p:grpSp>
          <p:nvGrpSpPr>
            <p:cNvPr id="14387" name="椭圆 32"/>
            <p:cNvGrpSpPr/>
            <p:nvPr/>
          </p:nvGrpSpPr>
          <p:grpSpPr>
            <a:xfrm>
              <a:off x="1064800" y="-16888"/>
              <a:ext cx="243717" cy="249896"/>
              <a:chOff x="0" y="0"/>
              <a:chExt cx="243840" cy="249936"/>
            </a:xfrm>
          </p:grpSpPr>
          <p:pic>
            <p:nvPicPr>
              <p:cNvPr id="14388" name="椭圆 3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89" name="文本框 9269"/>
              <p:cNvSpPr txBox="1"/>
              <p:nvPr/>
            </p:nvSpPr>
            <p:spPr>
              <a:xfrm>
                <a:off x="46980" y="48532"/>
                <a:ext cx="152829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90" name="椭圆 33"/>
            <p:cNvGrpSpPr/>
            <p:nvPr/>
          </p:nvGrpSpPr>
          <p:grpSpPr>
            <a:xfrm>
              <a:off x="-13646" y="635279"/>
              <a:ext cx="243717" cy="243801"/>
              <a:chOff x="0" y="0"/>
              <a:chExt cx="243840" cy="243840"/>
            </a:xfrm>
          </p:grpSpPr>
          <p:pic>
            <p:nvPicPr>
              <p:cNvPr id="14391" name="椭圆 3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92" name="文本框 9272"/>
              <p:cNvSpPr txBox="1"/>
              <p:nvPr/>
            </p:nvSpPr>
            <p:spPr>
              <a:xfrm>
                <a:off x="45305" y="44436"/>
                <a:ext cx="152829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93" name="直接连接符 34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4" name="椭圆 35"/>
            <p:cNvGrpSpPr/>
            <p:nvPr/>
          </p:nvGrpSpPr>
          <p:grpSpPr>
            <a:xfrm>
              <a:off x="2216360" y="635279"/>
              <a:ext cx="249809" cy="243801"/>
              <a:chOff x="0" y="0"/>
              <a:chExt cx="249936" cy="243840"/>
            </a:xfrm>
          </p:grpSpPr>
          <p:pic>
            <p:nvPicPr>
              <p:cNvPr id="14395" name="椭圆 3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96" name="文本框 9276"/>
              <p:cNvSpPr txBox="1"/>
              <p:nvPr/>
            </p:nvSpPr>
            <p:spPr>
              <a:xfrm>
                <a:off x="47548" y="44436"/>
                <a:ext cx="152829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397" name="直接连接符 36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98" name="直接连接符 37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9" name="椭圆 38"/>
            <p:cNvGrpSpPr/>
            <p:nvPr/>
          </p:nvGrpSpPr>
          <p:grpSpPr>
            <a:xfrm>
              <a:off x="272721" y="1927423"/>
              <a:ext cx="243717" cy="249896"/>
              <a:chOff x="0" y="0"/>
              <a:chExt cx="243840" cy="249936"/>
            </a:xfrm>
          </p:grpSpPr>
          <p:pic>
            <p:nvPicPr>
              <p:cNvPr id="14400" name="椭圆 3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01" name="文本框 9281"/>
              <p:cNvSpPr txBox="1"/>
              <p:nvPr/>
            </p:nvSpPr>
            <p:spPr>
              <a:xfrm>
                <a:off x="46971" y="48437"/>
                <a:ext cx="152829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02" name="椭圆 39"/>
            <p:cNvGrpSpPr/>
            <p:nvPr/>
          </p:nvGrpSpPr>
          <p:grpSpPr>
            <a:xfrm>
              <a:off x="1929993" y="1927423"/>
              <a:ext cx="243717" cy="249896"/>
              <a:chOff x="0" y="0"/>
              <a:chExt cx="243840" cy="249936"/>
            </a:xfrm>
          </p:grpSpPr>
          <p:pic>
            <p:nvPicPr>
              <p:cNvPr id="14403" name="椭圆 3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04" name="文本框 9284"/>
              <p:cNvSpPr txBox="1"/>
              <p:nvPr/>
            </p:nvSpPr>
            <p:spPr>
              <a:xfrm>
                <a:off x="45882" y="48437"/>
                <a:ext cx="152829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05" name="直接连接符 40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6" name="直接连接符 41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7" name="直接连接符 47"/>
            <p:cNvCxnSpPr/>
            <p:nvPr/>
          </p:nvCxnSpPr>
          <p:spPr>
            <a:xfrm rot="5400000">
              <a:off x="-72008" y="684076"/>
              <a:ext cx="1728192" cy="7920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8" name="直接连接符 48"/>
            <p:cNvCxnSpPr/>
            <p:nvPr/>
          </p:nvCxnSpPr>
          <p:spPr>
            <a:xfrm rot="-5400000" flipH="1">
              <a:off x="720080" y="720080"/>
              <a:ext cx="1759828" cy="7517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9" name="直接连接符 49"/>
            <p:cNvCxnSpPr/>
            <p:nvPr/>
          </p:nvCxnSpPr>
          <p:spPr>
            <a:xfrm rot="-5400000" flipH="1">
              <a:off x="508424" y="508424"/>
              <a:ext cx="1111756" cy="17598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10" name="直接连接符 50"/>
            <p:cNvCxnSpPr/>
            <p:nvPr/>
          </p:nvCxnSpPr>
          <p:spPr>
            <a:xfrm>
              <a:off x="216024" y="720080"/>
              <a:ext cx="201622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11" name="直接连接符 51"/>
            <p:cNvCxnSpPr/>
            <p:nvPr/>
          </p:nvCxnSpPr>
          <p:spPr>
            <a:xfrm rot="5400000" flipH="1" flipV="1">
              <a:off x="796456" y="508424"/>
              <a:ext cx="1143392" cy="17914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412" name="TextBox 67"/>
          <p:cNvSpPr txBox="1"/>
          <p:nvPr/>
        </p:nvSpPr>
        <p:spPr>
          <a:xfrm>
            <a:off x="6357938" y="3501073"/>
            <a:ext cx="51879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4413" name="TextBox 68"/>
          <p:cNvSpPr txBox="1"/>
          <p:nvPr/>
        </p:nvSpPr>
        <p:spPr>
          <a:xfrm>
            <a:off x="3059430" y="1700530"/>
            <a:ext cx="212217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相同颜色顶点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 typeface="Arial" panose="020B0604020202020204" pitchFamily="34" charset="0"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合并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414" name="燕尾形箭头 69"/>
          <p:cNvSpPr/>
          <p:nvPr/>
        </p:nvSpPr>
        <p:spPr>
          <a:xfrm>
            <a:off x="3059113" y="2420938"/>
            <a:ext cx="2160587" cy="431800"/>
          </a:xfrm>
          <a:prstGeom prst="notchedRightArrow">
            <a:avLst>
              <a:gd name="adj1" fmla="val 50000"/>
              <a:gd name="adj2" fmla="val 4992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 typeface="Arial" panose="020B0604020202020204" pitchFamily="34" charset="0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415" name="组合 70"/>
          <p:cNvGrpSpPr/>
          <p:nvPr/>
        </p:nvGrpSpPr>
        <p:grpSpPr>
          <a:xfrm>
            <a:off x="201930" y="4082098"/>
            <a:ext cx="2449513" cy="2160587"/>
            <a:chOff x="0" y="0"/>
            <a:chExt cx="2448272" cy="2160240"/>
          </a:xfrm>
        </p:grpSpPr>
        <p:grpSp>
          <p:nvGrpSpPr>
            <p:cNvPr id="14416" name="椭圆 71"/>
            <p:cNvGrpSpPr/>
            <p:nvPr/>
          </p:nvGrpSpPr>
          <p:grpSpPr>
            <a:xfrm>
              <a:off x="1065371" y="-12381"/>
              <a:ext cx="243716" cy="243801"/>
              <a:chOff x="0" y="0"/>
              <a:chExt cx="243840" cy="243840"/>
            </a:xfrm>
          </p:grpSpPr>
          <p:pic>
            <p:nvPicPr>
              <p:cNvPr id="14417" name="椭圆 7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18" name="文本框 9298"/>
              <p:cNvSpPr txBox="1"/>
              <p:nvPr/>
            </p:nvSpPr>
            <p:spPr>
              <a:xfrm>
                <a:off x="46409" y="44024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19" name="椭圆 72"/>
            <p:cNvGrpSpPr/>
            <p:nvPr/>
          </p:nvGrpSpPr>
          <p:grpSpPr>
            <a:xfrm>
              <a:off x="-13074" y="633691"/>
              <a:ext cx="243716" cy="243801"/>
              <a:chOff x="0" y="0"/>
              <a:chExt cx="243840" cy="243840"/>
            </a:xfrm>
          </p:grpSpPr>
          <p:pic>
            <p:nvPicPr>
              <p:cNvPr id="14420" name="椭圆 7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21" name="文本框 9301"/>
              <p:cNvSpPr txBox="1"/>
              <p:nvPr/>
            </p:nvSpPr>
            <p:spPr>
              <a:xfrm>
                <a:off x="44733" y="46024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22" name="直接连接符 73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23" name="椭圆 74"/>
            <p:cNvGrpSpPr/>
            <p:nvPr/>
          </p:nvGrpSpPr>
          <p:grpSpPr>
            <a:xfrm>
              <a:off x="2216931" y="633691"/>
              <a:ext cx="243716" cy="243801"/>
              <a:chOff x="0" y="0"/>
              <a:chExt cx="243840" cy="243840"/>
            </a:xfrm>
          </p:grpSpPr>
          <p:pic>
            <p:nvPicPr>
              <p:cNvPr id="14424" name="椭圆 7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25" name="文本框 9305"/>
              <p:cNvSpPr txBox="1"/>
              <p:nvPr/>
            </p:nvSpPr>
            <p:spPr>
              <a:xfrm>
                <a:off x="46977" y="46024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26" name="直接连接符 75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27" name="直接连接符 76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28" name="椭圆 77"/>
            <p:cNvGrpSpPr/>
            <p:nvPr/>
          </p:nvGrpSpPr>
          <p:grpSpPr>
            <a:xfrm>
              <a:off x="273292" y="1931931"/>
              <a:ext cx="243716" cy="243801"/>
              <a:chOff x="0" y="0"/>
              <a:chExt cx="243840" cy="243840"/>
            </a:xfrm>
          </p:grpSpPr>
          <p:pic>
            <p:nvPicPr>
              <p:cNvPr id="14429" name="椭圆 7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30" name="文本框 9310"/>
              <p:cNvSpPr txBox="1"/>
              <p:nvPr/>
            </p:nvSpPr>
            <p:spPr>
              <a:xfrm>
                <a:off x="46399" y="43928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31" name="椭圆 78"/>
            <p:cNvGrpSpPr/>
            <p:nvPr/>
          </p:nvGrpSpPr>
          <p:grpSpPr>
            <a:xfrm>
              <a:off x="1930564" y="1931931"/>
              <a:ext cx="243716" cy="243801"/>
              <a:chOff x="0" y="0"/>
              <a:chExt cx="243840" cy="243840"/>
            </a:xfrm>
          </p:grpSpPr>
          <p:pic>
            <p:nvPicPr>
              <p:cNvPr id="14432" name="椭圆 7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33" name="文本框 9313"/>
              <p:cNvSpPr txBox="1"/>
              <p:nvPr/>
            </p:nvSpPr>
            <p:spPr>
              <a:xfrm>
                <a:off x="45311" y="43928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34" name="直接连接符 79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35" name="直接连接符 80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grpSp>
          <p:nvGrpSpPr>
            <p:cNvPr id="14436" name="椭圆 81"/>
            <p:cNvGrpSpPr/>
            <p:nvPr/>
          </p:nvGrpSpPr>
          <p:grpSpPr>
            <a:xfrm>
              <a:off x="1065371" y="633691"/>
              <a:ext cx="243716" cy="243801"/>
              <a:chOff x="0" y="0"/>
              <a:chExt cx="243840" cy="243840"/>
            </a:xfrm>
          </p:grpSpPr>
          <p:pic>
            <p:nvPicPr>
              <p:cNvPr id="14437" name="椭圆 8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38" name="文本框 9318"/>
              <p:cNvSpPr txBox="1"/>
              <p:nvPr/>
            </p:nvSpPr>
            <p:spPr>
              <a:xfrm>
                <a:off x="46409" y="46024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39" name="椭圆 82"/>
            <p:cNvGrpSpPr/>
            <p:nvPr/>
          </p:nvGrpSpPr>
          <p:grpSpPr>
            <a:xfrm>
              <a:off x="486544" y="920157"/>
              <a:ext cx="249809" cy="249896"/>
              <a:chOff x="0" y="0"/>
              <a:chExt cx="249936" cy="249936"/>
            </a:xfrm>
          </p:grpSpPr>
          <p:pic>
            <p:nvPicPr>
              <p:cNvPr id="14440" name="椭圆 8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41" name="文本框 9321"/>
              <p:cNvSpPr txBox="1"/>
              <p:nvPr/>
            </p:nvSpPr>
            <p:spPr>
              <a:xfrm>
                <a:off x="49173" y="47590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42" name="椭圆 83"/>
            <p:cNvGrpSpPr/>
            <p:nvPr/>
          </p:nvGrpSpPr>
          <p:grpSpPr>
            <a:xfrm>
              <a:off x="1638105" y="920157"/>
              <a:ext cx="249809" cy="249896"/>
              <a:chOff x="0" y="0"/>
              <a:chExt cx="249936" cy="249936"/>
            </a:xfrm>
          </p:grpSpPr>
          <p:pic>
            <p:nvPicPr>
              <p:cNvPr id="14443" name="椭圆 8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44" name="文本框 9324"/>
              <p:cNvSpPr txBox="1"/>
              <p:nvPr/>
            </p:nvSpPr>
            <p:spPr>
              <a:xfrm>
                <a:off x="49741" y="47590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45" name="椭圆 84"/>
            <p:cNvGrpSpPr/>
            <p:nvPr/>
          </p:nvGrpSpPr>
          <p:grpSpPr>
            <a:xfrm>
              <a:off x="559659" y="1499184"/>
              <a:ext cx="249809" cy="243801"/>
              <a:chOff x="0" y="0"/>
              <a:chExt cx="249936" cy="243840"/>
            </a:xfrm>
          </p:grpSpPr>
          <p:pic>
            <p:nvPicPr>
              <p:cNvPr id="14446" name="椭圆 8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47" name="文本框 9327"/>
              <p:cNvSpPr txBox="1"/>
              <p:nvPr/>
            </p:nvSpPr>
            <p:spPr>
              <a:xfrm>
                <a:off x="48065" y="44627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48" name="椭圆 85"/>
            <p:cNvGrpSpPr/>
            <p:nvPr/>
          </p:nvGrpSpPr>
          <p:grpSpPr>
            <a:xfrm>
              <a:off x="1424853" y="1499184"/>
              <a:ext cx="243716" cy="243801"/>
              <a:chOff x="0" y="0"/>
              <a:chExt cx="243840" cy="243840"/>
            </a:xfrm>
          </p:grpSpPr>
          <p:pic>
            <p:nvPicPr>
              <p:cNvPr id="14449" name="椭圆 8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50" name="文本框 9330"/>
              <p:cNvSpPr txBox="1"/>
              <p:nvPr/>
            </p:nvSpPr>
            <p:spPr>
              <a:xfrm>
                <a:off x="46967" y="44627"/>
                <a:ext cx="152830" cy="1527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51" name="直接连接符 86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2" name="直接连接符 87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3" name="直接连接符 88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4" name="直接连接符 89"/>
            <p:cNvCxnSpPr/>
            <p:nvPr/>
          </p:nvCxnSpPr>
          <p:spPr>
            <a:xfrm>
              <a:off x="720080" y="1008112"/>
              <a:ext cx="936104" cy="360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4455" name="直接连接符 90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6" name="直接连接符 91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7" name="直接连接符 92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8" name="直接连接符 93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9" name="直接连接符 94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60" name="直接连接符 95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461" name="组合 96"/>
          <p:cNvGrpSpPr/>
          <p:nvPr/>
        </p:nvGrpSpPr>
        <p:grpSpPr>
          <a:xfrm>
            <a:off x="3460433" y="4082415"/>
            <a:ext cx="2447925" cy="2159000"/>
            <a:chOff x="0" y="0"/>
            <a:chExt cx="2448272" cy="2160240"/>
          </a:xfrm>
        </p:grpSpPr>
        <p:grpSp>
          <p:nvGrpSpPr>
            <p:cNvPr id="14462" name="椭圆 97"/>
            <p:cNvGrpSpPr/>
            <p:nvPr/>
          </p:nvGrpSpPr>
          <p:grpSpPr>
            <a:xfrm>
              <a:off x="1062061" y="-14105"/>
              <a:ext cx="249971" cy="243980"/>
              <a:chOff x="0" y="0"/>
              <a:chExt cx="249936" cy="243840"/>
            </a:xfrm>
          </p:grpSpPr>
          <p:pic>
            <p:nvPicPr>
              <p:cNvPr id="14463" name="椭圆 9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64" name="文本框 9344"/>
              <p:cNvSpPr txBox="1"/>
              <p:nvPr/>
            </p:nvSpPr>
            <p:spPr>
              <a:xfrm>
                <a:off x="49688" y="45715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65" name="椭圆 98"/>
            <p:cNvGrpSpPr/>
            <p:nvPr/>
          </p:nvGrpSpPr>
          <p:grpSpPr>
            <a:xfrm>
              <a:off x="-17084" y="632442"/>
              <a:ext cx="249971" cy="243980"/>
              <a:chOff x="0" y="0"/>
              <a:chExt cx="249936" cy="243840"/>
            </a:xfrm>
          </p:grpSpPr>
          <p:pic>
            <p:nvPicPr>
              <p:cNvPr id="14466" name="椭圆 98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67" name="文本框 9347"/>
              <p:cNvSpPr txBox="1"/>
              <p:nvPr/>
            </p:nvSpPr>
            <p:spPr>
              <a:xfrm>
                <a:off x="48713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68" name="直接连接符 99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69" name="椭圆 100"/>
            <p:cNvGrpSpPr/>
            <p:nvPr/>
          </p:nvGrpSpPr>
          <p:grpSpPr>
            <a:xfrm>
              <a:off x="2214368" y="632442"/>
              <a:ext cx="249971" cy="243980"/>
              <a:chOff x="0" y="0"/>
              <a:chExt cx="249936" cy="243840"/>
            </a:xfrm>
          </p:grpSpPr>
          <p:pic>
            <p:nvPicPr>
              <p:cNvPr id="14470" name="椭圆 10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71" name="文本框 9351"/>
              <p:cNvSpPr txBox="1"/>
              <p:nvPr/>
            </p:nvSpPr>
            <p:spPr>
              <a:xfrm>
                <a:off x="49509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72" name="直接连接符 101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73" name="直接连接符 102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74" name="椭圆 103"/>
            <p:cNvGrpSpPr/>
            <p:nvPr/>
          </p:nvGrpSpPr>
          <p:grpSpPr>
            <a:xfrm>
              <a:off x="275565" y="1931636"/>
              <a:ext cx="243875" cy="243980"/>
              <a:chOff x="0" y="0"/>
              <a:chExt cx="243840" cy="243840"/>
            </a:xfrm>
          </p:grpSpPr>
          <p:pic>
            <p:nvPicPr>
              <p:cNvPr id="14475" name="椭圆 10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76" name="文本框 9356"/>
              <p:cNvSpPr txBox="1"/>
              <p:nvPr/>
            </p:nvSpPr>
            <p:spPr>
              <a:xfrm>
                <a:off x="44096" y="44191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77" name="椭圆 104"/>
            <p:cNvGrpSpPr/>
            <p:nvPr/>
          </p:nvGrpSpPr>
          <p:grpSpPr>
            <a:xfrm>
              <a:off x="1927815" y="1931636"/>
              <a:ext cx="249971" cy="243980"/>
              <a:chOff x="0" y="0"/>
              <a:chExt cx="249936" cy="243840"/>
            </a:xfrm>
          </p:grpSpPr>
          <p:pic>
            <p:nvPicPr>
              <p:cNvPr id="14478" name="椭圆 10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79" name="文本框 9359"/>
              <p:cNvSpPr txBox="1"/>
              <p:nvPr/>
            </p:nvSpPr>
            <p:spPr>
              <a:xfrm>
                <a:off x="48029" y="44191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80" name="直接连接符 105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81" name="椭圆 107"/>
            <p:cNvGrpSpPr/>
            <p:nvPr/>
          </p:nvGrpSpPr>
          <p:grpSpPr>
            <a:xfrm>
              <a:off x="1062061" y="632442"/>
              <a:ext cx="249971" cy="243980"/>
              <a:chOff x="0" y="0"/>
              <a:chExt cx="249936" cy="243840"/>
            </a:xfrm>
          </p:grpSpPr>
          <p:pic>
            <p:nvPicPr>
              <p:cNvPr id="14482" name="椭圆 10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83" name="文本框 9363"/>
              <p:cNvSpPr txBox="1"/>
              <p:nvPr/>
            </p:nvSpPr>
            <p:spPr>
              <a:xfrm>
                <a:off x="49688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84" name="椭圆 108"/>
            <p:cNvGrpSpPr/>
            <p:nvPr/>
          </p:nvGrpSpPr>
          <p:grpSpPr>
            <a:xfrm>
              <a:off x="488955" y="919119"/>
              <a:ext cx="243875" cy="250080"/>
              <a:chOff x="0" y="0"/>
              <a:chExt cx="243840" cy="249936"/>
            </a:xfrm>
          </p:grpSpPr>
          <p:pic>
            <p:nvPicPr>
              <p:cNvPr id="14485" name="椭圆 108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86" name="文本框 9366"/>
              <p:cNvSpPr txBox="1"/>
              <p:nvPr/>
            </p:nvSpPr>
            <p:spPr>
              <a:xfrm>
                <a:off x="46730" y="4859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87" name="椭圆 109"/>
            <p:cNvGrpSpPr/>
            <p:nvPr/>
          </p:nvGrpSpPr>
          <p:grpSpPr>
            <a:xfrm>
              <a:off x="1641263" y="919119"/>
              <a:ext cx="243875" cy="250080"/>
              <a:chOff x="0" y="0"/>
              <a:chExt cx="243840" cy="249936"/>
            </a:xfrm>
          </p:grpSpPr>
          <p:pic>
            <p:nvPicPr>
              <p:cNvPr id="14488" name="椭圆 10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89" name="文本框 9369"/>
              <p:cNvSpPr txBox="1"/>
              <p:nvPr/>
            </p:nvSpPr>
            <p:spPr>
              <a:xfrm>
                <a:off x="46550" y="48594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90" name="椭圆 110"/>
            <p:cNvGrpSpPr/>
            <p:nvPr/>
          </p:nvGrpSpPr>
          <p:grpSpPr>
            <a:xfrm>
              <a:off x="562118" y="1498571"/>
              <a:ext cx="243875" cy="243980"/>
              <a:chOff x="0" y="0"/>
              <a:chExt cx="243840" cy="243840"/>
            </a:xfrm>
          </p:grpSpPr>
          <p:pic>
            <p:nvPicPr>
              <p:cNvPr id="14491" name="椭圆 1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92" name="文本框 9372"/>
              <p:cNvSpPr txBox="1"/>
              <p:nvPr/>
            </p:nvSpPr>
            <p:spPr>
              <a:xfrm>
                <a:off x="45575" y="4520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493" name="椭圆 111"/>
            <p:cNvGrpSpPr/>
            <p:nvPr/>
          </p:nvGrpSpPr>
          <p:grpSpPr>
            <a:xfrm>
              <a:off x="1427872" y="1498571"/>
              <a:ext cx="243875" cy="243980"/>
              <a:chOff x="0" y="0"/>
              <a:chExt cx="243840" cy="243840"/>
            </a:xfrm>
          </p:grpSpPr>
          <p:pic>
            <p:nvPicPr>
              <p:cNvPr id="14494" name="椭圆 1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495" name="文本框 9375"/>
              <p:cNvSpPr txBox="1"/>
              <p:nvPr/>
            </p:nvSpPr>
            <p:spPr>
              <a:xfrm>
                <a:off x="43917" y="4520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496" name="直接连接符 112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7" name="直接连接符 113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8" name="直接连接符 114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9" name="直接连接符 116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0" name="直接连接符 117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1" name="直接连接符 118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2" name="直接连接符 119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3" name="直接连接符 120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4" name="直接连接符 121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05" name="组合 123"/>
          <p:cNvGrpSpPr/>
          <p:nvPr/>
        </p:nvGrpSpPr>
        <p:grpSpPr>
          <a:xfrm>
            <a:off x="6960870" y="4266565"/>
            <a:ext cx="2131060" cy="1722755"/>
            <a:chOff x="0" y="0"/>
            <a:chExt cx="2448272" cy="1728192"/>
          </a:xfrm>
        </p:grpSpPr>
        <p:grpSp>
          <p:nvGrpSpPr>
            <p:cNvPr id="14506" name="椭圆 124"/>
            <p:cNvGrpSpPr/>
            <p:nvPr/>
          </p:nvGrpSpPr>
          <p:grpSpPr>
            <a:xfrm>
              <a:off x="1067586" y="-14105"/>
              <a:ext cx="243875" cy="243980"/>
              <a:chOff x="0" y="0"/>
              <a:chExt cx="243840" cy="243840"/>
            </a:xfrm>
          </p:grpSpPr>
          <p:pic>
            <p:nvPicPr>
              <p:cNvPr id="14507" name="椭圆 12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08" name="文本框 9388"/>
              <p:cNvSpPr txBox="1"/>
              <p:nvPr/>
            </p:nvSpPr>
            <p:spPr>
              <a:xfrm>
                <a:off x="44163" y="45715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09" name="椭圆 125"/>
            <p:cNvGrpSpPr/>
            <p:nvPr/>
          </p:nvGrpSpPr>
          <p:grpSpPr>
            <a:xfrm>
              <a:off x="-17656" y="632442"/>
              <a:ext cx="249971" cy="243980"/>
              <a:chOff x="0" y="0"/>
              <a:chExt cx="249936" cy="243840"/>
            </a:xfrm>
          </p:grpSpPr>
          <p:pic>
            <p:nvPicPr>
              <p:cNvPr id="14510" name="椭圆 12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49936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11" name="文本框 9391"/>
              <p:cNvSpPr txBox="1"/>
              <p:nvPr/>
            </p:nvSpPr>
            <p:spPr>
              <a:xfrm>
                <a:off x="49284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512" name="直接连接符 126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513" name="椭圆 127"/>
            <p:cNvGrpSpPr/>
            <p:nvPr/>
          </p:nvGrpSpPr>
          <p:grpSpPr>
            <a:xfrm>
              <a:off x="2219894" y="632442"/>
              <a:ext cx="243875" cy="243980"/>
              <a:chOff x="0" y="0"/>
              <a:chExt cx="243840" cy="243840"/>
            </a:xfrm>
          </p:grpSpPr>
          <p:pic>
            <p:nvPicPr>
              <p:cNvPr id="14514" name="椭圆 12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15" name="文本框 9395"/>
              <p:cNvSpPr txBox="1"/>
              <p:nvPr/>
            </p:nvSpPr>
            <p:spPr>
              <a:xfrm>
                <a:off x="43984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516" name="直接连接符 128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7" name="直接连接符 129"/>
            <p:cNvCxnSpPr/>
            <p:nvPr/>
          </p:nvCxnSpPr>
          <p:spPr>
            <a:xfrm rot="-5400000" flipH="1">
              <a:off x="36004" y="972108"/>
              <a:ext cx="679708" cy="4636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8" name="直接连接符 132"/>
            <p:cNvCxnSpPr/>
            <p:nvPr/>
          </p:nvCxnSpPr>
          <p:spPr>
            <a:xfrm rot="5400000">
              <a:off x="1588544" y="868464"/>
              <a:ext cx="711344" cy="639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519" name="椭圆 133"/>
            <p:cNvGrpSpPr/>
            <p:nvPr/>
          </p:nvGrpSpPr>
          <p:grpSpPr>
            <a:xfrm>
              <a:off x="1067586" y="632442"/>
              <a:ext cx="243875" cy="243980"/>
              <a:chOff x="0" y="0"/>
              <a:chExt cx="243840" cy="243840"/>
            </a:xfrm>
          </p:grpSpPr>
          <p:pic>
            <p:nvPicPr>
              <p:cNvPr id="14520" name="椭圆 133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21" name="文本框 9401"/>
              <p:cNvSpPr txBox="1"/>
              <p:nvPr/>
            </p:nvSpPr>
            <p:spPr>
              <a:xfrm>
                <a:off x="44163" y="47239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22" name="椭圆 136"/>
            <p:cNvGrpSpPr/>
            <p:nvPr/>
          </p:nvGrpSpPr>
          <p:grpSpPr>
            <a:xfrm>
              <a:off x="561547" y="1498571"/>
              <a:ext cx="243875" cy="243980"/>
              <a:chOff x="0" y="0"/>
              <a:chExt cx="243840" cy="243840"/>
            </a:xfrm>
          </p:grpSpPr>
          <p:pic>
            <p:nvPicPr>
              <p:cNvPr id="14523" name="椭圆 13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24" name="文本框 9404"/>
              <p:cNvSpPr txBox="1"/>
              <p:nvPr/>
            </p:nvSpPr>
            <p:spPr>
              <a:xfrm>
                <a:off x="46146" y="4520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25" name="椭圆 137"/>
            <p:cNvGrpSpPr/>
            <p:nvPr/>
          </p:nvGrpSpPr>
          <p:grpSpPr>
            <a:xfrm>
              <a:off x="1427301" y="1498571"/>
              <a:ext cx="243875" cy="243980"/>
              <a:chOff x="0" y="0"/>
              <a:chExt cx="243840" cy="243840"/>
            </a:xfrm>
          </p:grpSpPr>
          <p:pic>
            <p:nvPicPr>
              <p:cNvPr id="14526" name="椭圆 13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384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527" name="文本框 9407"/>
              <p:cNvSpPr txBox="1"/>
              <p:nvPr/>
            </p:nvSpPr>
            <p:spPr>
              <a:xfrm>
                <a:off x="44488" y="45207"/>
                <a:ext cx="152731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4528" name="直接连接符 138"/>
            <p:cNvCxnSpPr/>
            <p:nvPr/>
          </p:nvCxnSpPr>
          <p:spPr>
            <a:xfrm rot="5400000">
              <a:off x="558062" y="958474"/>
              <a:ext cx="679708" cy="427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29" name="直接连接符 139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0" name="直接连接符 140"/>
            <p:cNvCxnSpPr/>
            <p:nvPr/>
          </p:nvCxnSpPr>
          <p:spPr>
            <a:xfrm rot="-5400000" flipH="1">
              <a:off x="472420" y="544428"/>
              <a:ext cx="711344" cy="128740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1" name="直接连接符 141"/>
            <p:cNvCxnSpPr/>
            <p:nvPr/>
          </p:nvCxnSpPr>
          <p:spPr>
            <a:xfrm rot="5400000" flipH="1" flipV="1">
              <a:off x="1102490" y="414046"/>
              <a:ext cx="787720" cy="14717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2" name="直接连接符 143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533" name="TextBox 154"/>
          <p:cNvSpPr txBox="1"/>
          <p:nvPr/>
        </p:nvSpPr>
        <p:spPr>
          <a:xfrm>
            <a:off x="7626033" y="6025198"/>
            <a:ext cx="66738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3,3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4534" name="内容占位符 2"/>
          <p:cNvSpPr txBox="1"/>
          <p:nvPr/>
        </p:nvSpPr>
        <p:spPr>
          <a:xfrm>
            <a:off x="5588635" y="4221480"/>
            <a:ext cx="1881505" cy="358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Arial" panose="020B0604020202020204" pitchFamily="34" charset="0"/>
            </a:pPr>
            <a:r>
              <a:rPr lang="zh-CN" altLang="en-US" sz="2400" dirty="0">
                <a:latin typeface="Times New Roman" panose="02020603050405020304" charset="0"/>
                <a:ea typeface="黑体" panose="02010609060101010101" pitchFamily="49" charset="-122"/>
              </a:rPr>
              <a:t>删除</a:t>
            </a:r>
            <a:r>
              <a:rPr lang="en-US" altLang="zh-CN" sz="2400" dirty="0">
                <a:latin typeface="Times New Roman" panose="02020603050405020304" charset="0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Times New Roman" panose="02020603050405020304" charset="0"/>
                <a:ea typeface="黑体" panose="02010609060101010101" pitchFamily="49" charset="-122"/>
              </a:rPr>
              <a:t>度顶点</a:t>
            </a:r>
            <a:endParaRPr lang="zh-CN" altLang="en-US" sz="2400" dirty="0"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3" name="燕尾形箭头 69"/>
          <p:cNvSpPr/>
          <p:nvPr/>
        </p:nvSpPr>
        <p:spPr>
          <a:xfrm>
            <a:off x="2591435" y="5002530"/>
            <a:ext cx="870585" cy="431800"/>
          </a:xfrm>
          <a:prstGeom prst="notchedRightArrow">
            <a:avLst>
              <a:gd name="adj1" fmla="val 50000"/>
              <a:gd name="adj2" fmla="val 4992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 typeface="Arial" panose="020B0604020202020204" pitchFamily="34" charset="0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燕尾形箭头 69"/>
          <p:cNvSpPr/>
          <p:nvPr/>
        </p:nvSpPr>
        <p:spPr>
          <a:xfrm>
            <a:off x="5924550" y="5001260"/>
            <a:ext cx="870585" cy="431800"/>
          </a:xfrm>
          <a:prstGeom prst="notchedRightArrow">
            <a:avLst>
              <a:gd name="adj1" fmla="val 50000"/>
              <a:gd name="adj2" fmla="val 4992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 typeface="Arial" panose="020B0604020202020204" pitchFamily="34" charset="0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</a:t>
            </a:r>
            <a:r>
              <a:rPr lang="en-US" altLang="zh-CN" dirty="0"/>
              <a:t>11.3(3)</a:t>
            </a:r>
            <a:endParaRPr lang="zh-CN" altLang="en-US" dirty="0"/>
          </a:p>
        </p:txBody>
      </p:sp>
      <p:sp>
        <p:nvSpPr>
          <p:cNvPr id="15362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363" name="组合 5"/>
          <p:cNvGrpSpPr/>
          <p:nvPr/>
        </p:nvGrpSpPr>
        <p:grpSpPr>
          <a:xfrm>
            <a:off x="250825" y="1628775"/>
            <a:ext cx="2520950" cy="2160588"/>
            <a:chOff x="0" y="0"/>
            <a:chExt cx="2736304" cy="2088232"/>
          </a:xfrm>
        </p:grpSpPr>
        <p:cxnSp>
          <p:nvCxnSpPr>
            <p:cNvPr id="15364" name="直接连接符 6"/>
            <p:cNvCxnSpPr/>
            <p:nvPr/>
          </p:nvCxnSpPr>
          <p:spPr>
            <a:xfrm>
              <a:off x="720080" y="108012"/>
              <a:ext cx="1183764" cy="8597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5" name="直接连接符 7"/>
            <p:cNvCxnSpPr/>
            <p:nvPr/>
          </p:nvCxnSpPr>
          <p:spPr>
            <a:xfrm rot="5400000">
              <a:off x="958474" y="-54006"/>
              <a:ext cx="751716" cy="12917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366" name="椭圆 8"/>
            <p:cNvGrpSpPr/>
            <p:nvPr/>
          </p:nvGrpSpPr>
          <p:grpSpPr>
            <a:xfrm>
              <a:off x="468825" y="-30564"/>
              <a:ext cx="284520" cy="276917"/>
              <a:chOff x="0" y="0"/>
              <a:chExt cx="262128" cy="286512"/>
            </a:xfrm>
          </p:grpSpPr>
          <p:pic>
            <p:nvPicPr>
              <p:cNvPr id="15367" name="椭圆 8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8651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68" name="文本框 10248"/>
              <p:cNvSpPr txBox="1"/>
              <p:nvPr/>
            </p:nvSpPr>
            <p:spPr>
              <a:xfrm>
                <a:off x="61605" y="64355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69" name="椭圆 9"/>
            <p:cNvGrpSpPr/>
            <p:nvPr/>
          </p:nvGrpSpPr>
          <p:grpSpPr>
            <a:xfrm>
              <a:off x="1838493" y="-30564"/>
              <a:ext cx="284520" cy="276917"/>
              <a:chOff x="0" y="0"/>
              <a:chExt cx="262128" cy="286512"/>
            </a:xfrm>
          </p:grpSpPr>
          <p:pic>
            <p:nvPicPr>
              <p:cNvPr id="15370" name="椭圆 9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8651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71" name="文本框 10251"/>
              <p:cNvSpPr txBox="1"/>
              <p:nvPr/>
            </p:nvSpPr>
            <p:spPr>
              <a:xfrm>
                <a:off x="60208" y="64355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72" name="椭圆 10"/>
            <p:cNvGrpSpPr/>
            <p:nvPr/>
          </p:nvGrpSpPr>
          <p:grpSpPr>
            <a:xfrm>
              <a:off x="468825" y="906240"/>
              <a:ext cx="284520" cy="276917"/>
              <a:chOff x="0" y="0"/>
              <a:chExt cx="262128" cy="286512"/>
            </a:xfrm>
          </p:grpSpPr>
          <p:pic>
            <p:nvPicPr>
              <p:cNvPr id="15373" name="椭圆 10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8651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74" name="文本框 10254"/>
              <p:cNvSpPr txBox="1"/>
              <p:nvPr/>
            </p:nvSpPr>
            <p:spPr>
              <a:xfrm>
                <a:off x="61605" y="63630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75" name="椭圆 11"/>
            <p:cNvGrpSpPr/>
            <p:nvPr/>
          </p:nvGrpSpPr>
          <p:grpSpPr>
            <a:xfrm>
              <a:off x="1838493" y="906240"/>
              <a:ext cx="284520" cy="276917"/>
              <a:chOff x="0" y="0"/>
              <a:chExt cx="262128" cy="286512"/>
            </a:xfrm>
          </p:grpSpPr>
          <p:pic>
            <p:nvPicPr>
              <p:cNvPr id="15376" name="椭圆 11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8651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77" name="文本框 10257"/>
              <p:cNvSpPr txBox="1"/>
              <p:nvPr/>
            </p:nvSpPr>
            <p:spPr>
              <a:xfrm>
                <a:off x="60208" y="63630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78" name="椭圆 12"/>
            <p:cNvGrpSpPr/>
            <p:nvPr/>
          </p:nvGrpSpPr>
          <p:grpSpPr>
            <a:xfrm>
              <a:off x="1190051" y="476135"/>
              <a:ext cx="284520" cy="271025"/>
              <a:chOff x="0" y="0"/>
              <a:chExt cx="262128" cy="280416"/>
            </a:xfrm>
          </p:grpSpPr>
          <p:pic>
            <p:nvPicPr>
              <p:cNvPr id="15379" name="椭圆 1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80" name="文本框 10260"/>
              <p:cNvSpPr txBox="1"/>
              <p:nvPr/>
            </p:nvSpPr>
            <p:spPr>
              <a:xfrm>
                <a:off x="60548" y="61620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381" name="直接连接符 13"/>
            <p:cNvCxnSpPr/>
            <p:nvPr/>
          </p:nvCxnSpPr>
          <p:spPr>
            <a:xfrm rot="5400000" flipH="1" flipV="1">
              <a:off x="1260140" y="-499688"/>
              <a:ext cx="0" cy="1143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2" name="直接连接符 14"/>
            <p:cNvCxnSpPr/>
            <p:nvPr/>
          </p:nvCxnSpPr>
          <p:spPr>
            <a:xfrm rot="5400000">
              <a:off x="180020" y="540060"/>
              <a:ext cx="7920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3" name="直接连接符 15"/>
            <p:cNvCxnSpPr/>
            <p:nvPr/>
          </p:nvCxnSpPr>
          <p:spPr>
            <a:xfrm rot="-5400000" flipH="1">
              <a:off x="1616692" y="572576"/>
              <a:ext cx="720080" cy="69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4" name="直接连接符 16"/>
            <p:cNvCxnSpPr/>
            <p:nvPr/>
          </p:nvCxnSpPr>
          <p:spPr>
            <a:xfrm>
              <a:off x="720080" y="1044116"/>
              <a:ext cx="11521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385" name="椭圆 17"/>
            <p:cNvGrpSpPr/>
            <p:nvPr/>
          </p:nvGrpSpPr>
          <p:grpSpPr>
            <a:xfrm>
              <a:off x="-34049" y="1772342"/>
              <a:ext cx="284520" cy="271025"/>
              <a:chOff x="0" y="0"/>
              <a:chExt cx="262128" cy="280416"/>
            </a:xfrm>
          </p:grpSpPr>
          <p:pic>
            <p:nvPicPr>
              <p:cNvPr id="15386" name="椭圆 1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87" name="文本框 10267"/>
              <p:cNvSpPr txBox="1"/>
              <p:nvPr/>
            </p:nvSpPr>
            <p:spPr>
              <a:xfrm>
                <a:off x="60515" y="61555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88" name="椭圆 18"/>
            <p:cNvGrpSpPr/>
            <p:nvPr/>
          </p:nvGrpSpPr>
          <p:grpSpPr>
            <a:xfrm>
              <a:off x="2486935" y="1843045"/>
              <a:ext cx="284520" cy="271025"/>
              <a:chOff x="0" y="0"/>
              <a:chExt cx="262128" cy="280416"/>
            </a:xfrm>
          </p:grpSpPr>
          <p:pic>
            <p:nvPicPr>
              <p:cNvPr id="15389" name="椭圆 18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390" name="文本框 10270"/>
              <p:cNvSpPr txBox="1"/>
              <p:nvPr/>
            </p:nvSpPr>
            <p:spPr>
              <a:xfrm>
                <a:off x="59867" y="62906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391" name="直接连接符 19"/>
            <p:cNvCxnSpPr/>
            <p:nvPr/>
          </p:nvCxnSpPr>
          <p:spPr>
            <a:xfrm rot="5400000">
              <a:off x="-540060" y="756084"/>
              <a:ext cx="1647448" cy="504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2" name="直接连接符 20"/>
            <p:cNvCxnSpPr/>
            <p:nvPr/>
          </p:nvCxnSpPr>
          <p:spPr>
            <a:xfrm rot="5400000">
              <a:off x="-18002" y="1246506"/>
              <a:ext cx="679708" cy="4276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5393" name="直接连接符 21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4" name="直接连接符 22"/>
            <p:cNvCxnSpPr/>
            <p:nvPr/>
          </p:nvCxnSpPr>
          <p:spPr>
            <a:xfrm rot="-5400000" flipH="1">
              <a:off x="1966586" y="1210502"/>
              <a:ext cx="751716" cy="57169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5395" name="直接连接符 23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6" name="直接连接符 24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97" name="组合 25"/>
          <p:cNvGrpSpPr/>
          <p:nvPr/>
        </p:nvGrpSpPr>
        <p:grpSpPr>
          <a:xfrm>
            <a:off x="3203575" y="1700213"/>
            <a:ext cx="2520950" cy="2160587"/>
            <a:chOff x="0" y="0"/>
            <a:chExt cx="2736304" cy="2088232"/>
          </a:xfrm>
        </p:grpSpPr>
        <p:cxnSp>
          <p:nvCxnSpPr>
            <p:cNvPr id="15398" name="直接连接符 26"/>
            <p:cNvCxnSpPr/>
            <p:nvPr/>
          </p:nvCxnSpPr>
          <p:spPr>
            <a:xfrm>
              <a:off x="720080" y="108012"/>
              <a:ext cx="1183764" cy="8597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9" name="直接连接符 27"/>
            <p:cNvCxnSpPr/>
            <p:nvPr/>
          </p:nvCxnSpPr>
          <p:spPr>
            <a:xfrm rot="5400000">
              <a:off x="958474" y="-54006"/>
              <a:ext cx="751716" cy="12917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400" name="椭圆 28"/>
            <p:cNvGrpSpPr/>
            <p:nvPr/>
          </p:nvGrpSpPr>
          <p:grpSpPr>
            <a:xfrm>
              <a:off x="472960" y="-28907"/>
              <a:ext cx="277904" cy="271025"/>
              <a:chOff x="0" y="0"/>
              <a:chExt cx="256032" cy="280416"/>
            </a:xfrm>
          </p:grpSpPr>
          <p:pic>
            <p:nvPicPr>
              <p:cNvPr id="15401" name="椭圆 2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02" name="文本框 10282"/>
              <p:cNvSpPr txBox="1"/>
              <p:nvPr/>
            </p:nvSpPr>
            <p:spPr>
              <a:xfrm>
                <a:off x="57795" y="62641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03" name="椭圆 29"/>
            <p:cNvGrpSpPr/>
            <p:nvPr/>
          </p:nvGrpSpPr>
          <p:grpSpPr>
            <a:xfrm>
              <a:off x="1842628" y="-28907"/>
              <a:ext cx="277904" cy="271025"/>
              <a:chOff x="0" y="0"/>
              <a:chExt cx="256032" cy="280416"/>
            </a:xfrm>
          </p:grpSpPr>
          <p:pic>
            <p:nvPicPr>
              <p:cNvPr id="15404" name="椭圆 2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05" name="文本框 10285"/>
              <p:cNvSpPr txBox="1"/>
              <p:nvPr/>
            </p:nvSpPr>
            <p:spPr>
              <a:xfrm>
                <a:off x="56398" y="62641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06" name="椭圆 30"/>
            <p:cNvGrpSpPr/>
            <p:nvPr/>
          </p:nvGrpSpPr>
          <p:grpSpPr>
            <a:xfrm>
              <a:off x="472960" y="907897"/>
              <a:ext cx="277904" cy="271025"/>
              <a:chOff x="0" y="0"/>
              <a:chExt cx="256032" cy="280416"/>
            </a:xfrm>
          </p:grpSpPr>
          <p:pic>
            <p:nvPicPr>
              <p:cNvPr id="15407" name="椭圆 3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08" name="文本框 10288"/>
              <p:cNvSpPr txBox="1"/>
              <p:nvPr/>
            </p:nvSpPr>
            <p:spPr>
              <a:xfrm>
                <a:off x="57795" y="61916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09" name="椭圆 31"/>
            <p:cNvGrpSpPr/>
            <p:nvPr/>
          </p:nvGrpSpPr>
          <p:grpSpPr>
            <a:xfrm>
              <a:off x="1842628" y="907897"/>
              <a:ext cx="277904" cy="271025"/>
              <a:chOff x="0" y="0"/>
              <a:chExt cx="256032" cy="280416"/>
            </a:xfrm>
          </p:grpSpPr>
          <p:pic>
            <p:nvPicPr>
              <p:cNvPr id="15410" name="椭圆 3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11" name="文本框 10291"/>
              <p:cNvSpPr txBox="1"/>
              <p:nvPr/>
            </p:nvSpPr>
            <p:spPr>
              <a:xfrm>
                <a:off x="56398" y="61916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12" name="椭圆 32"/>
            <p:cNvGrpSpPr/>
            <p:nvPr/>
          </p:nvGrpSpPr>
          <p:grpSpPr>
            <a:xfrm>
              <a:off x="1194186" y="477792"/>
              <a:ext cx="277904" cy="271025"/>
              <a:chOff x="0" y="0"/>
              <a:chExt cx="256032" cy="280416"/>
            </a:xfrm>
          </p:grpSpPr>
          <p:pic>
            <p:nvPicPr>
              <p:cNvPr id="15413" name="椭圆 3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14" name="文本框 10294"/>
              <p:cNvSpPr txBox="1"/>
              <p:nvPr/>
            </p:nvSpPr>
            <p:spPr>
              <a:xfrm>
                <a:off x="56738" y="59906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415" name="直接连接符 33"/>
            <p:cNvCxnSpPr/>
            <p:nvPr/>
          </p:nvCxnSpPr>
          <p:spPr>
            <a:xfrm rot="5400000" flipH="1" flipV="1">
              <a:off x="1260140" y="-499688"/>
              <a:ext cx="0" cy="1143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6" name="直接连接符 34"/>
            <p:cNvCxnSpPr/>
            <p:nvPr/>
          </p:nvCxnSpPr>
          <p:spPr>
            <a:xfrm rot="5400000">
              <a:off x="180020" y="540060"/>
              <a:ext cx="7920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7" name="直接连接符 35"/>
            <p:cNvCxnSpPr/>
            <p:nvPr/>
          </p:nvCxnSpPr>
          <p:spPr>
            <a:xfrm rot="-5400000" flipH="1">
              <a:off x="1616692" y="572576"/>
              <a:ext cx="720080" cy="69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18" name="直接连接符 36"/>
            <p:cNvCxnSpPr/>
            <p:nvPr/>
          </p:nvCxnSpPr>
          <p:spPr>
            <a:xfrm>
              <a:off x="720080" y="1044116"/>
              <a:ext cx="11521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419" name="椭圆 37"/>
            <p:cNvGrpSpPr/>
            <p:nvPr/>
          </p:nvGrpSpPr>
          <p:grpSpPr>
            <a:xfrm>
              <a:off x="-29913" y="1774000"/>
              <a:ext cx="277904" cy="271025"/>
              <a:chOff x="0" y="0"/>
              <a:chExt cx="256032" cy="280416"/>
            </a:xfrm>
          </p:grpSpPr>
          <p:pic>
            <p:nvPicPr>
              <p:cNvPr id="15420" name="椭圆 3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21" name="文本框 10301"/>
              <p:cNvSpPr txBox="1"/>
              <p:nvPr/>
            </p:nvSpPr>
            <p:spPr>
              <a:xfrm>
                <a:off x="56705" y="59840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22" name="椭圆 38"/>
            <p:cNvGrpSpPr/>
            <p:nvPr/>
          </p:nvGrpSpPr>
          <p:grpSpPr>
            <a:xfrm>
              <a:off x="2491071" y="1844702"/>
              <a:ext cx="277904" cy="271025"/>
              <a:chOff x="0" y="0"/>
              <a:chExt cx="256032" cy="280416"/>
            </a:xfrm>
          </p:grpSpPr>
          <p:pic>
            <p:nvPicPr>
              <p:cNvPr id="15423" name="椭圆 3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8041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24" name="文本框 10304"/>
              <p:cNvSpPr txBox="1"/>
              <p:nvPr/>
            </p:nvSpPr>
            <p:spPr>
              <a:xfrm>
                <a:off x="56057" y="61191"/>
                <a:ext cx="140730" cy="1580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425" name="直接连接符 39"/>
            <p:cNvCxnSpPr/>
            <p:nvPr/>
          </p:nvCxnSpPr>
          <p:spPr>
            <a:xfrm rot="5400000">
              <a:off x="-540060" y="756084"/>
              <a:ext cx="1647448" cy="50405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6" name="直接连接符 41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7" name="直接连接符 43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8" name="直接连接符 44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29" name="组合 111"/>
          <p:cNvGrpSpPr/>
          <p:nvPr/>
        </p:nvGrpSpPr>
        <p:grpSpPr>
          <a:xfrm>
            <a:off x="6175375" y="1773238"/>
            <a:ext cx="2281238" cy="1962150"/>
            <a:chOff x="0" y="0"/>
            <a:chExt cx="2281238" cy="1962150"/>
          </a:xfrm>
        </p:grpSpPr>
        <p:grpSp>
          <p:nvGrpSpPr>
            <p:cNvPr id="15430" name="组合 45"/>
            <p:cNvGrpSpPr/>
            <p:nvPr/>
          </p:nvGrpSpPr>
          <p:grpSpPr>
            <a:xfrm>
              <a:off x="444500" y="0"/>
              <a:ext cx="1458913" cy="1192212"/>
              <a:chOff x="0" y="0"/>
              <a:chExt cx="1584176" cy="1152128"/>
            </a:xfrm>
          </p:grpSpPr>
          <p:cxnSp>
            <p:nvCxnSpPr>
              <p:cNvPr id="15431" name="直接连接符 46"/>
              <p:cNvCxnSpPr/>
              <p:nvPr/>
            </p:nvCxnSpPr>
            <p:spPr>
              <a:xfrm>
                <a:off x="216024" y="108012"/>
                <a:ext cx="1183764" cy="85972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32" name="直接连接符 47"/>
              <p:cNvCxnSpPr/>
              <p:nvPr/>
            </p:nvCxnSpPr>
            <p:spPr>
              <a:xfrm rot="5400000">
                <a:off x="454418" y="-54006"/>
                <a:ext cx="751716" cy="12917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433" name="椭圆 48"/>
              <p:cNvGrpSpPr/>
              <p:nvPr/>
            </p:nvGrpSpPr>
            <p:grpSpPr>
              <a:xfrm>
                <a:off x="-32683" y="-28781"/>
                <a:ext cx="278015" cy="270988"/>
                <a:chOff x="0" y="0"/>
                <a:chExt cx="256032" cy="280416"/>
              </a:xfrm>
            </p:grpSpPr>
            <p:pic>
              <p:nvPicPr>
                <p:cNvPr id="15434" name="椭圆 48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5435" name="文本框 10315"/>
                <p:cNvSpPr txBox="1"/>
                <p:nvPr/>
              </p:nvSpPr>
              <p:spPr>
                <a:xfrm>
                  <a:off x="59234" y="62519"/>
                  <a:ext cx="140673" cy="1580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436" name="椭圆 49"/>
              <p:cNvGrpSpPr/>
              <p:nvPr/>
            </p:nvGrpSpPr>
            <p:grpSpPr>
              <a:xfrm>
                <a:off x="1337534" y="-28781"/>
                <a:ext cx="278015" cy="270988"/>
                <a:chOff x="0" y="0"/>
                <a:chExt cx="256032" cy="280416"/>
              </a:xfrm>
            </p:grpSpPr>
            <p:pic>
              <p:nvPicPr>
                <p:cNvPr id="15437" name="椭圆 49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5438" name="文本框 10318"/>
                <p:cNvSpPr txBox="1"/>
                <p:nvPr/>
              </p:nvSpPr>
              <p:spPr>
                <a:xfrm>
                  <a:off x="57332" y="62519"/>
                  <a:ext cx="140673" cy="1580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439" name="椭圆 50"/>
              <p:cNvGrpSpPr/>
              <p:nvPr/>
            </p:nvGrpSpPr>
            <p:grpSpPr>
              <a:xfrm>
                <a:off x="-32683" y="907895"/>
                <a:ext cx="278015" cy="270988"/>
                <a:chOff x="0" y="0"/>
                <a:chExt cx="256032" cy="280416"/>
              </a:xfrm>
            </p:grpSpPr>
            <p:pic>
              <p:nvPicPr>
                <p:cNvPr id="15440" name="椭圆 50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5441" name="文本框 10321"/>
                <p:cNvSpPr txBox="1"/>
                <p:nvPr/>
              </p:nvSpPr>
              <p:spPr>
                <a:xfrm>
                  <a:off x="59234" y="61927"/>
                  <a:ext cx="140673" cy="1580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442" name="椭圆 51"/>
              <p:cNvGrpSpPr/>
              <p:nvPr/>
            </p:nvGrpSpPr>
            <p:grpSpPr>
              <a:xfrm>
                <a:off x="1337534" y="907895"/>
                <a:ext cx="278015" cy="270988"/>
                <a:chOff x="0" y="0"/>
                <a:chExt cx="256032" cy="280416"/>
              </a:xfrm>
            </p:grpSpPr>
            <p:pic>
              <p:nvPicPr>
                <p:cNvPr id="15443" name="椭圆 51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5444" name="文本框 10324"/>
                <p:cNvSpPr txBox="1"/>
                <p:nvPr/>
              </p:nvSpPr>
              <p:spPr>
                <a:xfrm>
                  <a:off x="57332" y="61927"/>
                  <a:ext cx="140673" cy="1580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445" name="椭圆 52"/>
              <p:cNvGrpSpPr/>
              <p:nvPr/>
            </p:nvGrpSpPr>
            <p:grpSpPr>
              <a:xfrm>
                <a:off x="688832" y="477849"/>
                <a:ext cx="278015" cy="270988"/>
                <a:chOff x="0" y="0"/>
                <a:chExt cx="256032" cy="280416"/>
              </a:xfrm>
            </p:grpSpPr>
            <p:pic>
              <p:nvPicPr>
                <p:cNvPr id="15446" name="椭圆 52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5447" name="文本框 10327"/>
                <p:cNvSpPr txBox="1"/>
                <p:nvPr/>
              </p:nvSpPr>
              <p:spPr>
                <a:xfrm>
                  <a:off x="57912" y="59856"/>
                  <a:ext cx="140673" cy="1580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5448" name="直接连接符 53"/>
              <p:cNvCxnSpPr/>
              <p:nvPr/>
            </p:nvCxnSpPr>
            <p:spPr>
              <a:xfrm rot="5400000" flipH="1" flipV="1">
                <a:off x="756084" y="-499688"/>
                <a:ext cx="0" cy="11433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49" name="直接连接符 54"/>
              <p:cNvCxnSpPr/>
              <p:nvPr/>
            </p:nvCxnSpPr>
            <p:spPr>
              <a:xfrm rot="5400000">
                <a:off x="-324036" y="540060"/>
                <a:ext cx="7920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50" name="直接连接符 55"/>
              <p:cNvCxnSpPr/>
              <p:nvPr/>
            </p:nvCxnSpPr>
            <p:spPr>
              <a:xfrm rot="-5400000" flipH="1">
                <a:off x="1112636" y="572576"/>
                <a:ext cx="720080" cy="697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51" name="直接连接符 56"/>
              <p:cNvCxnSpPr/>
              <p:nvPr/>
            </p:nvCxnSpPr>
            <p:spPr>
              <a:xfrm>
                <a:off x="216024" y="1044116"/>
                <a:ext cx="11521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452" name="任意多边形 63"/>
            <p:cNvSpPr/>
            <p:nvPr/>
          </p:nvSpPr>
          <p:spPr>
            <a:xfrm>
              <a:off x="0" y="200025"/>
              <a:ext cx="1763713" cy="1595437"/>
            </a:xfrm>
            <a:custGeom>
              <a:avLst/>
              <a:gdLst/>
              <a:ahLst/>
              <a:cxnLst>
                <a:cxn ang="0">
                  <a:pos x="486354" y="0"/>
                </a:cxn>
                <a:cxn ang="0">
                  <a:pos x="65330" y="814111"/>
                </a:cxn>
                <a:cxn ang="0">
                  <a:pos x="283102" y="1570072"/>
                </a:cxn>
                <a:cxn ang="0">
                  <a:pos x="1763941" y="974026"/>
                </a:cxn>
              </a:cxnLst>
              <a:pathLst>
                <a:path w="1763485" h="1594152">
                  <a:moveTo>
                    <a:pt x="486228" y="0"/>
                  </a:moveTo>
                  <a:cubicBezTo>
                    <a:pt x="292704" y="275771"/>
                    <a:pt x="99181" y="551543"/>
                    <a:pt x="65314" y="812800"/>
                  </a:cubicBezTo>
                  <a:cubicBezTo>
                    <a:pt x="31447" y="1074057"/>
                    <a:pt x="0" y="1540934"/>
                    <a:pt x="283028" y="1567543"/>
                  </a:cubicBezTo>
                  <a:cubicBezTo>
                    <a:pt x="566056" y="1594152"/>
                    <a:pt x="1164770" y="1283304"/>
                    <a:pt x="1763485" y="972457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53" name="任意多边形 64"/>
            <p:cNvSpPr/>
            <p:nvPr/>
          </p:nvSpPr>
          <p:spPr>
            <a:xfrm>
              <a:off x="558800" y="157162"/>
              <a:ext cx="1722438" cy="1804988"/>
            </a:xfrm>
            <a:custGeom>
              <a:avLst/>
              <a:gdLst/>
              <a:ahLst/>
              <a:cxnLst>
                <a:cxn ang="0">
                  <a:pos x="0" y="1030946"/>
                </a:cxn>
                <a:cxn ang="0">
                  <a:pos x="1045120" y="1756965"/>
                </a:cxn>
                <a:cxn ang="0">
                  <a:pos x="1683805" y="1321354"/>
                </a:cxn>
                <a:cxn ang="0">
                  <a:pos x="1277369" y="0"/>
                </a:cxn>
              </a:cxnLst>
              <a:pathLst>
                <a:path w="1722362" h="1804610">
                  <a:moveTo>
                    <a:pt x="0" y="1030514"/>
                  </a:moveTo>
                  <a:cubicBezTo>
                    <a:pt x="382209" y="1369181"/>
                    <a:pt x="764419" y="1707848"/>
                    <a:pt x="1045028" y="1756229"/>
                  </a:cubicBezTo>
                  <a:cubicBezTo>
                    <a:pt x="1325638" y="1804610"/>
                    <a:pt x="1644952" y="1613505"/>
                    <a:pt x="1683657" y="1320800"/>
                  </a:cubicBezTo>
                  <a:cubicBezTo>
                    <a:pt x="1722362" y="1028095"/>
                    <a:pt x="1499809" y="514047"/>
                    <a:pt x="1277257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454" name="TextBox 65"/>
          <p:cNvSpPr txBox="1"/>
          <p:nvPr/>
        </p:nvSpPr>
        <p:spPr>
          <a:xfrm>
            <a:off x="8316913" y="1916113"/>
            <a:ext cx="51879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5455" name="组合 66"/>
          <p:cNvGrpSpPr/>
          <p:nvPr/>
        </p:nvGrpSpPr>
        <p:grpSpPr>
          <a:xfrm>
            <a:off x="179388" y="4076700"/>
            <a:ext cx="2736850" cy="2089150"/>
            <a:chOff x="0" y="0"/>
            <a:chExt cx="2736304" cy="2088232"/>
          </a:xfrm>
        </p:grpSpPr>
        <p:cxnSp>
          <p:nvCxnSpPr>
            <p:cNvPr id="15456" name="直接连接符 67"/>
            <p:cNvCxnSpPr/>
            <p:nvPr/>
          </p:nvCxnSpPr>
          <p:spPr>
            <a:xfrm rot="-5400000" flipH="1">
              <a:off x="1516536" y="580432"/>
              <a:ext cx="279296" cy="4953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7" name="直接连接符 68"/>
            <p:cNvCxnSpPr/>
            <p:nvPr/>
          </p:nvCxnSpPr>
          <p:spPr>
            <a:xfrm rot="-10800000" flipV="1">
              <a:off x="688444" y="144016"/>
              <a:ext cx="1183764" cy="8237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458" name="椭圆 69"/>
            <p:cNvGrpSpPr/>
            <p:nvPr/>
          </p:nvGrpSpPr>
          <p:grpSpPr>
            <a:xfrm>
              <a:off x="472790" y="-28943"/>
              <a:ext cx="274265" cy="274199"/>
              <a:chOff x="0" y="0"/>
              <a:chExt cx="274320" cy="274320"/>
            </a:xfrm>
          </p:grpSpPr>
          <p:pic>
            <p:nvPicPr>
              <p:cNvPr id="15459" name="椭圆 6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60" name="文本框 10340"/>
              <p:cNvSpPr txBox="1"/>
              <p:nvPr/>
            </p:nvSpPr>
            <p:spPr>
              <a:xfrm>
                <a:off x="62915" y="60606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61" name="椭圆 70"/>
            <p:cNvGrpSpPr/>
            <p:nvPr/>
          </p:nvGrpSpPr>
          <p:grpSpPr>
            <a:xfrm>
              <a:off x="1844116" y="-28943"/>
              <a:ext cx="274265" cy="274199"/>
              <a:chOff x="0" y="0"/>
              <a:chExt cx="274320" cy="274320"/>
            </a:xfrm>
          </p:grpSpPr>
          <p:pic>
            <p:nvPicPr>
              <p:cNvPr id="15462" name="椭圆 7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63" name="文本框 10343"/>
              <p:cNvSpPr txBox="1"/>
              <p:nvPr/>
            </p:nvSpPr>
            <p:spPr>
              <a:xfrm>
                <a:off x="59740" y="60606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64" name="椭圆 71"/>
            <p:cNvGrpSpPr/>
            <p:nvPr/>
          </p:nvGrpSpPr>
          <p:grpSpPr>
            <a:xfrm>
              <a:off x="472790" y="909428"/>
              <a:ext cx="274265" cy="274199"/>
              <a:chOff x="0" y="0"/>
              <a:chExt cx="274320" cy="274320"/>
            </a:xfrm>
          </p:grpSpPr>
          <p:pic>
            <p:nvPicPr>
              <p:cNvPr id="15465" name="椭圆 7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66" name="文本框 10346"/>
              <p:cNvSpPr txBox="1"/>
              <p:nvPr/>
            </p:nvSpPr>
            <p:spPr>
              <a:xfrm>
                <a:off x="62915" y="58338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67" name="椭圆 72"/>
            <p:cNvGrpSpPr/>
            <p:nvPr/>
          </p:nvGrpSpPr>
          <p:grpSpPr>
            <a:xfrm>
              <a:off x="1844116" y="909428"/>
              <a:ext cx="274265" cy="274199"/>
              <a:chOff x="0" y="0"/>
              <a:chExt cx="274320" cy="274320"/>
            </a:xfrm>
          </p:grpSpPr>
          <p:pic>
            <p:nvPicPr>
              <p:cNvPr id="15468" name="椭圆 7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69" name="文本框 10349"/>
              <p:cNvSpPr txBox="1"/>
              <p:nvPr/>
            </p:nvSpPr>
            <p:spPr>
              <a:xfrm>
                <a:off x="59740" y="58338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70" name="椭圆 73"/>
            <p:cNvGrpSpPr/>
            <p:nvPr/>
          </p:nvGrpSpPr>
          <p:grpSpPr>
            <a:xfrm>
              <a:off x="1191974" y="476802"/>
              <a:ext cx="280360" cy="274199"/>
              <a:chOff x="0" y="0"/>
              <a:chExt cx="280416" cy="274320"/>
            </a:xfrm>
          </p:grpSpPr>
          <p:pic>
            <p:nvPicPr>
              <p:cNvPr id="15471" name="椭圆 7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80416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72" name="文本框 10352"/>
              <p:cNvSpPr txBox="1"/>
              <p:nvPr/>
            </p:nvSpPr>
            <p:spPr>
              <a:xfrm>
                <a:off x="63810" y="58916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473" name="直接连接符 74"/>
            <p:cNvCxnSpPr/>
            <p:nvPr/>
          </p:nvCxnSpPr>
          <p:spPr>
            <a:xfrm rot="5400000" flipH="1" flipV="1">
              <a:off x="1260140" y="-499688"/>
              <a:ext cx="0" cy="1143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74" name="直接连接符 75"/>
            <p:cNvCxnSpPr/>
            <p:nvPr/>
          </p:nvCxnSpPr>
          <p:spPr>
            <a:xfrm rot="5400000">
              <a:off x="180020" y="540060"/>
              <a:ext cx="79208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475" name="直接连接符 76"/>
            <p:cNvCxnSpPr/>
            <p:nvPr/>
          </p:nvCxnSpPr>
          <p:spPr>
            <a:xfrm rot="-5400000" flipH="1">
              <a:off x="1616692" y="572576"/>
              <a:ext cx="720080" cy="69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476" name="直接连接符 77"/>
            <p:cNvCxnSpPr/>
            <p:nvPr/>
          </p:nvCxnSpPr>
          <p:spPr>
            <a:xfrm>
              <a:off x="720080" y="1044116"/>
              <a:ext cx="11521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5477" name="椭圆 78"/>
            <p:cNvGrpSpPr/>
            <p:nvPr/>
          </p:nvGrpSpPr>
          <p:grpSpPr>
            <a:xfrm>
              <a:off x="-26983" y="1768587"/>
              <a:ext cx="274265" cy="274199"/>
              <a:chOff x="0" y="0"/>
              <a:chExt cx="274320" cy="274320"/>
            </a:xfrm>
          </p:grpSpPr>
          <p:pic>
            <p:nvPicPr>
              <p:cNvPr id="15478" name="椭圆 7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79" name="文本框 10359"/>
              <p:cNvSpPr txBox="1"/>
              <p:nvPr/>
            </p:nvSpPr>
            <p:spPr>
              <a:xfrm>
                <a:off x="58630" y="63277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80" name="椭圆 79"/>
            <p:cNvGrpSpPr/>
            <p:nvPr/>
          </p:nvGrpSpPr>
          <p:grpSpPr>
            <a:xfrm>
              <a:off x="2490163" y="1841706"/>
              <a:ext cx="274265" cy="274199"/>
              <a:chOff x="0" y="0"/>
              <a:chExt cx="274320" cy="274320"/>
            </a:xfrm>
          </p:grpSpPr>
          <p:pic>
            <p:nvPicPr>
              <p:cNvPr id="15481" name="椭圆 7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74320" cy="2743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82" name="文本框 10362"/>
              <p:cNvSpPr txBox="1"/>
              <p:nvPr/>
            </p:nvSpPr>
            <p:spPr>
              <a:xfrm>
                <a:off x="61765" y="62165"/>
                <a:ext cx="152783" cy="1528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483" name="直接连接符 80"/>
            <p:cNvCxnSpPr/>
            <p:nvPr/>
          </p:nvCxnSpPr>
          <p:spPr>
            <a:xfrm rot="5400000">
              <a:off x="-540060" y="756084"/>
              <a:ext cx="1647448" cy="504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4" name="直接连接符 81"/>
            <p:cNvCxnSpPr/>
            <p:nvPr/>
          </p:nvCxnSpPr>
          <p:spPr>
            <a:xfrm rot="5400000">
              <a:off x="-18002" y="1246506"/>
              <a:ext cx="679708" cy="427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5" name="直接连接符 82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6" name="直接连接符 83"/>
            <p:cNvCxnSpPr/>
            <p:nvPr/>
          </p:nvCxnSpPr>
          <p:spPr>
            <a:xfrm rot="-5400000" flipH="1">
              <a:off x="1966586" y="1210502"/>
              <a:ext cx="751716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7" name="直接连接符 84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88" name="直接连接符 85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89" name="直接连接符 90"/>
          <p:cNvCxnSpPr/>
          <p:nvPr/>
        </p:nvCxnSpPr>
        <p:spPr>
          <a:xfrm rot="-5400000" flipH="1">
            <a:off x="966788" y="4144963"/>
            <a:ext cx="352425" cy="566737"/>
          </a:xfrm>
          <a:prstGeom prst="line">
            <a:avLst/>
          </a:prstGeom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5490" name="组合 91"/>
          <p:cNvGrpSpPr/>
          <p:nvPr/>
        </p:nvGrpSpPr>
        <p:grpSpPr>
          <a:xfrm>
            <a:off x="3276600" y="4149725"/>
            <a:ext cx="2735263" cy="2087563"/>
            <a:chOff x="0" y="0"/>
            <a:chExt cx="2736304" cy="2088232"/>
          </a:xfrm>
        </p:grpSpPr>
        <p:cxnSp>
          <p:nvCxnSpPr>
            <p:cNvPr id="15491" name="直接连接符 92"/>
            <p:cNvCxnSpPr/>
            <p:nvPr/>
          </p:nvCxnSpPr>
          <p:spPr>
            <a:xfrm rot="-5400000" flipH="1">
              <a:off x="1516536" y="580432"/>
              <a:ext cx="279296" cy="4953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92" name="直接连接符 93"/>
            <p:cNvCxnSpPr/>
            <p:nvPr/>
          </p:nvCxnSpPr>
          <p:spPr>
            <a:xfrm rot="-10800000" flipV="1">
              <a:off x="688444" y="144016"/>
              <a:ext cx="1183764" cy="8237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493" name="椭圆 94"/>
            <p:cNvGrpSpPr/>
            <p:nvPr/>
          </p:nvGrpSpPr>
          <p:grpSpPr>
            <a:xfrm>
              <a:off x="484816" y="-22740"/>
              <a:ext cx="256129" cy="262212"/>
              <a:chOff x="0" y="0"/>
              <a:chExt cx="256032" cy="262128"/>
            </a:xfrm>
          </p:grpSpPr>
          <p:pic>
            <p:nvPicPr>
              <p:cNvPr id="15494" name="椭圆 9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95" name="文本框 10375"/>
              <p:cNvSpPr txBox="1"/>
              <p:nvPr/>
            </p:nvSpPr>
            <p:spPr>
              <a:xfrm>
                <a:off x="50856" y="54359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96" name="椭圆 95"/>
            <p:cNvGrpSpPr/>
            <p:nvPr/>
          </p:nvGrpSpPr>
          <p:grpSpPr>
            <a:xfrm>
              <a:off x="1850840" y="-22740"/>
              <a:ext cx="256129" cy="262212"/>
              <a:chOff x="0" y="0"/>
              <a:chExt cx="256032" cy="262128"/>
            </a:xfrm>
          </p:grpSpPr>
          <p:pic>
            <p:nvPicPr>
              <p:cNvPr id="15497" name="椭圆 9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498" name="文本框 10378"/>
              <p:cNvSpPr txBox="1"/>
              <p:nvPr/>
            </p:nvSpPr>
            <p:spPr>
              <a:xfrm>
                <a:off x="52984" y="54359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499" name="椭圆 96"/>
            <p:cNvGrpSpPr/>
            <p:nvPr/>
          </p:nvGrpSpPr>
          <p:grpSpPr>
            <a:xfrm>
              <a:off x="484816" y="916345"/>
              <a:ext cx="256129" cy="256114"/>
              <a:chOff x="0" y="0"/>
              <a:chExt cx="256032" cy="256032"/>
            </a:xfrm>
          </p:grpSpPr>
          <p:pic>
            <p:nvPicPr>
              <p:cNvPr id="15500" name="椭圆 9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01" name="文本框 10381"/>
              <p:cNvSpPr txBox="1"/>
              <p:nvPr/>
            </p:nvSpPr>
            <p:spPr>
              <a:xfrm>
                <a:off x="50856" y="51379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02" name="椭圆 97"/>
            <p:cNvGrpSpPr/>
            <p:nvPr/>
          </p:nvGrpSpPr>
          <p:grpSpPr>
            <a:xfrm>
              <a:off x="1850840" y="916345"/>
              <a:ext cx="256129" cy="256114"/>
              <a:chOff x="0" y="0"/>
              <a:chExt cx="256032" cy="256032"/>
            </a:xfrm>
          </p:grpSpPr>
          <p:pic>
            <p:nvPicPr>
              <p:cNvPr id="15503" name="椭圆 9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04" name="文本框 10384"/>
              <p:cNvSpPr txBox="1"/>
              <p:nvPr/>
            </p:nvSpPr>
            <p:spPr>
              <a:xfrm>
                <a:off x="52984" y="51379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05" name="椭圆 98"/>
            <p:cNvGrpSpPr/>
            <p:nvPr/>
          </p:nvGrpSpPr>
          <p:grpSpPr>
            <a:xfrm>
              <a:off x="1204418" y="483390"/>
              <a:ext cx="256129" cy="256114"/>
              <a:chOff x="0" y="0"/>
              <a:chExt cx="256032" cy="256032"/>
            </a:xfrm>
          </p:grpSpPr>
          <p:pic>
            <p:nvPicPr>
              <p:cNvPr id="15506" name="椭圆 9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07" name="文本框 10387"/>
              <p:cNvSpPr txBox="1"/>
              <p:nvPr/>
            </p:nvSpPr>
            <p:spPr>
              <a:xfrm>
                <a:off x="51334" y="52286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508" name="直接连接符 99"/>
            <p:cNvCxnSpPr/>
            <p:nvPr/>
          </p:nvCxnSpPr>
          <p:spPr>
            <a:xfrm rot="5400000" flipH="1" flipV="1">
              <a:off x="1260140" y="-499688"/>
              <a:ext cx="0" cy="114339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09" name="椭圆 103"/>
            <p:cNvGrpSpPr/>
            <p:nvPr/>
          </p:nvGrpSpPr>
          <p:grpSpPr>
            <a:xfrm>
              <a:off x="-21344" y="1776156"/>
              <a:ext cx="256129" cy="262212"/>
              <a:chOff x="0" y="0"/>
              <a:chExt cx="256032" cy="262128"/>
            </a:xfrm>
          </p:grpSpPr>
          <p:pic>
            <p:nvPicPr>
              <p:cNvPr id="15510" name="椭圆 10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11" name="文本框 10391"/>
              <p:cNvSpPr txBox="1"/>
              <p:nvPr/>
            </p:nvSpPr>
            <p:spPr>
              <a:xfrm>
                <a:off x="52960" y="55662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12" name="椭圆 104"/>
            <p:cNvGrpSpPr/>
            <p:nvPr/>
          </p:nvGrpSpPr>
          <p:grpSpPr>
            <a:xfrm>
              <a:off x="2497262" y="1849331"/>
              <a:ext cx="262228" cy="262212"/>
              <a:chOff x="0" y="0"/>
              <a:chExt cx="262128" cy="262128"/>
            </a:xfrm>
          </p:grpSpPr>
          <p:pic>
            <p:nvPicPr>
              <p:cNvPr id="15513" name="椭圆 10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14" name="文本框 10394"/>
              <p:cNvSpPr txBox="1"/>
              <p:nvPr/>
            </p:nvSpPr>
            <p:spPr>
              <a:xfrm>
                <a:off x="54633" y="54495"/>
                <a:ext cx="152694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515" name="直接连接符 105"/>
            <p:cNvCxnSpPr/>
            <p:nvPr/>
          </p:nvCxnSpPr>
          <p:spPr>
            <a:xfrm rot="5400000">
              <a:off x="-540060" y="756084"/>
              <a:ext cx="1647448" cy="50405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6" name="直接连接符 106"/>
            <p:cNvCxnSpPr/>
            <p:nvPr/>
          </p:nvCxnSpPr>
          <p:spPr>
            <a:xfrm rot="5400000">
              <a:off x="-18002" y="1246506"/>
              <a:ext cx="679708" cy="427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7" name="直接连接符 107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8" name="直接连接符 108"/>
            <p:cNvCxnSpPr/>
            <p:nvPr/>
          </p:nvCxnSpPr>
          <p:spPr>
            <a:xfrm rot="-5400000" flipH="1">
              <a:off x="1966586" y="1210502"/>
              <a:ext cx="751716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19" name="直接连接符 109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0" name="直接连接符 110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521" name="组合 112"/>
          <p:cNvGrpSpPr/>
          <p:nvPr/>
        </p:nvGrpSpPr>
        <p:grpSpPr>
          <a:xfrm>
            <a:off x="6227763" y="4149725"/>
            <a:ext cx="2736850" cy="2087563"/>
            <a:chOff x="0" y="0"/>
            <a:chExt cx="2736304" cy="2088232"/>
          </a:xfrm>
        </p:grpSpPr>
        <p:cxnSp>
          <p:nvCxnSpPr>
            <p:cNvPr id="15522" name="直接连接符 113"/>
            <p:cNvCxnSpPr/>
            <p:nvPr/>
          </p:nvCxnSpPr>
          <p:spPr>
            <a:xfrm rot="-5400000" flipH="1">
              <a:off x="1516536" y="580432"/>
              <a:ext cx="279296" cy="4953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23" name="直接连接符 114"/>
            <p:cNvCxnSpPr/>
            <p:nvPr/>
          </p:nvCxnSpPr>
          <p:spPr>
            <a:xfrm rot="-10800000" flipV="1">
              <a:off x="688444" y="144016"/>
              <a:ext cx="1183764" cy="8237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24" name="椭圆 116"/>
            <p:cNvGrpSpPr/>
            <p:nvPr/>
          </p:nvGrpSpPr>
          <p:grpSpPr>
            <a:xfrm>
              <a:off x="1849068" y="-22740"/>
              <a:ext cx="262076" cy="262212"/>
              <a:chOff x="0" y="0"/>
              <a:chExt cx="262128" cy="262128"/>
            </a:xfrm>
          </p:grpSpPr>
          <p:pic>
            <p:nvPicPr>
              <p:cNvPr id="15525" name="椭圆 11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26" name="文本框 10406"/>
              <p:cNvSpPr txBox="1"/>
              <p:nvPr/>
            </p:nvSpPr>
            <p:spPr>
              <a:xfrm>
                <a:off x="54787" y="54359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27" name="椭圆 117"/>
            <p:cNvGrpSpPr/>
            <p:nvPr/>
          </p:nvGrpSpPr>
          <p:grpSpPr>
            <a:xfrm>
              <a:off x="483836" y="916345"/>
              <a:ext cx="255981" cy="256114"/>
              <a:chOff x="0" y="0"/>
              <a:chExt cx="256032" cy="256032"/>
            </a:xfrm>
          </p:grpSpPr>
          <p:pic>
            <p:nvPicPr>
              <p:cNvPr id="15528" name="椭圆 11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29" name="文本框 10409"/>
              <p:cNvSpPr txBox="1"/>
              <p:nvPr/>
            </p:nvSpPr>
            <p:spPr>
              <a:xfrm>
                <a:off x="51866" y="51379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30" name="椭圆 118"/>
            <p:cNvGrpSpPr/>
            <p:nvPr/>
          </p:nvGrpSpPr>
          <p:grpSpPr>
            <a:xfrm>
              <a:off x="1849068" y="916345"/>
              <a:ext cx="262076" cy="256114"/>
              <a:chOff x="0" y="0"/>
              <a:chExt cx="262128" cy="256032"/>
            </a:xfrm>
          </p:grpSpPr>
          <p:pic>
            <p:nvPicPr>
              <p:cNvPr id="15531" name="椭圆 11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32" name="文本框 10412"/>
              <p:cNvSpPr txBox="1"/>
              <p:nvPr/>
            </p:nvSpPr>
            <p:spPr>
              <a:xfrm>
                <a:off x="54787" y="51379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33" name="椭圆 119"/>
            <p:cNvGrpSpPr/>
            <p:nvPr/>
          </p:nvGrpSpPr>
          <p:grpSpPr>
            <a:xfrm>
              <a:off x="1203021" y="483390"/>
              <a:ext cx="255981" cy="256114"/>
              <a:chOff x="0" y="0"/>
              <a:chExt cx="256032" cy="256032"/>
            </a:xfrm>
          </p:grpSpPr>
          <p:pic>
            <p:nvPicPr>
              <p:cNvPr id="15534" name="椭圆 119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35" name="文本框 10415"/>
              <p:cNvSpPr txBox="1"/>
              <p:nvPr/>
            </p:nvSpPr>
            <p:spPr>
              <a:xfrm>
                <a:off x="52761" y="52286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36" name="椭圆 121"/>
            <p:cNvGrpSpPr/>
            <p:nvPr/>
          </p:nvGrpSpPr>
          <p:grpSpPr>
            <a:xfrm>
              <a:off x="-22031" y="1776156"/>
              <a:ext cx="262076" cy="262212"/>
              <a:chOff x="0" y="0"/>
              <a:chExt cx="262128" cy="262128"/>
            </a:xfrm>
          </p:grpSpPr>
          <p:pic>
            <p:nvPicPr>
              <p:cNvPr id="15537" name="椭圆 12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38" name="文本框 10418"/>
              <p:cNvSpPr txBox="1"/>
              <p:nvPr/>
            </p:nvSpPr>
            <p:spPr>
              <a:xfrm>
                <a:off x="53677" y="55662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539" name="椭圆 122"/>
            <p:cNvGrpSpPr/>
            <p:nvPr/>
          </p:nvGrpSpPr>
          <p:grpSpPr>
            <a:xfrm>
              <a:off x="2501210" y="1849331"/>
              <a:ext cx="255981" cy="262212"/>
              <a:chOff x="0" y="0"/>
              <a:chExt cx="256032" cy="262128"/>
            </a:xfrm>
          </p:grpSpPr>
          <p:pic>
            <p:nvPicPr>
              <p:cNvPr id="15540" name="椭圆 12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5541" name="文本框 10421"/>
              <p:cNvSpPr txBox="1"/>
              <p:nvPr/>
            </p:nvSpPr>
            <p:spPr>
              <a:xfrm>
                <a:off x="50716" y="54495"/>
                <a:ext cx="152783" cy="1527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5542" name="直接连接符 124"/>
            <p:cNvCxnSpPr/>
            <p:nvPr/>
          </p:nvCxnSpPr>
          <p:spPr>
            <a:xfrm rot="5400000">
              <a:off x="-18002" y="1246506"/>
              <a:ext cx="679708" cy="4276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3" name="直接连接符 125"/>
            <p:cNvCxnSpPr/>
            <p:nvPr/>
          </p:nvCxnSpPr>
          <p:spPr>
            <a:xfrm flipV="1">
              <a:off x="216024" y="1120492"/>
              <a:ext cx="1687820" cy="787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4" name="直接连接符 126"/>
            <p:cNvCxnSpPr/>
            <p:nvPr/>
          </p:nvCxnSpPr>
          <p:spPr>
            <a:xfrm rot="-5400000" flipH="1">
              <a:off x="1966586" y="1210502"/>
              <a:ext cx="751716" cy="5716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5" name="直接连接符 127"/>
            <p:cNvCxnSpPr/>
            <p:nvPr/>
          </p:nvCxnSpPr>
          <p:spPr>
            <a:xfrm rot="-5400000" flipH="1">
              <a:off x="1228504" y="580432"/>
              <a:ext cx="783352" cy="18634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6" name="直接连接符 128"/>
            <p:cNvCxnSpPr/>
            <p:nvPr/>
          </p:nvCxnSpPr>
          <p:spPr>
            <a:xfrm rot="-5400000" flipH="1">
              <a:off x="1476164" y="720080"/>
              <a:ext cx="1656184" cy="6480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547" name="任意多边形 129"/>
          <p:cNvSpPr/>
          <p:nvPr/>
        </p:nvSpPr>
        <p:spPr>
          <a:xfrm>
            <a:off x="6164263" y="4076700"/>
            <a:ext cx="1963737" cy="1844675"/>
          </a:xfrm>
          <a:custGeom>
            <a:avLst/>
            <a:gdLst/>
            <a:ahLst/>
            <a:cxnLst>
              <a:cxn ang="0">
                <a:pos x="120887" y="1843617"/>
              </a:cxn>
              <a:cxn ang="0">
                <a:pos x="135393" y="669308"/>
              </a:cxn>
              <a:cxn ang="0">
                <a:pos x="933249" y="89403"/>
              </a:cxn>
              <a:cxn ang="0">
                <a:pos x="1963207" y="132896"/>
              </a:cxn>
            </a:cxnLst>
            <a:pathLst>
              <a:path w="1964267" h="1845734">
                <a:moveTo>
                  <a:pt x="120953" y="1845734"/>
                </a:moveTo>
                <a:cubicBezTo>
                  <a:pt x="60476" y="1404257"/>
                  <a:pt x="0" y="962781"/>
                  <a:pt x="135467" y="670076"/>
                </a:cubicBezTo>
                <a:cubicBezTo>
                  <a:pt x="270934" y="377371"/>
                  <a:pt x="628953" y="179010"/>
                  <a:pt x="933753" y="89505"/>
                </a:cubicBezTo>
                <a:cubicBezTo>
                  <a:pt x="1238553" y="0"/>
                  <a:pt x="1601410" y="66524"/>
                  <a:pt x="1964267" y="133048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548" name="TextBox 130"/>
          <p:cNvSpPr txBox="1"/>
          <p:nvPr/>
        </p:nvSpPr>
        <p:spPr>
          <a:xfrm>
            <a:off x="8464550" y="4149725"/>
            <a:ext cx="66738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latin typeface="Times New Roman" panose="02020603050405020304" charset="0"/>
                <a:ea typeface="宋体" panose="02010600030101010101" pitchFamily="2" charset="-122"/>
              </a:rPr>
              <a:t>3,3</a:t>
            </a:r>
            <a:endParaRPr lang="zh-CN" altLang="en-US" sz="2400" baseline="-250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11.4</a:t>
            </a:r>
            <a:endParaRPr lang="zh-CN" altLang="en-US" dirty="0"/>
          </a:p>
        </p:txBody>
      </p:sp>
      <p:sp>
        <p:nvSpPr>
          <p:cNvPr id="16386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11.4</a:t>
            </a:r>
            <a:r>
              <a:rPr lang="en-US" altLang="zh-CN" dirty="0"/>
              <a:t>: K</a:t>
            </a:r>
            <a:r>
              <a:rPr lang="en-US" altLang="zh-CN" baseline="-25000" dirty="0"/>
              <a:t>6</a:t>
            </a:r>
            <a:r>
              <a:rPr lang="zh-CN" altLang="en-US" dirty="0"/>
              <a:t>的含</a:t>
            </a:r>
            <a:r>
              <a:rPr lang="en-US" altLang="zh-CN" dirty="0"/>
              <a:t>K</a:t>
            </a:r>
            <a:r>
              <a:rPr lang="en-US" altLang="zh-CN" baseline="-25000" dirty="0"/>
              <a:t>3,3</a:t>
            </a:r>
            <a:r>
              <a:rPr lang="zh-CN" altLang="en-US" dirty="0"/>
              <a:t>的非同构连通生成子图有哪些</a:t>
            </a:r>
            <a:r>
              <a:rPr lang="en-US" altLang="zh-CN" dirty="0"/>
              <a:t>?</a:t>
            </a:r>
            <a:endParaRPr lang="en-US" altLang="zh-CN" dirty="0"/>
          </a:p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en-US" altLang="zh-CN" dirty="0"/>
              <a:t>: K</a:t>
            </a:r>
            <a:r>
              <a:rPr lang="en-US" altLang="zh-CN" baseline="-25000" dirty="0"/>
              <a:t>6</a:t>
            </a:r>
            <a:r>
              <a:rPr lang="zh-CN" altLang="en-US" dirty="0"/>
              <a:t>有</a:t>
            </a:r>
            <a:r>
              <a:rPr lang="en-US" altLang="zh-CN" dirty="0"/>
              <a:t>15</a:t>
            </a:r>
            <a:r>
              <a:rPr lang="zh-CN" altLang="en-US" dirty="0"/>
              <a:t>条边</a:t>
            </a:r>
            <a:r>
              <a:rPr lang="en-US" altLang="zh-CN" dirty="0"/>
              <a:t>, K</a:t>
            </a:r>
            <a:r>
              <a:rPr lang="en-US" altLang="zh-CN" baseline="-25000" dirty="0"/>
              <a:t>3,3</a:t>
            </a:r>
            <a:r>
              <a:rPr lang="zh-CN" altLang="en-US" dirty="0"/>
              <a:t>有</a:t>
            </a:r>
            <a:r>
              <a:rPr lang="en-US" altLang="zh-CN" dirty="0"/>
              <a:t>9</a:t>
            </a:r>
            <a:r>
              <a:rPr lang="zh-CN" altLang="en-US" dirty="0"/>
              <a:t>条边</a:t>
            </a:r>
            <a:r>
              <a:rPr lang="en-US" altLang="zh-CN" dirty="0"/>
              <a:t>, </a:t>
            </a:r>
            <a:r>
              <a:rPr lang="zh-CN" altLang="en-US" dirty="0"/>
              <a:t>分别给</a:t>
            </a:r>
            <a:r>
              <a:rPr lang="en-US" altLang="zh-CN" dirty="0"/>
              <a:t>K</a:t>
            </a:r>
            <a:r>
              <a:rPr lang="en-US" altLang="zh-CN" baseline="-25000" dirty="0"/>
              <a:t>3,3</a:t>
            </a:r>
            <a:r>
              <a:rPr lang="zh-CN" altLang="en-US" dirty="0"/>
              <a:t>加</a:t>
            </a:r>
            <a:r>
              <a:rPr lang="en-US" altLang="zh-CN" dirty="0"/>
              <a:t>0,1,2,3,4,5,6</a:t>
            </a:r>
            <a:r>
              <a:rPr lang="zh-CN" altLang="en-US" dirty="0"/>
              <a:t>条边，共</a:t>
            </a:r>
            <a:r>
              <a:rPr lang="en-US" altLang="zh-CN" dirty="0"/>
              <a:t>10</a:t>
            </a:r>
            <a:r>
              <a:rPr lang="zh-CN" altLang="en-US" dirty="0"/>
              <a:t>种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16388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89" name="组合 30"/>
          <p:cNvGrpSpPr/>
          <p:nvPr/>
        </p:nvGrpSpPr>
        <p:grpSpPr>
          <a:xfrm>
            <a:off x="179388" y="3284538"/>
            <a:ext cx="1495425" cy="944562"/>
            <a:chOff x="0" y="0"/>
            <a:chExt cx="1495113" cy="943553"/>
          </a:xfrm>
        </p:grpSpPr>
        <p:grpSp>
          <p:nvGrpSpPr>
            <p:cNvPr id="16390" name="椭圆 5"/>
            <p:cNvGrpSpPr/>
            <p:nvPr/>
          </p:nvGrpSpPr>
          <p:grpSpPr>
            <a:xfrm>
              <a:off x="-20888" y="-23153"/>
              <a:ext cx="243789" cy="267937"/>
              <a:chOff x="0" y="0"/>
              <a:chExt cx="243840" cy="268224"/>
            </a:xfrm>
          </p:grpSpPr>
          <p:pic>
            <p:nvPicPr>
              <p:cNvPr id="16391" name="椭圆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43840" cy="2682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2" name="文本框 11272"/>
              <p:cNvSpPr txBox="1"/>
              <p:nvPr/>
            </p:nvSpPr>
            <p:spPr>
              <a:xfrm>
                <a:off x="50036" y="55940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3" name="椭圆 6"/>
            <p:cNvGrpSpPr/>
            <p:nvPr/>
          </p:nvGrpSpPr>
          <p:grpSpPr>
            <a:xfrm>
              <a:off x="-20888" y="701496"/>
              <a:ext cx="243789" cy="261848"/>
              <a:chOff x="0" y="0"/>
              <a:chExt cx="243840" cy="262128"/>
            </a:xfrm>
          </p:grpSpPr>
          <p:pic>
            <p:nvPicPr>
              <p:cNvPr id="16394" name="椭圆 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43840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5" name="文本框 11275"/>
              <p:cNvSpPr txBox="1"/>
              <p:nvPr/>
            </p:nvSpPr>
            <p:spPr>
              <a:xfrm>
                <a:off x="50036" y="51366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6" name="椭圆 7"/>
            <p:cNvGrpSpPr/>
            <p:nvPr/>
          </p:nvGrpSpPr>
          <p:grpSpPr>
            <a:xfrm>
              <a:off x="625154" y="-23153"/>
              <a:ext cx="243789" cy="267937"/>
              <a:chOff x="0" y="0"/>
              <a:chExt cx="243840" cy="268224"/>
            </a:xfrm>
          </p:grpSpPr>
          <p:pic>
            <p:nvPicPr>
              <p:cNvPr id="16397" name="椭圆 7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43840" cy="2682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8" name="文本框 11278"/>
              <p:cNvSpPr txBox="1"/>
              <p:nvPr/>
            </p:nvSpPr>
            <p:spPr>
              <a:xfrm>
                <a:off x="52067" y="55940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9" name="椭圆 8"/>
            <p:cNvGrpSpPr/>
            <p:nvPr/>
          </p:nvGrpSpPr>
          <p:grpSpPr>
            <a:xfrm>
              <a:off x="625154" y="701496"/>
              <a:ext cx="243789" cy="261848"/>
              <a:chOff x="0" y="0"/>
              <a:chExt cx="243840" cy="262128"/>
            </a:xfrm>
          </p:grpSpPr>
          <p:pic>
            <p:nvPicPr>
              <p:cNvPr id="16400" name="椭圆 8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43840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01" name="文本框 11281"/>
              <p:cNvSpPr txBox="1"/>
              <p:nvPr/>
            </p:nvSpPr>
            <p:spPr>
              <a:xfrm>
                <a:off x="52067" y="51366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02" name="椭圆 9"/>
            <p:cNvGrpSpPr/>
            <p:nvPr/>
          </p:nvGrpSpPr>
          <p:grpSpPr>
            <a:xfrm>
              <a:off x="1277289" y="-23153"/>
              <a:ext cx="237694" cy="267937"/>
              <a:chOff x="0" y="0"/>
              <a:chExt cx="237744" cy="268224"/>
            </a:xfrm>
          </p:grpSpPr>
          <p:pic>
            <p:nvPicPr>
              <p:cNvPr id="16403" name="椭圆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37744" cy="2682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04" name="文本框 11284"/>
              <p:cNvSpPr txBox="1"/>
              <p:nvPr/>
            </p:nvSpPr>
            <p:spPr>
              <a:xfrm>
                <a:off x="48002" y="55940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05" name="椭圆 10"/>
            <p:cNvGrpSpPr/>
            <p:nvPr/>
          </p:nvGrpSpPr>
          <p:grpSpPr>
            <a:xfrm>
              <a:off x="1277289" y="701496"/>
              <a:ext cx="237694" cy="261848"/>
              <a:chOff x="0" y="0"/>
              <a:chExt cx="237744" cy="262128"/>
            </a:xfrm>
          </p:grpSpPr>
          <p:pic>
            <p:nvPicPr>
              <p:cNvPr id="16406" name="椭圆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37744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07" name="文本框 11287"/>
              <p:cNvSpPr txBox="1"/>
              <p:nvPr/>
            </p:nvSpPr>
            <p:spPr>
              <a:xfrm>
                <a:off x="48002" y="51366"/>
                <a:ext cx="140723" cy="158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6408" name="直接连接符 12"/>
            <p:cNvCxnSpPr/>
            <p:nvPr/>
          </p:nvCxnSpPr>
          <p:spPr>
            <a:xfrm rot="5400000">
              <a:off x="-209021" y="471769"/>
              <a:ext cx="56206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09" name="直接连接符 14"/>
            <p:cNvCxnSpPr/>
            <p:nvPr/>
          </p:nvCxnSpPr>
          <p:spPr>
            <a:xfrm rot="5400000">
              <a:off x="499248" y="471769"/>
              <a:ext cx="4966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0" name="直接连接符 16"/>
            <p:cNvCxnSpPr/>
            <p:nvPr/>
          </p:nvCxnSpPr>
          <p:spPr>
            <a:xfrm rot="5400000">
              <a:off x="1147320" y="471769"/>
              <a:ext cx="4966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1" name="直接连接符 18"/>
            <p:cNvCxnSpPr/>
            <p:nvPr/>
          </p:nvCxnSpPr>
          <p:spPr>
            <a:xfrm rot="-5400000" flipH="1">
              <a:off x="142484" y="218080"/>
              <a:ext cx="562061" cy="50737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2" name="直接连接符 20"/>
            <p:cNvCxnSpPr/>
            <p:nvPr/>
          </p:nvCxnSpPr>
          <p:spPr>
            <a:xfrm>
              <a:off x="198969" y="111737"/>
              <a:ext cx="1126313" cy="6410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3" name="直接连接符 23"/>
            <p:cNvCxnSpPr/>
            <p:nvPr/>
          </p:nvCxnSpPr>
          <p:spPr>
            <a:xfrm rot="5400000" flipH="1" flipV="1">
              <a:off x="142484" y="218082"/>
              <a:ext cx="562061" cy="50737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4" name="直接连接符 25"/>
            <p:cNvCxnSpPr/>
            <p:nvPr/>
          </p:nvCxnSpPr>
          <p:spPr>
            <a:xfrm rot="-5400000" flipH="1">
              <a:off x="842099" y="166550"/>
              <a:ext cx="529334" cy="57772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5" name="直接连接符 27"/>
            <p:cNvCxnSpPr/>
            <p:nvPr/>
          </p:nvCxnSpPr>
          <p:spPr>
            <a:xfrm rot="5400000" flipH="1" flipV="1">
              <a:off x="466520" y="-105954"/>
              <a:ext cx="562061" cy="115545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6" name="直接连接符 29"/>
            <p:cNvCxnSpPr/>
            <p:nvPr/>
          </p:nvCxnSpPr>
          <p:spPr>
            <a:xfrm rot="5400000" flipH="1" flipV="1">
              <a:off x="790556" y="218082"/>
              <a:ext cx="562061" cy="50737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17" name="组合 50"/>
          <p:cNvGrpSpPr/>
          <p:nvPr/>
        </p:nvGrpSpPr>
        <p:grpSpPr>
          <a:xfrm>
            <a:off x="3724275" y="3284538"/>
            <a:ext cx="1495425" cy="944562"/>
            <a:chOff x="0" y="0"/>
            <a:chExt cx="1495113" cy="943553"/>
          </a:xfrm>
        </p:grpSpPr>
        <p:grpSp>
          <p:nvGrpSpPr>
            <p:cNvPr id="16418" name="组合 31"/>
            <p:cNvGrpSpPr/>
            <p:nvPr/>
          </p:nvGrpSpPr>
          <p:grpSpPr>
            <a:xfrm>
              <a:off x="0" y="0"/>
              <a:ext cx="1495113" cy="943553"/>
              <a:chOff x="0" y="0"/>
              <a:chExt cx="1495113" cy="943553"/>
            </a:xfrm>
          </p:grpSpPr>
          <p:grpSp>
            <p:nvGrpSpPr>
              <p:cNvPr id="16419" name="椭圆 32"/>
              <p:cNvGrpSpPr/>
              <p:nvPr/>
            </p:nvGrpSpPr>
            <p:grpSpPr>
              <a:xfrm>
                <a:off x="-30093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420" name="椭圆 32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21" name="文本框 11301"/>
                <p:cNvSpPr txBox="1"/>
                <p:nvPr/>
              </p:nvSpPr>
              <p:spPr>
                <a:xfrm>
                  <a:off x="59243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22" name="椭圆 33"/>
              <p:cNvGrpSpPr/>
              <p:nvPr/>
            </p:nvGrpSpPr>
            <p:grpSpPr>
              <a:xfrm>
                <a:off x="-30093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423" name="椭圆 33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24" name="文本框 11304"/>
                <p:cNvSpPr txBox="1"/>
                <p:nvPr/>
              </p:nvSpPr>
              <p:spPr>
                <a:xfrm>
                  <a:off x="59243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25" name="椭圆 34"/>
              <p:cNvGrpSpPr/>
              <p:nvPr/>
            </p:nvGrpSpPr>
            <p:grpSpPr>
              <a:xfrm>
                <a:off x="615948" y="-29243"/>
                <a:ext cx="262073" cy="280116"/>
                <a:chOff x="0" y="0"/>
                <a:chExt cx="262128" cy="280416"/>
              </a:xfrm>
            </p:grpSpPr>
            <p:pic>
              <p:nvPicPr>
                <p:cNvPr id="16426" name="椭圆 34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0" y="0"/>
                  <a:ext cx="262128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27" name="文本框 11307"/>
                <p:cNvSpPr txBox="1"/>
                <p:nvPr/>
              </p:nvSpPr>
              <p:spPr>
                <a:xfrm>
                  <a:off x="61274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28" name="椭圆 35"/>
              <p:cNvGrpSpPr/>
              <p:nvPr/>
            </p:nvGrpSpPr>
            <p:grpSpPr>
              <a:xfrm>
                <a:off x="615948" y="689317"/>
                <a:ext cx="262073" cy="286206"/>
                <a:chOff x="0" y="0"/>
                <a:chExt cx="262128" cy="286512"/>
              </a:xfrm>
            </p:grpSpPr>
            <p:pic>
              <p:nvPicPr>
                <p:cNvPr id="16429" name="椭圆 35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0" y="0"/>
                  <a:ext cx="262128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30" name="文本框 11310"/>
                <p:cNvSpPr txBox="1"/>
                <p:nvPr/>
              </p:nvSpPr>
              <p:spPr>
                <a:xfrm>
                  <a:off x="61274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31" name="椭圆 36"/>
              <p:cNvGrpSpPr/>
              <p:nvPr/>
            </p:nvGrpSpPr>
            <p:grpSpPr>
              <a:xfrm>
                <a:off x="1268084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432" name="椭圆 36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33" name="文本框 11313"/>
                <p:cNvSpPr txBox="1"/>
                <p:nvPr/>
              </p:nvSpPr>
              <p:spPr>
                <a:xfrm>
                  <a:off x="57209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34" name="椭圆 37"/>
              <p:cNvGrpSpPr/>
              <p:nvPr/>
            </p:nvGrpSpPr>
            <p:grpSpPr>
              <a:xfrm>
                <a:off x="1268084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435" name="椭圆 37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36" name="文本框 11316"/>
                <p:cNvSpPr txBox="1"/>
                <p:nvPr/>
              </p:nvSpPr>
              <p:spPr>
                <a:xfrm>
                  <a:off x="57209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6437" name="直接连接符 38"/>
              <p:cNvCxnSpPr/>
              <p:nvPr/>
            </p:nvCxnSpPr>
            <p:spPr>
              <a:xfrm rot="5400000">
                <a:off x="-209021" y="471769"/>
                <a:ext cx="5620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38" name="直接连接符 39"/>
              <p:cNvCxnSpPr/>
              <p:nvPr/>
            </p:nvCxnSpPr>
            <p:spPr>
              <a:xfrm rot="5400000">
                <a:off x="499248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39" name="直接连接符 40"/>
              <p:cNvCxnSpPr/>
              <p:nvPr/>
            </p:nvCxnSpPr>
            <p:spPr>
              <a:xfrm rot="5400000">
                <a:off x="1147320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0" name="直接连接符 41"/>
              <p:cNvCxnSpPr/>
              <p:nvPr/>
            </p:nvCxnSpPr>
            <p:spPr>
              <a:xfrm rot="-5400000" flipH="1">
                <a:off x="142484" y="218080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1" name="直接连接符 42"/>
              <p:cNvCxnSpPr/>
              <p:nvPr/>
            </p:nvCxnSpPr>
            <p:spPr>
              <a:xfrm>
                <a:off x="198969" y="111737"/>
                <a:ext cx="1126313" cy="64107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2" name="直接连接符 43"/>
              <p:cNvCxnSpPr/>
              <p:nvPr/>
            </p:nvCxnSpPr>
            <p:spPr>
              <a:xfrm rot="5400000" flipH="1" flipV="1">
                <a:off x="142484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3" name="直接连接符 44"/>
              <p:cNvCxnSpPr/>
              <p:nvPr/>
            </p:nvCxnSpPr>
            <p:spPr>
              <a:xfrm rot="-5400000" flipH="1">
                <a:off x="842099" y="166550"/>
                <a:ext cx="529334" cy="577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4" name="直接连接符 45"/>
              <p:cNvCxnSpPr/>
              <p:nvPr/>
            </p:nvCxnSpPr>
            <p:spPr>
              <a:xfrm rot="5400000" flipH="1" flipV="1">
                <a:off x="466520" y="-105954"/>
                <a:ext cx="562061" cy="115545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45" name="直接连接符 46"/>
              <p:cNvCxnSpPr/>
              <p:nvPr/>
            </p:nvCxnSpPr>
            <p:spPr>
              <a:xfrm rot="5400000" flipH="1" flipV="1">
                <a:off x="790556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446" name="直接连接符 48"/>
            <p:cNvCxnSpPr/>
            <p:nvPr/>
          </p:nvCxnSpPr>
          <p:spPr>
            <a:xfrm>
              <a:off x="198969" y="72008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47" name="直接连接符 49"/>
            <p:cNvCxnSpPr/>
            <p:nvPr/>
          </p:nvCxnSpPr>
          <p:spPr>
            <a:xfrm>
              <a:off x="847041" y="72008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48" name="组合 51"/>
          <p:cNvGrpSpPr/>
          <p:nvPr/>
        </p:nvGrpSpPr>
        <p:grpSpPr>
          <a:xfrm>
            <a:off x="5524500" y="3284538"/>
            <a:ext cx="1495425" cy="944562"/>
            <a:chOff x="0" y="0"/>
            <a:chExt cx="1495113" cy="943553"/>
          </a:xfrm>
        </p:grpSpPr>
        <p:grpSp>
          <p:nvGrpSpPr>
            <p:cNvPr id="16449" name="组合 31"/>
            <p:cNvGrpSpPr/>
            <p:nvPr/>
          </p:nvGrpSpPr>
          <p:grpSpPr>
            <a:xfrm>
              <a:off x="0" y="0"/>
              <a:ext cx="1495113" cy="943553"/>
              <a:chOff x="0" y="0"/>
              <a:chExt cx="1495113" cy="943553"/>
            </a:xfrm>
          </p:grpSpPr>
          <p:grpSp>
            <p:nvGrpSpPr>
              <p:cNvPr id="16450" name="椭圆 55"/>
              <p:cNvGrpSpPr/>
              <p:nvPr/>
            </p:nvGrpSpPr>
            <p:grpSpPr>
              <a:xfrm>
                <a:off x="-31997" y="-29243"/>
                <a:ext cx="262073" cy="280116"/>
                <a:chOff x="0" y="0"/>
                <a:chExt cx="262128" cy="280416"/>
              </a:xfrm>
            </p:grpSpPr>
            <p:pic>
              <p:nvPicPr>
                <p:cNvPr id="16451" name="椭圆 55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0" y="0"/>
                  <a:ext cx="262128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52" name="文本框 11332"/>
                <p:cNvSpPr txBox="1"/>
                <p:nvPr/>
              </p:nvSpPr>
              <p:spPr>
                <a:xfrm>
                  <a:off x="61148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53" name="椭圆 56"/>
              <p:cNvGrpSpPr/>
              <p:nvPr/>
            </p:nvGrpSpPr>
            <p:grpSpPr>
              <a:xfrm>
                <a:off x="-31997" y="689317"/>
                <a:ext cx="262073" cy="286206"/>
                <a:chOff x="0" y="0"/>
                <a:chExt cx="262128" cy="286512"/>
              </a:xfrm>
            </p:grpSpPr>
            <p:pic>
              <p:nvPicPr>
                <p:cNvPr id="16454" name="椭圆 56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0" y="0"/>
                  <a:ext cx="262128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55" name="文本框 11335"/>
                <p:cNvSpPr txBox="1"/>
                <p:nvPr/>
              </p:nvSpPr>
              <p:spPr>
                <a:xfrm>
                  <a:off x="61148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56" name="椭圆 57"/>
              <p:cNvGrpSpPr/>
              <p:nvPr/>
            </p:nvGrpSpPr>
            <p:grpSpPr>
              <a:xfrm>
                <a:off x="620139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457" name="椭圆 57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58" name="文本框 11338"/>
                <p:cNvSpPr txBox="1"/>
                <p:nvPr/>
              </p:nvSpPr>
              <p:spPr>
                <a:xfrm>
                  <a:off x="57083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59" name="椭圆 58"/>
              <p:cNvGrpSpPr/>
              <p:nvPr/>
            </p:nvGrpSpPr>
            <p:grpSpPr>
              <a:xfrm>
                <a:off x="620139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460" name="椭圆 58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61" name="文本框 11341"/>
                <p:cNvSpPr txBox="1"/>
                <p:nvPr/>
              </p:nvSpPr>
              <p:spPr>
                <a:xfrm>
                  <a:off x="57083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62" name="椭圆 59"/>
              <p:cNvGrpSpPr/>
              <p:nvPr/>
            </p:nvGrpSpPr>
            <p:grpSpPr>
              <a:xfrm>
                <a:off x="1266180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463" name="椭圆 59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64" name="文本框 11344"/>
                <p:cNvSpPr txBox="1"/>
                <p:nvPr/>
              </p:nvSpPr>
              <p:spPr>
                <a:xfrm>
                  <a:off x="59114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465" name="椭圆 60"/>
              <p:cNvGrpSpPr/>
              <p:nvPr/>
            </p:nvGrpSpPr>
            <p:grpSpPr>
              <a:xfrm>
                <a:off x="1266180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466" name="椭圆 60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467" name="文本框 11347"/>
                <p:cNvSpPr txBox="1"/>
                <p:nvPr/>
              </p:nvSpPr>
              <p:spPr>
                <a:xfrm>
                  <a:off x="59114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6468" name="直接连接符 61"/>
              <p:cNvCxnSpPr/>
              <p:nvPr/>
            </p:nvCxnSpPr>
            <p:spPr>
              <a:xfrm rot="5400000">
                <a:off x="-209021" y="471769"/>
                <a:ext cx="5620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69" name="直接连接符 62"/>
              <p:cNvCxnSpPr/>
              <p:nvPr/>
            </p:nvCxnSpPr>
            <p:spPr>
              <a:xfrm rot="5400000">
                <a:off x="499248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0" name="直接连接符 63"/>
              <p:cNvCxnSpPr/>
              <p:nvPr/>
            </p:nvCxnSpPr>
            <p:spPr>
              <a:xfrm rot="5400000">
                <a:off x="1147320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1" name="直接连接符 64"/>
              <p:cNvCxnSpPr/>
              <p:nvPr/>
            </p:nvCxnSpPr>
            <p:spPr>
              <a:xfrm rot="-5400000" flipH="1">
                <a:off x="142484" y="218080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2" name="直接连接符 65"/>
              <p:cNvCxnSpPr/>
              <p:nvPr/>
            </p:nvCxnSpPr>
            <p:spPr>
              <a:xfrm>
                <a:off x="198969" y="111737"/>
                <a:ext cx="1126313" cy="64107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3" name="直接连接符 66"/>
              <p:cNvCxnSpPr/>
              <p:nvPr/>
            </p:nvCxnSpPr>
            <p:spPr>
              <a:xfrm rot="5400000" flipH="1" flipV="1">
                <a:off x="142484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4" name="直接连接符 67"/>
              <p:cNvCxnSpPr/>
              <p:nvPr/>
            </p:nvCxnSpPr>
            <p:spPr>
              <a:xfrm rot="-5400000" flipH="1">
                <a:off x="842099" y="166550"/>
                <a:ext cx="529334" cy="577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5" name="直接连接符 68"/>
              <p:cNvCxnSpPr/>
              <p:nvPr/>
            </p:nvCxnSpPr>
            <p:spPr>
              <a:xfrm rot="5400000" flipH="1" flipV="1">
                <a:off x="466520" y="-105954"/>
                <a:ext cx="562061" cy="115545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76" name="直接连接符 69"/>
              <p:cNvCxnSpPr/>
              <p:nvPr/>
            </p:nvCxnSpPr>
            <p:spPr>
              <a:xfrm rot="5400000" flipH="1" flipV="1">
                <a:off x="790556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477" name="直接连接符 53"/>
            <p:cNvCxnSpPr/>
            <p:nvPr/>
          </p:nvCxnSpPr>
          <p:spPr>
            <a:xfrm>
              <a:off x="198969" y="72008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78" name="直接连接符 54"/>
            <p:cNvCxnSpPr/>
            <p:nvPr/>
          </p:nvCxnSpPr>
          <p:spPr>
            <a:xfrm>
              <a:off x="198969" y="792088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79" name="组合 90"/>
          <p:cNvGrpSpPr/>
          <p:nvPr/>
        </p:nvGrpSpPr>
        <p:grpSpPr>
          <a:xfrm>
            <a:off x="7324725" y="3074988"/>
            <a:ext cx="1495425" cy="1154112"/>
            <a:chOff x="0" y="0"/>
            <a:chExt cx="1495113" cy="1153927"/>
          </a:xfrm>
        </p:grpSpPr>
        <p:grpSp>
          <p:nvGrpSpPr>
            <p:cNvPr id="16480" name="组合 70"/>
            <p:cNvGrpSpPr/>
            <p:nvPr/>
          </p:nvGrpSpPr>
          <p:grpSpPr>
            <a:xfrm>
              <a:off x="0" y="210374"/>
              <a:ext cx="1495113" cy="943553"/>
              <a:chOff x="0" y="0"/>
              <a:chExt cx="1495113" cy="943553"/>
            </a:xfrm>
          </p:grpSpPr>
          <p:grpSp>
            <p:nvGrpSpPr>
              <p:cNvPr id="16481" name="组合 31"/>
              <p:cNvGrpSpPr/>
              <p:nvPr/>
            </p:nvGrpSpPr>
            <p:grpSpPr>
              <a:xfrm>
                <a:off x="0" y="0"/>
                <a:ext cx="1495113" cy="943553"/>
                <a:chOff x="0" y="0"/>
                <a:chExt cx="1495113" cy="943553"/>
              </a:xfrm>
            </p:grpSpPr>
            <p:grpSp>
              <p:nvGrpSpPr>
                <p:cNvPr id="16482" name="椭圆 74"/>
                <p:cNvGrpSpPr/>
                <p:nvPr/>
              </p:nvGrpSpPr>
              <p:grpSpPr>
                <a:xfrm>
                  <a:off x="-27807" y="-30127"/>
                  <a:ext cx="255979" cy="280371"/>
                  <a:chOff x="0" y="0"/>
                  <a:chExt cx="256032" cy="280416"/>
                </a:xfrm>
              </p:grpSpPr>
              <p:pic>
                <p:nvPicPr>
                  <p:cNvPr id="16483" name="椭圆 74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84" name="文本框 11364"/>
                  <p:cNvSpPr txBox="1"/>
                  <p:nvPr/>
                </p:nvSpPr>
                <p:spPr>
                  <a:xfrm>
                    <a:off x="56957" y="62864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485" name="椭圆 75"/>
                <p:cNvGrpSpPr/>
                <p:nvPr/>
              </p:nvGrpSpPr>
              <p:grpSpPr>
                <a:xfrm>
                  <a:off x="-27807" y="689086"/>
                  <a:ext cx="255979" cy="286466"/>
                  <a:chOff x="0" y="0"/>
                  <a:chExt cx="256032" cy="286512"/>
                </a:xfrm>
              </p:grpSpPr>
              <p:pic>
                <p:nvPicPr>
                  <p:cNvPr id="16486" name="椭圆 75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0" y="0"/>
                    <a:ext cx="256032" cy="2865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87" name="文本框 11367"/>
                  <p:cNvSpPr txBox="1"/>
                  <p:nvPr/>
                </p:nvSpPr>
                <p:spPr>
                  <a:xfrm>
                    <a:off x="56957" y="63731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488" name="椭圆 76"/>
                <p:cNvGrpSpPr/>
                <p:nvPr/>
              </p:nvGrpSpPr>
              <p:grpSpPr>
                <a:xfrm>
                  <a:off x="618234" y="-30127"/>
                  <a:ext cx="255979" cy="280371"/>
                  <a:chOff x="0" y="0"/>
                  <a:chExt cx="256032" cy="280416"/>
                </a:xfrm>
              </p:grpSpPr>
              <p:pic>
                <p:nvPicPr>
                  <p:cNvPr id="16489" name="椭圆 76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90" name="文本框 11370"/>
                  <p:cNvSpPr txBox="1"/>
                  <p:nvPr/>
                </p:nvSpPr>
                <p:spPr>
                  <a:xfrm>
                    <a:off x="58988" y="62864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491" name="椭圆 77"/>
                <p:cNvGrpSpPr/>
                <p:nvPr/>
              </p:nvGrpSpPr>
              <p:grpSpPr>
                <a:xfrm>
                  <a:off x="618234" y="689086"/>
                  <a:ext cx="255979" cy="286466"/>
                  <a:chOff x="0" y="0"/>
                  <a:chExt cx="256032" cy="286512"/>
                </a:xfrm>
              </p:grpSpPr>
              <p:pic>
                <p:nvPicPr>
                  <p:cNvPr id="16492" name="椭圆 77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0" y="0"/>
                    <a:ext cx="256032" cy="2865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93" name="文本框 11373"/>
                  <p:cNvSpPr txBox="1"/>
                  <p:nvPr/>
                </p:nvSpPr>
                <p:spPr>
                  <a:xfrm>
                    <a:off x="58988" y="63731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494" name="椭圆 78"/>
                <p:cNvGrpSpPr/>
                <p:nvPr/>
              </p:nvGrpSpPr>
              <p:grpSpPr>
                <a:xfrm>
                  <a:off x="1264275" y="-30127"/>
                  <a:ext cx="262073" cy="280371"/>
                  <a:chOff x="0" y="0"/>
                  <a:chExt cx="262128" cy="280416"/>
                </a:xfrm>
              </p:grpSpPr>
              <p:pic>
                <p:nvPicPr>
                  <p:cNvPr id="16495" name="椭圆 78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0" y="0"/>
                    <a:ext cx="262128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96" name="文本框 11376"/>
                  <p:cNvSpPr txBox="1"/>
                  <p:nvPr/>
                </p:nvSpPr>
                <p:spPr>
                  <a:xfrm>
                    <a:off x="61019" y="62864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497" name="椭圆 79"/>
                <p:cNvGrpSpPr/>
                <p:nvPr/>
              </p:nvGrpSpPr>
              <p:grpSpPr>
                <a:xfrm>
                  <a:off x="1264275" y="689086"/>
                  <a:ext cx="262073" cy="286466"/>
                  <a:chOff x="0" y="0"/>
                  <a:chExt cx="262128" cy="286512"/>
                </a:xfrm>
              </p:grpSpPr>
              <p:pic>
                <p:nvPicPr>
                  <p:cNvPr id="16498" name="椭圆 79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0" y="0"/>
                    <a:ext cx="262128" cy="28651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499" name="文本框 11379"/>
                  <p:cNvSpPr txBox="1"/>
                  <p:nvPr/>
                </p:nvSpPr>
                <p:spPr>
                  <a:xfrm>
                    <a:off x="61019" y="63731"/>
                    <a:ext cx="140723" cy="15804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16500" name="直接连接符 80"/>
                <p:cNvCxnSpPr/>
                <p:nvPr/>
              </p:nvCxnSpPr>
              <p:spPr>
                <a:xfrm rot="5400000">
                  <a:off x="-209021" y="471769"/>
                  <a:ext cx="56206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1" name="直接连接符 81"/>
                <p:cNvCxnSpPr/>
                <p:nvPr/>
              </p:nvCxnSpPr>
              <p:spPr>
                <a:xfrm rot="5400000">
                  <a:off x="499248" y="471769"/>
                  <a:ext cx="49660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2" name="直接连接符 82"/>
                <p:cNvCxnSpPr/>
                <p:nvPr/>
              </p:nvCxnSpPr>
              <p:spPr>
                <a:xfrm rot="5400000">
                  <a:off x="1147320" y="471769"/>
                  <a:ext cx="49660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3" name="直接连接符 83"/>
                <p:cNvCxnSpPr/>
                <p:nvPr/>
              </p:nvCxnSpPr>
              <p:spPr>
                <a:xfrm rot="-5400000" flipH="1">
                  <a:off x="142484" y="218080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4" name="直接连接符 84"/>
                <p:cNvCxnSpPr/>
                <p:nvPr/>
              </p:nvCxnSpPr>
              <p:spPr>
                <a:xfrm>
                  <a:off x="198969" y="111737"/>
                  <a:ext cx="1126313" cy="64107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5" name="直接连接符 85"/>
                <p:cNvCxnSpPr/>
                <p:nvPr/>
              </p:nvCxnSpPr>
              <p:spPr>
                <a:xfrm rot="5400000" flipH="1" flipV="1">
                  <a:off x="142484" y="218082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6" name="直接连接符 86"/>
                <p:cNvCxnSpPr/>
                <p:nvPr/>
              </p:nvCxnSpPr>
              <p:spPr>
                <a:xfrm rot="-5400000" flipH="1">
                  <a:off x="842099" y="166550"/>
                  <a:ext cx="529334" cy="57772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7" name="直接连接符 87"/>
                <p:cNvCxnSpPr/>
                <p:nvPr/>
              </p:nvCxnSpPr>
              <p:spPr>
                <a:xfrm rot="5400000" flipH="1" flipV="1">
                  <a:off x="466520" y="-105954"/>
                  <a:ext cx="562061" cy="115545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8" name="直接连接符 88"/>
                <p:cNvCxnSpPr/>
                <p:nvPr/>
              </p:nvCxnSpPr>
              <p:spPr>
                <a:xfrm rot="5400000" flipH="1" flipV="1">
                  <a:off x="790556" y="218082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509" name="直接连接符 72"/>
              <p:cNvCxnSpPr/>
              <p:nvPr/>
            </p:nvCxnSpPr>
            <p:spPr>
              <a:xfrm>
                <a:off x="198969" y="72008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10" name="直接连接符 73"/>
              <p:cNvCxnSpPr/>
              <p:nvPr/>
            </p:nvCxnSpPr>
            <p:spPr>
              <a:xfrm>
                <a:off x="847041" y="72008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511" name="任意多边形 89"/>
            <p:cNvSpPr/>
            <p:nvPr/>
          </p:nvSpPr>
          <p:spPr>
            <a:xfrm>
              <a:off x="102298" y="0"/>
              <a:ext cx="1262743" cy="220133"/>
            </a:xfrm>
            <a:custGeom>
              <a:avLst/>
              <a:gdLst/>
              <a:ahLst/>
              <a:cxnLst>
                <a:cxn ang="0">
                  <a:pos x="0" y="220133"/>
                </a:cxn>
                <a:cxn ang="0">
                  <a:pos x="493486" y="2419"/>
                </a:cxn>
                <a:cxn ang="0">
                  <a:pos x="1262743" y="205619"/>
                </a:cxn>
              </a:cxnLst>
              <a:pathLst>
                <a:path w="1262743" h="220133">
                  <a:moveTo>
                    <a:pt x="0" y="220133"/>
                  </a:moveTo>
                  <a:cubicBezTo>
                    <a:pt x="141514" y="112485"/>
                    <a:pt x="283029" y="4838"/>
                    <a:pt x="493486" y="2419"/>
                  </a:cubicBezTo>
                  <a:cubicBezTo>
                    <a:pt x="703943" y="0"/>
                    <a:pt x="1262743" y="205619"/>
                    <a:pt x="1262743" y="205619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6512" name="组合 91"/>
          <p:cNvGrpSpPr/>
          <p:nvPr/>
        </p:nvGrpSpPr>
        <p:grpSpPr>
          <a:xfrm>
            <a:off x="1908175" y="3284538"/>
            <a:ext cx="1495425" cy="944562"/>
            <a:chOff x="0" y="0"/>
            <a:chExt cx="1495113" cy="943553"/>
          </a:xfrm>
        </p:grpSpPr>
        <p:grpSp>
          <p:nvGrpSpPr>
            <p:cNvPr id="16513" name="组合 31"/>
            <p:cNvGrpSpPr/>
            <p:nvPr/>
          </p:nvGrpSpPr>
          <p:grpSpPr>
            <a:xfrm>
              <a:off x="0" y="0"/>
              <a:ext cx="1495113" cy="943553"/>
              <a:chOff x="0" y="0"/>
              <a:chExt cx="1495113" cy="943553"/>
            </a:xfrm>
          </p:grpSpPr>
          <p:grpSp>
            <p:nvGrpSpPr>
              <p:cNvPr id="16514" name="椭圆 95"/>
              <p:cNvGrpSpPr/>
              <p:nvPr/>
            </p:nvGrpSpPr>
            <p:grpSpPr>
              <a:xfrm>
                <a:off x="-30601" y="-29243"/>
                <a:ext cx="262073" cy="280116"/>
                <a:chOff x="0" y="0"/>
                <a:chExt cx="262128" cy="280416"/>
              </a:xfrm>
            </p:grpSpPr>
            <p:pic>
              <p:nvPicPr>
                <p:cNvPr id="16515" name="椭圆 95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0" y="0"/>
                  <a:ext cx="262128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16" name="文本框 11396"/>
                <p:cNvSpPr txBox="1"/>
                <p:nvPr/>
              </p:nvSpPr>
              <p:spPr>
                <a:xfrm>
                  <a:off x="59751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17" name="椭圆 96"/>
              <p:cNvGrpSpPr/>
              <p:nvPr/>
            </p:nvGrpSpPr>
            <p:grpSpPr>
              <a:xfrm>
                <a:off x="-30601" y="689317"/>
                <a:ext cx="262073" cy="286206"/>
                <a:chOff x="0" y="0"/>
                <a:chExt cx="262128" cy="286512"/>
              </a:xfrm>
            </p:grpSpPr>
            <p:pic>
              <p:nvPicPr>
                <p:cNvPr id="16518" name="椭圆 96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0" y="0"/>
                  <a:ext cx="262128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19" name="文本框 11399"/>
                <p:cNvSpPr txBox="1"/>
                <p:nvPr/>
              </p:nvSpPr>
              <p:spPr>
                <a:xfrm>
                  <a:off x="59751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20" name="椭圆 97"/>
              <p:cNvGrpSpPr/>
              <p:nvPr/>
            </p:nvGrpSpPr>
            <p:grpSpPr>
              <a:xfrm>
                <a:off x="621535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521" name="椭圆 97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22" name="文本框 11402"/>
                <p:cNvSpPr txBox="1"/>
                <p:nvPr/>
              </p:nvSpPr>
              <p:spPr>
                <a:xfrm>
                  <a:off x="55686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23" name="椭圆 98"/>
              <p:cNvGrpSpPr/>
              <p:nvPr/>
            </p:nvGrpSpPr>
            <p:grpSpPr>
              <a:xfrm>
                <a:off x="621535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524" name="椭圆 98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25" name="文本框 11405"/>
                <p:cNvSpPr txBox="1"/>
                <p:nvPr/>
              </p:nvSpPr>
              <p:spPr>
                <a:xfrm>
                  <a:off x="55686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26" name="椭圆 99"/>
              <p:cNvGrpSpPr/>
              <p:nvPr/>
            </p:nvGrpSpPr>
            <p:grpSpPr>
              <a:xfrm>
                <a:off x="1267576" y="-29243"/>
                <a:ext cx="255979" cy="280116"/>
                <a:chOff x="0" y="0"/>
                <a:chExt cx="256032" cy="280416"/>
              </a:xfrm>
            </p:grpSpPr>
            <p:pic>
              <p:nvPicPr>
                <p:cNvPr id="16527" name="椭圆 99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80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28" name="文本框 11408"/>
                <p:cNvSpPr txBox="1"/>
                <p:nvPr/>
              </p:nvSpPr>
              <p:spPr>
                <a:xfrm>
                  <a:off x="57717" y="62036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29" name="椭圆 100"/>
              <p:cNvGrpSpPr/>
              <p:nvPr/>
            </p:nvGrpSpPr>
            <p:grpSpPr>
              <a:xfrm>
                <a:off x="1267576" y="689317"/>
                <a:ext cx="255979" cy="286206"/>
                <a:chOff x="0" y="0"/>
                <a:chExt cx="256032" cy="286512"/>
              </a:xfrm>
            </p:grpSpPr>
            <p:pic>
              <p:nvPicPr>
                <p:cNvPr id="16530" name="椭圆 100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865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31" name="文本框 11411"/>
                <p:cNvSpPr txBox="1"/>
                <p:nvPr/>
              </p:nvSpPr>
              <p:spPr>
                <a:xfrm>
                  <a:off x="57717" y="63558"/>
                  <a:ext cx="140723" cy="158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6532" name="直接连接符 101"/>
              <p:cNvCxnSpPr/>
              <p:nvPr/>
            </p:nvCxnSpPr>
            <p:spPr>
              <a:xfrm rot="5400000">
                <a:off x="-209021" y="471769"/>
                <a:ext cx="5620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3" name="直接连接符 102"/>
              <p:cNvCxnSpPr/>
              <p:nvPr/>
            </p:nvCxnSpPr>
            <p:spPr>
              <a:xfrm rot="5400000">
                <a:off x="499248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4" name="直接连接符 103"/>
              <p:cNvCxnSpPr/>
              <p:nvPr/>
            </p:nvCxnSpPr>
            <p:spPr>
              <a:xfrm rot="5400000">
                <a:off x="1147320" y="471769"/>
                <a:ext cx="4966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5" name="直接连接符 104"/>
              <p:cNvCxnSpPr/>
              <p:nvPr/>
            </p:nvCxnSpPr>
            <p:spPr>
              <a:xfrm rot="-5400000" flipH="1">
                <a:off x="142484" y="218080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6" name="直接连接符 105"/>
              <p:cNvCxnSpPr/>
              <p:nvPr/>
            </p:nvCxnSpPr>
            <p:spPr>
              <a:xfrm>
                <a:off x="198969" y="111737"/>
                <a:ext cx="1126313" cy="64107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7" name="直接连接符 106"/>
              <p:cNvCxnSpPr/>
              <p:nvPr/>
            </p:nvCxnSpPr>
            <p:spPr>
              <a:xfrm rot="5400000" flipH="1" flipV="1">
                <a:off x="142484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8" name="直接连接符 107"/>
              <p:cNvCxnSpPr/>
              <p:nvPr/>
            </p:nvCxnSpPr>
            <p:spPr>
              <a:xfrm rot="-5400000" flipH="1">
                <a:off x="842099" y="166550"/>
                <a:ext cx="529334" cy="57772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9" name="直接连接符 108"/>
              <p:cNvCxnSpPr/>
              <p:nvPr/>
            </p:nvCxnSpPr>
            <p:spPr>
              <a:xfrm rot="5400000" flipH="1" flipV="1">
                <a:off x="466520" y="-105954"/>
                <a:ext cx="562061" cy="115545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40" name="直接连接符 109"/>
              <p:cNvCxnSpPr/>
              <p:nvPr/>
            </p:nvCxnSpPr>
            <p:spPr>
              <a:xfrm rot="5400000" flipH="1" flipV="1">
                <a:off x="790556" y="218082"/>
                <a:ext cx="562061" cy="50737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541" name="直接连接符 93"/>
            <p:cNvCxnSpPr/>
            <p:nvPr/>
          </p:nvCxnSpPr>
          <p:spPr>
            <a:xfrm>
              <a:off x="198969" y="72008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542" name="组合 153"/>
          <p:cNvGrpSpPr/>
          <p:nvPr/>
        </p:nvGrpSpPr>
        <p:grpSpPr>
          <a:xfrm>
            <a:off x="179388" y="4933950"/>
            <a:ext cx="1495425" cy="942975"/>
            <a:chOff x="0" y="0"/>
            <a:chExt cx="1495113" cy="943553"/>
          </a:xfrm>
        </p:grpSpPr>
        <p:grpSp>
          <p:nvGrpSpPr>
            <p:cNvPr id="16543" name="组合 133"/>
            <p:cNvGrpSpPr/>
            <p:nvPr/>
          </p:nvGrpSpPr>
          <p:grpSpPr>
            <a:xfrm>
              <a:off x="0" y="0"/>
              <a:ext cx="1495113" cy="943553"/>
              <a:chOff x="0" y="0"/>
              <a:chExt cx="1495113" cy="943553"/>
            </a:xfrm>
          </p:grpSpPr>
          <p:grpSp>
            <p:nvGrpSpPr>
              <p:cNvPr id="16544" name="组合 31"/>
              <p:cNvGrpSpPr/>
              <p:nvPr/>
            </p:nvGrpSpPr>
            <p:grpSpPr>
              <a:xfrm>
                <a:off x="0" y="0"/>
                <a:ext cx="1495113" cy="943553"/>
                <a:chOff x="0" y="0"/>
                <a:chExt cx="1495113" cy="943553"/>
              </a:xfrm>
            </p:grpSpPr>
            <p:grpSp>
              <p:nvGrpSpPr>
                <p:cNvPr id="16545" name="椭圆 137"/>
                <p:cNvGrpSpPr/>
                <p:nvPr/>
              </p:nvGrpSpPr>
              <p:grpSpPr>
                <a:xfrm>
                  <a:off x="-26982" y="-26686"/>
                  <a:ext cx="255979" cy="280588"/>
                  <a:chOff x="0" y="0"/>
                  <a:chExt cx="256032" cy="280416"/>
                </a:xfrm>
              </p:grpSpPr>
              <p:pic>
                <p:nvPicPr>
                  <p:cNvPr id="16546" name="椭圆 137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47" name="文本框 11427"/>
                  <p:cNvSpPr txBox="1"/>
                  <p:nvPr/>
                </p:nvSpPr>
                <p:spPr>
                  <a:xfrm>
                    <a:off x="56132" y="59377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548" name="椭圆 138"/>
                <p:cNvGrpSpPr/>
                <p:nvPr/>
              </p:nvGrpSpPr>
              <p:grpSpPr>
                <a:xfrm>
                  <a:off x="-26982" y="693083"/>
                  <a:ext cx="255979" cy="280588"/>
                  <a:chOff x="0" y="0"/>
                  <a:chExt cx="256032" cy="280416"/>
                </a:xfrm>
              </p:grpSpPr>
              <p:pic>
                <p:nvPicPr>
                  <p:cNvPr id="16549" name="椭圆 138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50" name="文本框 11430"/>
                  <p:cNvSpPr txBox="1"/>
                  <p:nvPr/>
                </p:nvSpPr>
                <p:spPr>
                  <a:xfrm>
                    <a:off x="56132" y="59688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551" name="椭圆 139"/>
                <p:cNvGrpSpPr/>
                <p:nvPr/>
              </p:nvGrpSpPr>
              <p:grpSpPr>
                <a:xfrm>
                  <a:off x="619059" y="-26686"/>
                  <a:ext cx="255979" cy="280588"/>
                  <a:chOff x="0" y="0"/>
                  <a:chExt cx="256032" cy="280416"/>
                </a:xfrm>
              </p:grpSpPr>
              <p:pic>
                <p:nvPicPr>
                  <p:cNvPr id="16552" name="椭圆 139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53" name="文本框 11433"/>
                  <p:cNvSpPr txBox="1"/>
                  <p:nvPr/>
                </p:nvSpPr>
                <p:spPr>
                  <a:xfrm>
                    <a:off x="58163" y="59377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554" name="椭圆 140"/>
                <p:cNvGrpSpPr/>
                <p:nvPr/>
              </p:nvGrpSpPr>
              <p:grpSpPr>
                <a:xfrm>
                  <a:off x="619059" y="693083"/>
                  <a:ext cx="255979" cy="280588"/>
                  <a:chOff x="0" y="0"/>
                  <a:chExt cx="256032" cy="280416"/>
                </a:xfrm>
              </p:grpSpPr>
              <p:pic>
                <p:nvPicPr>
                  <p:cNvPr id="16555" name="椭圆 14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0" y="0"/>
                    <a:ext cx="256032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56" name="文本框 11436"/>
                  <p:cNvSpPr txBox="1"/>
                  <p:nvPr/>
                </p:nvSpPr>
                <p:spPr>
                  <a:xfrm>
                    <a:off x="58163" y="59688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557" name="椭圆 141"/>
                <p:cNvGrpSpPr/>
                <p:nvPr/>
              </p:nvGrpSpPr>
              <p:grpSpPr>
                <a:xfrm>
                  <a:off x="1265100" y="-26686"/>
                  <a:ext cx="262073" cy="280588"/>
                  <a:chOff x="0" y="0"/>
                  <a:chExt cx="262128" cy="280416"/>
                </a:xfrm>
              </p:grpSpPr>
              <p:pic>
                <p:nvPicPr>
                  <p:cNvPr id="16558" name="椭圆 141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0" y="0"/>
                    <a:ext cx="262128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59" name="文本框 11439"/>
                  <p:cNvSpPr txBox="1"/>
                  <p:nvPr/>
                </p:nvSpPr>
                <p:spPr>
                  <a:xfrm>
                    <a:off x="60194" y="59377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6560" name="椭圆 142"/>
                <p:cNvGrpSpPr/>
                <p:nvPr/>
              </p:nvGrpSpPr>
              <p:grpSpPr>
                <a:xfrm>
                  <a:off x="1265100" y="693083"/>
                  <a:ext cx="262073" cy="280588"/>
                  <a:chOff x="0" y="0"/>
                  <a:chExt cx="262128" cy="280416"/>
                </a:xfrm>
              </p:grpSpPr>
              <p:pic>
                <p:nvPicPr>
                  <p:cNvPr id="16561" name="椭圆 142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0" y="0"/>
                    <a:ext cx="262128" cy="28041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62" name="文本框 11442"/>
                  <p:cNvSpPr txBox="1"/>
                  <p:nvPr/>
                </p:nvSpPr>
                <p:spPr>
                  <a:xfrm>
                    <a:off x="60194" y="59688"/>
                    <a:ext cx="140723" cy="15792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/>
                  <a:p>
                    <a:pPr>
                      <a:buClrTx/>
                      <a:buFont typeface="Arial" panose="020B0604020202020204" pitchFamily="34" charset="0"/>
                    </a:pPr>
                    <a:endParaRPr lang="zh-CN" altLang="en-US" dirty="0"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16563" name="直接连接符 143"/>
                <p:cNvCxnSpPr/>
                <p:nvPr/>
              </p:nvCxnSpPr>
              <p:spPr>
                <a:xfrm rot="5400000">
                  <a:off x="-209021" y="471769"/>
                  <a:ext cx="562061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4" name="直接连接符 144"/>
                <p:cNvCxnSpPr/>
                <p:nvPr/>
              </p:nvCxnSpPr>
              <p:spPr>
                <a:xfrm rot="5400000">
                  <a:off x="499248" y="471769"/>
                  <a:ext cx="49660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5" name="直接连接符 145"/>
                <p:cNvCxnSpPr/>
                <p:nvPr/>
              </p:nvCxnSpPr>
              <p:spPr>
                <a:xfrm rot="5400000">
                  <a:off x="1147320" y="471769"/>
                  <a:ext cx="49660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6" name="直接连接符 146"/>
                <p:cNvCxnSpPr/>
                <p:nvPr/>
              </p:nvCxnSpPr>
              <p:spPr>
                <a:xfrm rot="-5400000" flipH="1">
                  <a:off x="142484" y="218080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7" name="直接连接符 147"/>
                <p:cNvCxnSpPr/>
                <p:nvPr/>
              </p:nvCxnSpPr>
              <p:spPr>
                <a:xfrm>
                  <a:off x="198969" y="111737"/>
                  <a:ext cx="1126313" cy="64107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8" name="直接连接符 148"/>
                <p:cNvCxnSpPr/>
                <p:nvPr/>
              </p:nvCxnSpPr>
              <p:spPr>
                <a:xfrm rot="5400000" flipH="1" flipV="1">
                  <a:off x="142484" y="218082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69" name="直接连接符 149"/>
                <p:cNvCxnSpPr/>
                <p:nvPr/>
              </p:nvCxnSpPr>
              <p:spPr>
                <a:xfrm rot="-5400000" flipH="1">
                  <a:off x="842099" y="166550"/>
                  <a:ext cx="529334" cy="57772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0" name="直接连接符 150"/>
                <p:cNvCxnSpPr/>
                <p:nvPr/>
              </p:nvCxnSpPr>
              <p:spPr>
                <a:xfrm rot="5400000" flipH="1" flipV="1">
                  <a:off x="466520" y="-105954"/>
                  <a:ext cx="562061" cy="1155451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1" name="直接连接符 151"/>
                <p:cNvCxnSpPr/>
                <p:nvPr/>
              </p:nvCxnSpPr>
              <p:spPr>
                <a:xfrm rot="5400000" flipH="1" flipV="1">
                  <a:off x="790556" y="218082"/>
                  <a:ext cx="562061" cy="50737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572" name="直接连接符 135"/>
              <p:cNvCxnSpPr/>
              <p:nvPr/>
            </p:nvCxnSpPr>
            <p:spPr>
              <a:xfrm>
                <a:off x="198969" y="72008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73" name="直接连接符 136"/>
              <p:cNvCxnSpPr/>
              <p:nvPr/>
            </p:nvCxnSpPr>
            <p:spPr>
              <a:xfrm>
                <a:off x="847041" y="72008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574" name="直接连接符 152"/>
            <p:cNvCxnSpPr/>
            <p:nvPr/>
          </p:nvCxnSpPr>
          <p:spPr>
            <a:xfrm>
              <a:off x="216024" y="864096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575" name="组合 176"/>
          <p:cNvGrpSpPr/>
          <p:nvPr/>
        </p:nvGrpSpPr>
        <p:grpSpPr>
          <a:xfrm>
            <a:off x="1908175" y="4683125"/>
            <a:ext cx="1495425" cy="1193800"/>
            <a:chOff x="0" y="0"/>
            <a:chExt cx="1495113" cy="1194585"/>
          </a:xfrm>
        </p:grpSpPr>
        <p:grpSp>
          <p:nvGrpSpPr>
            <p:cNvPr id="16576" name="组合 154"/>
            <p:cNvGrpSpPr/>
            <p:nvPr/>
          </p:nvGrpSpPr>
          <p:grpSpPr>
            <a:xfrm>
              <a:off x="0" y="251032"/>
              <a:ext cx="1495113" cy="943553"/>
              <a:chOff x="0" y="0"/>
              <a:chExt cx="1495113" cy="943553"/>
            </a:xfrm>
          </p:grpSpPr>
          <p:grpSp>
            <p:nvGrpSpPr>
              <p:cNvPr id="16577" name="组合 133"/>
              <p:cNvGrpSpPr/>
              <p:nvPr/>
            </p:nvGrpSpPr>
            <p:grpSpPr>
              <a:xfrm>
                <a:off x="0" y="0"/>
                <a:ext cx="1495113" cy="943553"/>
                <a:chOff x="0" y="0"/>
                <a:chExt cx="1495113" cy="943553"/>
              </a:xfrm>
            </p:grpSpPr>
            <p:grpSp>
              <p:nvGrpSpPr>
                <p:cNvPr id="16578" name="组合 31"/>
                <p:cNvGrpSpPr/>
                <p:nvPr/>
              </p:nvGrpSpPr>
              <p:grpSpPr>
                <a:xfrm>
                  <a:off x="0" y="0"/>
                  <a:ext cx="1495113" cy="943553"/>
                  <a:chOff x="0" y="0"/>
                  <a:chExt cx="1495113" cy="943553"/>
                </a:xfrm>
              </p:grpSpPr>
              <p:grpSp>
                <p:nvGrpSpPr>
                  <p:cNvPr id="16579" name="椭圆 160"/>
                  <p:cNvGrpSpPr/>
                  <p:nvPr/>
                </p:nvGrpSpPr>
                <p:grpSpPr>
                  <a:xfrm>
                    <a:off x="-30601" y="-26730"/>
                    <a:ext cx="262073" cy="280600"/>
                    <a:chOff x="0" y="0"/>
                    <a:chExt cx="262128" cy="280416"/>
                  </a:xfrm>
                </p:grpSpPr>
                <p:pic>
                  <p:nvPicPr>
                    <p:cNvPr id="16580" name="椭圆 160"/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0" y="0"/>
                      <a:ext cx="262128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81" name="文本框 11461"/>
                    <p:cNvSpPr txBox="1"/>
                    <p:nvPr/>
                  </p:nvSpPr>
                  <p:spPr>
                    <a:xfrm>
                      <a:off x="59751" y="59417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582" name="椭圆 161"/>
                  <p:cNvGrpSpPr/>
                  <p:nvPr/>
                </p:nvGrpSpPr>
                <p:grpSpPr>
                  <a:xfrm>
                    <a:off x="-30601" y="693071"/>
                    <a:ext cx="262073" cy="280600"/>
                    <a:chOff x="0" y="0"/>
                    <a:chExt cx="262128" cy="280416"/>
                  </a:xfrm>
                </p:grpSpPr>
                <p:pic>
                  <p:nvPicPr>
                    <p:cNvPr id="16583" name="椭圆 161"/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0" y="0"/>
                      <a:ext cx="262128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84" name="文本框 11464"/>
                    <p:cNvSpPr txBox="1"/>
                    <p:nvPr/>
                  </p:nvSpPr>
                  <p:spPr>
                    <a:xfrm>
                      <a:off x="59751" y="59696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585" name="椭圆 162"/>
                  <p:cNvGrpSpPr/>
                  <p:nvPr/>
                </p:nvGrpSpPr>
                <p:grpSpPr>
                  <a:xfrm>
                    <a:off x="621535" y="-26730"/>
                    <a:ext cx="255979" cy="280600"/>
                    <a:chOff x="0" y="0"/>
                    <a:chExt cx="256032" cy="280416"/>
                  </a:xfrm>
                </p:grpSpPr>
                <p:pic>
                  <p:nvPicPr>
                    <p:cNvPr id="16586" name="椭圆 162"/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87" name="文本框 11467"/>
                    <p:cNvSpPr txBox="1"/>
                    <p:nvPr/>
                  </p:nvSpPr>
                  <p:spPr>
                    <a:xfrm>
                      <a:off x="55686" y="59417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588" name="椭圆 163"/>
                  <p:cNvGrpSpPr/>
                  <p:nvPr/>
                </p:nvGrpSpPr>
                <p:grpSpPr>
                  <a:xfrm>
                    <a:off x="621535" y="693071"/>
                    <a:ext cx="255979" cy="280600"/>
                    <a:chOff x="0" y="0"/>
                    <a:chExt cx="256032" cy="280416"/>
                  </a:xfrm>
                </p:grpSpPr>
                <p:pic>
                  <p:nvPicPr>
                    <p:cNvPr id="16589" name="椭圆 163"/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90" name="文本框 11470"/>
                    <p:cNvSpPr txBox="1"/>
                    <p:nvPr/>
                  </p:nvSpPr>
                  <p:spPr>
                    <a:xfrm>
                      <a:off x="55686" y="59696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591" name="椭圆 164"/>
                  <p:cNvGrpSpPr/>
                  <p:nvPr/>
                </p:nvGrpSpPr>
                <p:grpSpPr>
                  <a:xfrm>
                    <a:off x="1267576" y="-26730"/>
                    <a:ext cx="255979" cy="280600"/>
                    <a:chOff x="0" y="0"/>
                    <a:chExt cx="256032" cy="280416"/>
                  </a:xfrm>
                </p:grpSpPr>
                <p:pic>
                  <p:nvPicPr>
                    <p:cNvPr id="16592" name="椭圆 164"/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93" name="文本框 11473"/>
                    <p:cNvSpPr txBox="1"/>
                    <p:nvPr/>
                  </p:nvSpPr>
                  <p:spPr>
                    <a:xfrm>
                      <a:off x="57717" y="59417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594" name="椭圆 165"/>
                  <p:cNvGrpSpPr/>
                  <p:nvPr/>
                </p:nvGrpSpPr>
                <p:grpSpPr>
                  <a:xfrm>
                    <a:off x="1267576" y="693071"/>
                    <a:ext cx="255979" cy="280600"/>
                    <a:chOff x="0" y="0"/>
                    <a:chExt cx="256032" cy="280416"/>
                  </a:xfrm>
                </p:grpSpPr>
                <p:pic>
                  <p:nvPicPr>
                    <p:cNvPr id="16595" name="椭圆 165"/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596" name="文本框 11476"/>
                    <p:cNvSpPr txBox="1"/>
                    <p:nvPr/>
                  </p:nvSpPr>
                  <p:spPr>
                    <a:xfrm>
                      <a:off x="57717" y="59696"/>
                      <a:ext cx="140723" cy="1579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16597" name="直接连接符 166"/>
                  <p:cNvCxnSpPr/>
                  <p:nvPr/>
                </p:nvCxnSpPr>
                <p:spPr>
                  <a:xfrm rot="5400000">
                    <a:off x="-209021" y="471769"/>
                    <a:ext cx="56206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598" name="直接连接符 167"/>
                  <p:cNvCxnSpPr/>
                  <p:nvPr/>
                </p:nvCxnSpPr>
                <p:spPr>
                  <a:xfrm rot="5400000">
                    <a:off x="499248" y="471769"/>
                    <a:ext cx="49660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599" name="直接连接符 168"/>
                  <p:cNvCxnSpPr/>
                  <p:nvPr/>
                </p:nvCxnSpPr>
                <p:spPr>
                  <a:xfrm rot="5400000">
                    <a:off x="1147320" y="471769"/>
                    <a:ext cx="49660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0" name="直接连接符 169"/>
                  <p:cNvCxnSpPr/>
                  <p:nvPr/>
                </p:nvCxnSpPr>
                <p:spPr>
                  <a:xfrm rot="-5400000" flipH="1">
                    <a:off x="142484" y="218080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1" name="直接连接符 170"/>
                  <p:cNvCxnSpPr/>
                  <p:nvPr/>
                </p:nvCxnSpPr>
                <p:spPr>
                  <a:xfrm>
                    <a:off x="198969" y="111737"/>
                    <a:ext cx="1126313" cy="64107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2" name="直接连接符 171"/>
                  <p:cNvCxnSpPr/>
                  <p:nvPr/>
                </p:nvCxnSpPr>
                <p:spPr>
                  <a:xfrm rot="5400000" flipH="1" flipV="1">
                    <a:off x="142484" y="218082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3" name="直接连接符 172"/>
                  <p:cNvCxnSpPr/>
                  <p:nvPr/>
                </p:nvCxnSpPr>
                <p:spPr>
                  <a:xfrm rot="-5400000" flipH="1">
                    <a:off x="842099" y="166550"/>
                    <a:ext cx="529334" cy="57772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4" name="直接连接符 173"/>
                  <p:cNvCxnSpPr/>
                  <p:nvPr/>
                </p:nvCxnSpPr>
                <p:spPr>
                  <a:xfrm rot="5400000" flipH="1" flipV="1">
                    <a:off x="466520" y="-105954"/>
                    <a:ext cx="562061" cy="1155451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05" name="直接连接符 174"/>
                  <p:cNvCxnSpPr/>
                  <p:nvPr/>
                </p:nvCxnSpPr>
                <p:spPr>
                  <a:xfrm rot="5400000" flipH="1" flipV="1">
                    <a:off x="790556" y="218082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6606" name="直接连接符 158"/>
                <p:cNvCxnSpPr/>
                <p:nvPr/>
              </p:nvCxnSpPr>
              <p:spPr>
                <a:xfrm>
                  <a:off x="198969" y="72008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7" name="直接连接符 159"/>
                <p:cNvCxnSpPr/>
                <p:nvPr/>
              </p:nvCxnSpPr>
              <p:spPr>
                <a:xfrm>
                  <a:off x="847041" y="72008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608" name="直接连接符 156"/>
              <p:cNvCxnSpPr/>
              <p:nvPr/>
            </p:nvCxnSpPr>
            <p:spPr>
              <a:xfrm>
                <a:off x="216024" y="864096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609" name="任意多边形 175"/>
            <p:cNvSpPr/>
            <p:nvPr/>
          </p:nvSpPr>
          <p:spPr>
            <a:xfrm>
              <a:off x="124296" y="0"/>
              <a:ext cx="1219200" cy="256418"/>
            </a:xfrm>
            <a:custGeom>
              <a:avLst/>
              <a:gdLst/>
              <a:ahLst/>
              <a:cxnLst>
                <a:cxn ang="0">
                  <a:pos x="0" y="212875"/>
                </a:cxn>
                <a:cxn ang="0">
                  <a:pos x="362857" y="24190"/>
                </a:cxn>
                <a:cxn ang="0">
                  <a:pos x="856343" y="67733"/>
                </a:cxn>
                <a:cxn ang="0">
                  <a:pos x="1219200" y="256418"/>
                </a:cxn>
              </a:cxnLst>
              <a:pathLst>
                <a:path w="1219200" h="256418">
                  <a:moveTo>
                    <a:pt x="0" y="212875"/>
                  </a:moveTo>
                  <a:cubicBezTo>
                    <a:pt x="110066" y="130627"/>
                    <a:pt x="220133" y="48380"/>
                    <a:pt x="362857" y="24190"/>
                  </a:cubicBezTo>
                  <a:cubicBezTo>
                    <a:pt x="505581" y="0"/>
                    <a:pt x="713619" y="29028"/>
                    <a:pt x="856343" y="67733"/>
                  </a:cubicBezTo>
                  <a:cubicBezTo>
                    <a:pt x="999067" y="106438"/>
                    <a:pt x="1109133" y="181428"/>
                    <a:pt x="1219200" y="256418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6610" name="组合 199"/>
          <p:cNvGrpSpPr/>
          <p:nvPr/>
        </p:nvGrpSpPr>
        <p:grpSpPr>
          <a:xfrm>
            <a:off x="3708400" y="4941888"/>
            <a:ext cx="1493838" cy="942975"/>
            <a:chOff x="0" y="0"/>
            <a:chExt cx="1495113" cy="943553"/>
          </a:xfrm>
        </p:grpSpPr>
        <p:grpSp>
          <p:nvGrpSpPr>
            <p:cNvPr id="16611" name="组合 177"/>
            <p:cNvGrpSpPr/>
            <p:nvPr/>
          </p:nvGrpSpPr>
          <p:grpSpPr>
            <a:xfrm>
              <a:off x="0" y="0"/>
              <a:ext cx="1495113" cy="943553"/>
              <a:chOff x="0" y="0"/>
              <a:chExt cx="1495113" cy="943553"/>
            </a:xfrm>
          </p:grpSpPr>
          <p:grpSp>
            <p:nvGrpSpPr>
              <p:cNvPr id="16612" name="组合 133"/>
              <p:cNvGrpSpPr/>
              <p:nvPr/>
            </p:nvGrpSpPr>
            <p:grpSpPr>
              <a:xfrm>
                <a:off x="0" y="0"/>
                <a:ext cx="1495113" cy="943553"/>
                <a:chOff x="0" y="0"/>
                <a:chExt cx="1495113" cy="943553"/>
              </a:xfrm>
            </p:grpSpPr>
            <p:grpSp>
              <p:nvGrpSpPr>
                <p:cNvPr id="16613" name="组合 31"/>
                <p:cNvGrpSpPr/>
                <p:nvPr/>
              </p:nvGrpSpPr>
              <p:grpSpPr>
                <a:xfrm>
                  <a:off x="0" y="0"/>
                  <a:ext cx="1495113" cy="943553"/>
                  <a:chOff x="0" y="0"/>
                  <a:chExt cx="1495113" cy="943553"/>
                </a:xfrm>
              </p:grpSpPr>
              <p:grpSp>
                <p:nvGrpSpPr>
                  <p:cNvPr id="16614" name="椭圆 183"/>
                  <p:cNvGrpSpPr/>
                  <p:nvPr/>
                </p:nvGrpSpPr>
                <p:grpSpPr>
                  <a:xfrm>
                    <a:off x="-32540" y="-28529"/>
                    <a:ext cx="262352" cy="280588"/>
                    <a:chOff x="0" y="0"/>
                    <a:chExt cx="262128" cy="280416"/>
                  </a:xfrm>
                </p:grpSpPr>
                <p:pic>
                  <p:nvPicPr>
                    <p:cNvPr id="16615" name="椭圆 183"/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0" y="0"/>
                      <a:ext cx="262128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16" name="文本框 11496"/>
                    <p:cNvSpPr txBox="1"/>
                    <p:nvPr/>
                  </p:nvSpPr>
                  <p:spPr>
                    <a:xfrm>
                      <a:off x="61625" y="61219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617" name="椭圆 184"/>
                  <p:cNvGrpSpPr/>
                  <p:nvPr/>
                </p:nvGrpSpPr>
                <p:grpSpPr>
                  <a:xfrm>
                    <a:off x="-32540" y="691239"/>
                    <a:ext cx="262352" cy="280588"/>
                    <a:chOff x="0" y="0"/>
                    <a:chExt cx="262128" cy="280416"/>
                  </a:xfrm>
                </p:grpSpPr>
                <p:pic>
                  <p:nvPicPr>
                    <p:cNvPr id="16618" name="椭圆 184"/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0" y="0"/>
                      <a:ext cx="262128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19" name="文本框 11499"/>
                    <p:cNvSpPr txBox="1"/>
                    <p:nvPr/>
                  </p:nvSpPr>
                  <p:spPr>
                    <a:xfrm>
                      <a:off x="61625" y="61530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620" name="椭圆 185"/>
                  <p:cNvGrpSpPr/>
                  <p:nvPr/>
                </p:nvGrpSpPr>
                <p:grpSpPr>
                  <a:xfrm>
                    <a:off x="620289" y="-28529"/>
                    <a:ext cx="256251" cy="280588"/>
                    <a:chOff x="0" y="0"/>
                    <a:chExt cx="256032" cy="280416"/>
                  </a:xfrm>
                </p:grpSpPr>
                <p:pic>
                  <p:nvPicPr>
                    <p:cNvPr id="16621" name="椭圆 185"/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22" name="文本框 11502"/>
                    <p:cNvSpPr txBox="1"/>
                    <p:nvPr/>
                  </p:nvSpPr>
                  <p:spPr>
                    <a:xfrm>
                      <a:off x="56872" y="61219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623" name="椭圆 186"/>
                  <p:cNvGrpSpPr/>
                  <p:nvPr/>
                </p:nvGrpSpPr>
                <p:grpSpPr>
                  <a:xfrm>
                    <a:off x="620289" y="691239"/>
                    <a:ext cx="256251" cy="280588"/>
                    <a:chOff x="0" y="0"/>
                    <a:chExt cx="256032" cy="280416"/>
                  </a:xfrm>
                </p:grpSpPr>
                <p:pic>
                  <p:nvPicPr>
                    <p:cNvPr id="16624" name="椭圆 186"/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25" name="文本框 11505"/>
                    <p:cNvSpPr txBox="1"/>
                    <p:nvPr/>
                  </p:nvSpPr>
                  <p:spPr>
                    <a:xfrm>
                      <a:off x="56872" y="61530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626" name="椭圆 187"/>
                  <p:cNvGrpSpPr/>
                  <p:nvPr/>
                </p:nvGrpSpPr>
                <p:grpSpPr>
                  <a:xfrm>
                    <a:off x="1267016" y="-28529"/>
                    <a:ext cx="256251" cy="280588"/>
                    <a:chOff x="0" y="0"/>
                    <a:chExt cx="256032" cy="280416"/>
                  </a:xfrm>
                </p:grpSpPr>
                <p:pic>
                  <p:nvPicPr>
                    <p:cNvPr id="16627" name="椭圆 187"/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28" name="文本框 11508"/>
                    <p:cNvSpPr txBox="1"/>
                    <p:nvPr/>
                  </p:nvSpPr>
                  <p:spPr>
                    <a:xfrm>
                      <a:off x="58216" y="61219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16629" name="椭圆 188"/>
                  <p:cNvGrpSpPr/>
                  <p:nvPr/>
                </p:nvGrpSpPr>
                <p:grpSpPr>
                  <a:xfrm>
                    <a:off x="1267016" y="691239"/>
                    <a:ext cx="256251" cy="280588"/>
                    <a:chOff x="0" y="0"/>
                    <a:chExt cx="256032" cy="280416"/>
                  </a:xfrm>
                </p:grpSpPr>
                <p:pic>
                  <p:nvPicPr>
                    <p:cNvPr id="16630" name="椭圆 188"/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0" y="0"/>
                      <a:ext cx="256032" cy="28041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16631" name="文本框 11511"/>
                    <p:cNvSpPr txBox="1"/>
                    <p:nvPr/>
                  </p:nvSpPr>
                  <p:spPr>
                    <a:xfrm>
                      <a:off x="58216" y="61530"/>
                      <a:ext cx="140573" cy="15792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 anchorCtr="0"/>
                    <a:p>
                      <a:pPr>
                        <a:buClrTx/>
                        <a:buFont typeface="Arial" panose="020B0604020202020204" pitchFamily="34" charset="0"/>
                      </a:pPr>
                      <a:endParaRPr lang="zh-CN" altLang="en-US" dirty="0"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16632" name="直接连接符 189"/>
                  <p:cNvCxnSpPr/>
                  <p:nvPr/>
                </p:nvCxnSpPr>
                <p:spPr>
                  <a:xfrm rot="5400000">
                    <a:off x="-209021" y="471769"/>
                    <a:ext cx="562061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3" name="直接连接符 190"/>
                  <p:cNvCxnSpPr/>
                  <p:nvPr/>
                </p:nvCxnSpPr>
                <p:spPr>
                  <a:xfrm rot="5400000">
                    <a:off x="499248" y="471769"/>
                    <a:ext cx="49660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4" name="直接连接符 191"/>
                  <p:cNvCxnSpPr/>
                  <p:nvPr/>
                </p:nvCxnSpPr>
                <p:spPr>
                  <a:xfrm rot="5400000">
                    <a:off x="1147320" y="471769"/>
                    <a:ext cx="496607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5" name="直接连接符 192"/>
                  <p:cNvCxnSpPr/>
                  <p:nvPr/>
                </p:nvCxnSpPr>
                <p:spPr>
                  <a:xfrm rot="-5400000" flipH="1">
                    <a:off x="142484" y="218080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6" name="直接连接符 193"/>
                  <p:cNvCxnSpPr/>
                  <p:nvPr/>
                </p:nvCxnSpPr>
                <p:spPr>
                  <a:xfrm>
                    <a:off x="198969" y="111737"/>
                    <a:ext cx="1126313" cy="64107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7" name="直接连接符 194"/>
                  <p:cNvCxnSpPr/>
                  <p:nvPr/>
                </p:nvCxnSpPr>
                <p:spPr>
                  <a:xfrm rot="5400000" flipH="1" flipV="1">
                    <a:off x="142484" y="218082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8" name="直接连接符 195"/>
                  <p:cNvCxnSpPr/>
                  <p:nvPr/>
                </p:nvCxnSpPr>
                <p:spPr>
                  <a:xfrm rot="-5400000" flipH="1">
                    <a:off x="842099" y="166550"/>
                    <a:ext cx="529334" cy="57772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39" name="直接连接符 196"/>
                  <p:cNvCxnSpPr/>
                  <p:nvPr/>
                </p:nvCxnSpPr>
                <p:spPr>
                  <a:xfrm rot="5400000" flipH="1" flipV="1">
                    <a:off x="466520" y="-105954"/>
                    <a:ext cx="562061" cy="1155451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40" name="直接连接符 197"/>
                  <p:cNvCxnSpPr/>
                  <p:nvPr/>
                </p:nvCxnSpPr>
                <p:spPr>
                  <a:xfrm rot="5400000" flipH="1" flipV="1">
                    <a:off x="790556" y="218082"/>
                    <a:ext cx="562061" cy="507379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6641" name="直接连接符 181"/>
                <p:cNvCxnSpPr/>
                <p:nvPr/>
              </p:nvCxnSpPr>
              <p:spPr>
                <a:xfrm>
                  <a:off x="198969" y="72008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2" name="直接连接符 182"/>
                <p:cNvCxnSpPr/>
                <p:nvPr/>
              </p:nvCxnSpPr>
              <p:spPr>
                <a:xfrm>
                  <a:off x="847041" y="72008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643" name="直接连接符 179"/>
              <p:cNvCxnSpPr/>
              <p:nvPr/>
            </p:nvCxnSpPr>
            <p:spPr>
              <a:xfrm>
                <a:off x="216024" y="864096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644" name="直接连接符 198"/>
            <p:cNvCxnSpPr/>
            <p:nvPr/>
          </p:nvCxnSpPr>
          <p:spPr>
            <a:xfrm>
              <a:off x="864096" y="864096"/>
              <a:ext cx="43204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645" name="组合 225"/>
          <p:cNvGrpSpPr/>
          <p:nvPr/>
        </p:nvGrpSpPr>
        <p:grpSpPr>
          <a:xfrm>
            <a:off x="5508625" y="4705350"/>
            <a:ext cx="1493838" cy="1171575"/>
            <a:chOff x="0" y="0"/>
            <a:chExt cx="1495113" cy="1172225"/>
          </a:xfrm>
        </p:grpSpPr>
        <p:grpSp>
          <p:nvGrpSpPr>
            <p:cNvPr id="16646" name="组合 201"/>
            <p:cNvGrpSpPr/>
            <p:nvPr/>
          </p:nvGrpSpPr>
          <p:grpSpPr>
            <a:xfrm>
              <a:off x="0" y="228672"/>
              <a:ext cx="1495113" cy="943553"/>
              <a:chOff x="0" y="0"/>
              <a:chExt cx="1495113" cy="943553"/>
            </a:xfrm>
          </p:grpSpPr>
          <p:grpSp>
            <p:nvGrpSpPr>
              <p:cNvPr id="16647" name="组合 177"/>
              <p:cNvGrpSpPr/>
              <p:nvPr/>
            </p:nvGrpSpPr>
            <p:grpSpPr>
              <a:xfrm>
                <a:off x="0" y="0"/>
                <a:ext cx="1495113" cy="943553"/>
                <a:chOff x="0" y="0"/>
                <a:chExt cx="1495113" cy="943553"/>
              </a:xfrm>
            </p:grpSpPr>
            <p:grpSp>
              <p:nvGrpSpPr>
                <p:cNvPr id="16648" name="组合 133"/>
                <p:cNvGrpSpPr/>
                <p:nvPr/>
              </p:nvGrpSpPr>
              <p:grpSpPr>
                <a:xfrm>
                  <a:off x="0" y="0"/>
                  <a:ext cx="1495113" cy="943553"/>
                  <a:chOff x="0" y="0"/>
                  <a:chExt cx="1495113" cy="943553"/>
                </a:xfrm>
              </p:grpSpPr>
              <p:grpSp>
                <p:nvGrpSpPr>
                  <p:cNvPr id="16649" name="组合 31"/>
                  <p:cNvGrpSpPr/>
                  <p:nvPr/>
                </p:nvGrpSpPr>
                <p:grpSpPr>
                  <a:xfrm>
                    <a:off x="0" y="0"/>
                    <a:ext cx="1495113" cy="943553"/>
                    <a:chOff x="0" y="0"/>
                    <a:chExt cx="1495113" cy="943553"/>
                  </a:xfrm>
                </p:grpSpPr>
                <p:grpSp>
                  <p:nvGrpSpPr>
                    <p:cNvPr id="16650" name="椭圆 209"/>
                    <p:cNvGrpSpPr/>
                    <p:nvPr/>
                  </p:nvGrpSpPr>
                  <p:grpSpPr>
                    <a:xfrm>
                      <a:off x="-28345" y="-26630"/>
                      <a:ext cx="256251" cy="280572"/>
                      <a:chOff x="0" y="0"/>
                      <a:chExt cx="256032" cy="280416"/>
                    </a:xfrm>
                  </p:grpSpPr>
                  <p:pic>
                    <p:nvPicPr>
                      <p:cNvPr id="16651" name="椭圆 20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6032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52" name="文本框 11532"/>
                      <p:cNvSpPr txBox="1"/>
                      <p:nvPr/>
                    </p:nvSpPr>
                    <p:spPr>
                      <a:xfrm>
                        <a:off x="57434" y="59324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16653" name="椭圆 210"/>
                    <p:cNvGrpSpPr/>
                    <p:nvPr/>
                  </p:nvGrpSpPr>
                  <p:grpSpPr>
                    <a:xfrm>
                      <a:off x="-28345" y="693097"/>
                      <a:ext cx="256251" cy="280572"/>
                      <a:chOff x="0" y="0"/>
                      <a:chExt cx="256032" cy="280416"/>
                    </a:xfrm>
                  </p:grpSpPr>
                  <p:pic>
                    <p:nvPicPr>
                      <p:cNvPr id="16654" name="椭圆 21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6032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55" name="文本框 11535"/>
                      <p:cNvSpPr txBox="1"/>
                      <p:nvPr/>
                    </p:nvSpPr>
                    <p:spPr>
                      <a:xfrm>
                        <a:off x="57434" y="59677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16656" name="椭圆 211"/>
                    <p:cNvGrpSpPr/>
                    <p:nvPr/>
                  </p:nvGrpSpPr>
                  <p:grpSpPr>
                    <a:xfrm>
                      <a:off x="618382" y="-26630"/>
                      <a:ext cx="256251" cy="280572"/>
                      <a:chOff x="0" y="0"/>
                      <a:chExt cx="256032" cy="280416"/>
                    </a:xfrm>
                  </p:grpSpPr>
                  <p:pic>
                    <p:nvPicPr>
                      <p:cNvPr id="16657" name="椭圆 2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6032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58" name="文本框 11538"/>
                      <p:cNvSpPr txBox="1"/>
                      <p:nvPr/>
                    </p:nvSpPr>
                    <p:spPr>
                      <a:xfrm>
                        <a:off x="58777" y="59324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16659" name="椭圆 212"/>
                    <p:cNvGrpSpPr/>
                    <p:nvPr/>
                  </p:nvGrpSpPr>
                  <p:grpSpPr>
                    <a:xfrm>
                      <a:off x="618382" y="693097"/>
                      <a:ext cx="256251" cy="280572"/>
                      <a:chOff x="0" y="0"/>
                      <a:chExt cx="256032" cy="280416"/>
                    </a:xfrm>
                  </p:grpSpPr>
                  <p:pic>
                    <p:nvPicPr>
                      <p:cNvPr id="16660" name="椭圆 21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56032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61" name="文本框 11541"/>
                      <p:cNvSpPr txBox="1"/>
                      <p:nvPr/>
                    </p:nvSpPr>
                    <p:spPr>
                      <a:xfrm>
                        <a:off x="58777" y="59677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16662" name="椭圆 213"/>
                    <p:cNvGrpSpPr/>
                    <p:nvPr/>
                  </p:nvGrpSpPr>
                  <p:grpSpPr>
                    <a:xfrm>
                      <a:off x="1265110" y="-26630"/>
                      <a:ext cx="262352" cy="280572"/>
                      <a:chOff x="0" y="0"/>
                      <a:chExt cx="262128" cy="280416"/>
                    </a:xfrm>
                  </p:grpSpPr>
                  <p:pic>
                    <p:nvPicPr>
                      <p:cNvPr id="16663" name="椭圆 21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62128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64" name="文本框 11544"/>
                      <p:cNvSpPr txBox="1"/>
                      <p:nvPr/>
                    </p:nvSpPr>
                    <p:spPr>
                      <a:xfrm>
                        <a:off x="60121" y="59324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16665" name="椭圆 214"/>
                    <p:cNvGrpSpPr/>
                    <p:nvPr/>
                  </p:nvGrpSpPr>
                  <p:grpSpPr>
                    <a:xfrm>
                      <a:off x="1265110" y="693097"/>
                      <a:ext cx="262352" cy="280572"/>
                      <a:chOff x="0" y="0"/>
                      <a:chExt cx="262128" cy="280416"/>
                    </a:xfrm>
                  </p:grpSpPr>
                  <p:pic>
                    <p:nvPicPr>
                      <p:cNvPr id="16666" name="椭圆 21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62128" cy="2804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16667" name="文本框 11547"/>
                      <p:cNvSpPr txBox="1"/>
                      <p:nvPr/>
                    </p:nvSpPr>
                    <p:spPr>
                      <a:xfrm>
                        <a:off x="60121" y="59677"/>
                        <a:ext cx="140573" cy="1579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 anchorCtr="0"/>
                      <a:p>
                        <a:pPr>
                          <a:buClrTx/>
                          <a:buFont typeface="Arial" panose="020B0604020202020204" pitchFamily="34" charset="0"/>
                        </a:pPr>
                        <a:endParaRPr lang="zh-CN" altLang="en-US" dirty="0"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cxnSp>
                  <p:nvCxnSpPr>
                    <p:cNvPr id="16668" name="直接连接符 215"/>
                    <p:cNvCxnSpPr/>
                    <p:nvPr/>
                  </p:nvCxnSpPr>
                  <p:spPr>
                    <a:xfrm rot="5400000">
                      <a:off x="-209021" y="471769"/>
                      <a:ext cx="562061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69" name="直接连接符 216"/>
                    <p:cNvCxnSpPr/>
                    <p:nvPr/>
                  </p:nvCxnSpPr>
                  <p:spPr>
                    <a:xfrm rot="5400000">
                      <a:off x="499248" y="471769"/>
                      <a:ext cx="496607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0" name="直接连接符 217"/>
                    <p:cNvCxnSpPr/>
                    <p:nvPr/>
                  </p:nvCxnSpPr>
                  <p:spPr>
                    <a:xfrm rot="5400000">
                      <a:off x="1147320" y="471769"/>
                      <a:ext cx="496607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1" name="直接连接符 218"/>
                    <p:cNvCxnSpPr/>
                    <p:nvPr/>
                  </p:nvCxnSpPr>
                  <p:spPr>
                    <a:xfrm rot="-5400000" flipH="1">
                      <a:off x="142484" y="218080"/>
                      <a:ext cx="562061" cy="507379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2" name="直接连接符 219"/>
                    <p:cNvCxnSpPr/>
                    <p:nvPr/>
                  </p:nvCxnSpPr>
                  <p:spPr>
                    <a:xfrm>
                      <a:off x="198969" y="111737"/>
                      <a:ext cx="1126313" cy="64107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3" name="直接连接符 220"/>
                    <p:cNvCxnSpPr/>
                    <p:nvPr/>
                  </p:nvCxnSpPr>
                  <p:spPr>
                    <a:xfrm rot="5400000" flipH="1" flipV="1">
                      <a:off x="142484" y="218082"/>
                      <a:ext cx="562061" cy="507379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4" name="直接连接符 221"/>
                    <p:cNvCxnSpPr/>
                    <p:nvPr/>
                  </p:nvCxnSpPr>
                  <p:spPr>
                    <a:xfrm rot="-5400000" flipH="1">
                      <a:off x="842099" y="166550"/>
                      <a:ext cx="529334" cy="577726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5" name="直接连接符 222"/>
                    <p:cNvCxnSpPr/>
                    <p:nvPr/>
                  </p:nvCxnSpPr>
                  <p:spPr>
                    <a:xfrm rot="5400000" flipH="1" flipV="1">
                      <a:off x="466520" y="-105954"/>
                      <a:ext cx="562061" cy="1155451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676" name="直接连接符 223"/>
                    <p:cNvCxnSpPr/>
                    <p:nvPr/>
                  </p:nvCxnSpPr>
                  <p:spPr>
                    <a:xfrm rot="5400000" flipH="1" flipV="1">
                      <a:off x="790556" y="218082"/>
                      <a:ext cx="562061" cy="507379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6677" name="直接连接符 207"/>
                  <p:cNvCxnSpPr/>
                  <p:nvPr/>
                </p:nvCxnSpPr>
                <p:spPr>
                  <a:xfrm>
                    <a:off x="198969" y="72008"/>
                    <a:ext cx="432048" cy="0"/>
                  </a:xfrm>
                  <a:prstGeom prst="line">
                    <a:avLst/>
                  </a:prstGeom>
                  <a:ln w="28575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6678" name="直接连接符 208"/>
                  <p:cNvCxnSpPr/>
                  <p:nvPr/>
                </p:nvCxnSpPr>
                <p:spPr>
                  <a:xfrm>
                    <a:off x="847041" y="72008"/>
                    <a:ext cx="432048" cy="0"/>
                  </a:xfrm>
                  <a:prstGeom prst="line">
                    <a:avLst/>
                  </a:prstGeom>
                  <a:ln w="28575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6679" name="直接连接符 205"/>
                <p:cNvCxnSpPr/>
                <p:nvPr/>
              </p:nvCxnSpPr>
              <p:spPr>
                <a:xfrm>
                  <a:off x="216024" y="864096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680" name="直接连接符 203"/>
              <p:cNvCxnSpPr/>
              <p:nvPr/>
            </p:nvCxnSpPr>
            <p:spPr>
              <a:xfrm>
                <a:off x="864096" y="864096"/>
                <a:ext cx="43204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681" name="任意多边形 224"/>
            <p:cNvSpPr/>
            <p:nvPr/>
          </p:nvSpPr>
          <p:spPr>
            <a:xfrm>
              <a:off x="123439" y="0"/>
              <a:ext cx="1248228" cy="215296"/>
            </a:xfrm>
            <a:custGeom>
              <a:avLst/>
              <a:gdLst/>
              <a:ahLst/>
              <a:cxnLst>
                <a:cxn ang="0">
                  <a:pos x="0" y="215296"/>
                </a:cxn>
                <a:cxn ang="0">
                  <a:pos x="362857" y="26610"/>
                </a:cxn>
                <a:cxn ang="0">
                  <a:pos x="812800" y="55639"/>
                </a:cxn>
                <a:cxn ang="0">
                  <a:pos x="1248228" y="215296"/>
                </a:cxn>
              </a:cxnLst>
              <a:pathLst>
                <a:path w="1248228" h="215296">
                  <a:moveTo>
                    <a:pt x="0" y="215296"/>
                  </a:moveTo>
                  <a:cubicBezTo>
                    <a:pt x="113695" y="134258"/>
                    <a:pt x="227390" y="53220"/>
                    <a:pt x="362857" y="26610"/>
                  </a:cubicBezTo>
                  <a:cubicBezTo>
                    <a:pt x="498324" y="0"/>
                    <a:pt x="665238" y="24191"/>
                    <a:pt x="812800" y="55639"/>
                  </a:cubicBezTo>
                  <a:cubicBezTo>
                    <a:pt x="960362" y="87087"/>
                    <a:pt x="1104295" y="151191"/>
                    <a:pt x="1248228" y="215296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6682" name="组合 275"/>
          <p:cNvGrpSpPr/>
          <p:nvPr/>
        </p:nvGrpSpPr>
        <p:grpSpPr>
          <a:xfrm>
            <a:off x="7308850" y="4724400"/>
            <a:ext cx="1493838" cy="1427163"/>
            <a:chOff x="0" y="0"/>
            <a:chExt cx="1495113" cy="1426494"/>
          </a:xfrm>
        </p:grpSpPr>
        <p:grpSp>
          <p:nvGrpSpPr>
            <p:cNvPr id="16683" name="组合 249"/>
            <p:cNvGrpSpPr/>
            <p:nvPr/>
          </p:nvGrpSpPr>
          <p:grpSpPr>
            <a:xfrm>
              <a:off x="0" y="0"/>
              <a:ext cx="1495113" cy="1172225"/>
              <a:chOff x="0" y="0"/>
              <a:chExt cx="1495113" cy="1172225"/>
            </a:xfrm>
          </p:grpSpPr>
          <p:grpSp>
            <p:nvGrpSpPr>
              <p:cNvPr id="16684" name="组合 201"/>
              <p:cNvGrpSpPr/>
              <p:nvPr/>
            </p:nvGrpSpPr>
            <p:grpSpPr>
              <a:xfrm>
                <a:off x="0" y="228672"/>
                <a:ext cx="1495113" cy="943553"/>
                <a:chOff x="0" y="0"/>
                <a:chExt cx="1495113" cy="943553"/>
              </a:xfrm>
            </p:grpSpPr>
            <p:grpSp>
              <p:nvGrpSpPr>
                <p:cNvPr id="16685" name="组合 177"/>
                <p:cNvGrpSpPr/>
                <p:nvPr/>
              </p:nvGrpSpPr>
              <p:grpSpPr>
                <a:xfrm>
                  <a:off x="0" y="0"/>
                  <a:ext cx="1495113" cy="943553"/>
                  <a:chOff x="0" y="0"/>
                  <a:chExt cx="1495113" cy="943553"/>
                </a:xfrm>
              </p:grpSpPr>
              <p:grpSp>
                <p:nvGrpSpPr>
                  <p:cNvPr id="16686" name="组合 133"/>
                  <p:cNvGrpSpPr/>
                  <p:nvPr/>
                </p:nvGrpSpPr>
                <p:grpSpPr>
                  <a:xfrm>
                    <a:off x="0" y="0"/>
                    <a:ext cx="1495113" cy="943553"/>
                    <a:chOff x="0" y="0"/>
                    <a:chExt cx="1495113" cy="943553"/>
                  </a:xfrm>
                </p:grpSpPr>
                <p:grpSp>
                  <p:nvGrpSpPr>
                    <p:cNvPr id="16687" name="组合 31"/>
                    <p:cNvGrpSpPr/>
                    <p:nvPr/>
                  </p:nvGrpSpPr>
                  <p:grpSpPr>
                    <a:xfrm>
                      <a:off x="0" y="0"/>
                      <a:ext cx="1495113" cy="943553"/>
                      <a:chOff x="0" y="0"/>
                      <a:chExt cx="1495113" cy="943553"/>
                    </a:xfrm>
                  </p:grpSpPr>
                  <p:grpSp>
                    <p:nvGrpSpPr>
                      <p:cNvPr id="16688" name="椭圆 259"/>
                      <p:cNvGrpSpPr/>
                      <p:nvPr/>
                    </p:nvGrpSpPr>
                    <p:grpSpPr>
                      <a:xfrm>
                        <a:off x="-30252" y="-27598"/>
                        <a:ext cx="256251" cy="280284"/>
                        <a:chOff x="0" y="0"/>
                        <a:chExt cx="256032" cy="280416"/>
                      </a:xfrm>
                    </p:grpSpPr>
                    <p:pic>
                      <p:nvPicPr>
                        <p:cNvPr id="16689" name="椭圆 259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56032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690" name="文本框 11570"/>
                        <p:cNvSpPr txBox="1"/>
                        <p:nvPr/>
                      </p:nvSpPr>
                      <p:spPr>
                        <a:xfrm>
                          <a:off x="59339" y="6035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6691" name="椭圆 260"/>
                      <p:cNvGrpSpPr/>
                      <p:nvPr/>
                    </p:nvGrpSpPr>
                    <p:grpSpPr>
                      <a:xfrm>
                        <a:off x="-30252" y="691392"/>
                        <a:ext cx="256251" cy="280284"/>
                        <a:chOff x="0" y="0"/>
                        <a:chExt cx="256032" cy="280416"/>
                      </a:xfrm>
                    </p:grpSpPr>
                    <p:pic>
                      <p:nvPicPr>
                        <p:cNvPr id="16692" name="椭圆 26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56032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693" name="文本框 11573"/>
                        <p:cNvSpPr txBox="1"/>
                        <p:nvPr/>
                      </p:nvSpPr>
                      <p:spPr>
                        <a:xfrm>
                          <a:off x="59339" y="6144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6694" name="椭圆 261"/>
                      <p:cNvGrpSpPr/>
                      <p:nvPr/>
                    </p:nvGrpSpPr>
                    <p:grpSpPr>
                      <a:xfrm>
                        <a:off x="616476" y="-27598"/>
                        <a:ext cx="262352" cy="280284"/>
                        <a:chOff x="0" y="0"/>
                        <a:chExt cx="262128" cy="280416"/>
                      </a:xfrm>
                    </p:grpSpPr>
                    <p:pic>
                      <p:nvPicPr>
                        <p:cNvPr id="16695" name="椭圆 26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62128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696" name="文本框 11576"/>
                        <p:cNvSpPr txBox="1"/>
                        <p:nvPr/>
                      </p:nvSpPr>
                      <p:spPr>
                        <a:xfrm>
                          <a:off x="60682" y="6035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6697" name="椭圆 262"/>
                      <p:cNvGrpSpPr/>
                      <p:nvPr/>
                    </p:nvGrpSpPr>
                    <p:grpSpPr>
                      <a:xfrm>
                        <a:off x="616476" y="691392"/>
                        <a:ext cx="262352" cy="280284"/>
                        <a:chOff x="0" y="0"/>
                        <a:chExt cx="262128" cy="280416"/>
                      </a:xfrm>
                    </p:grpSpPr>
                    <p:pic>
                      <p:nvPicPr>
                        <p:cNvPr id="16698" name="椭圆 26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62128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699" name="文本框 11579"/>
                        <p:cNvSpPr txBox="1"/>
                        <p:nvPr/>
                      </p:nvSpPr>
                      <p:spPr>
                        <a:xfrm>
                          <a:off x="60682" y="6144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6700" name="椭圆 263"/>
                      <p:cNvGrpSpPr/>
                      <p:nvPr/>
                    </p:nvGrpSpPr>
                    <p:grpSpPr>
                      <a:xfrm>
                        <a:off x="1269304" y="-27598"/>
                        <a:ext cx="256251" cy="280284"/>
                        <a:chOff x="0" y="0"/>
                        <a:chExt cx="256032" cy="280416"/>
                      </a:xfrm>
                    </p:grpSpPr>
                    <p:pic>
                      <p:nvPicPr>
                        <p:cNvPr id="16701" name="椭圆 263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56032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702" name="文本框 11582"/>
                        <p:cNvSpPr txBox="1"/>
                        <p:nvPr/>
                      </p:nvSpPr>
                      <p:spPr>
                        <a:xfrm>
                          <a:off x="55930" y="6035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6703" name="椭圆 264"/>
                      <p:cNvGrpSpPr/>
                      <p:nvPr/>
                    </p:nvGrpSpPr>
                    <p:grpSpPr>
                      <a:xfrm>
                        <a:off x="1269304" y="691392"/>
                        <a:ext cx="256251" cy="280284"/>
                        <a:chOff x="0" y="0"/>
                        <a:chExt cx="256032" cy="280416"/>
                      </a:xfrm>
                    </p:grpSpPr>
                    <p:pic>
                      <p:nvPicPr>
                        <p:cNvPr id="16704" name="椭圆 26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56032" cy="280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  <p:sp>
                      <p:nvSpPr>
                        <p:cNvPr id="16705" name="文本框 11585"/>
                        <p:cNvSpPr txBox="1"/>
                        <p:nvPr/>
                      </p:nvSpPr>
                      <p:spPr>
                        <a:xfrm>
                          <a:off x="55930" y="61443"/>
                          <a:ext cx="140573" cy="158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 anchorCtr="0"/>
                        <a:p>
                          <a:pPr>
                            <a:buClrTx/>
                            <a:buFont typeface="Arial" panose="020B0604020202020204" pitchFamily="34" charset="0"/>
                          </a:pPr>
                          <a:endParaRPr lang="zh-CN" altLang="en-US" dirty="0">
                            <a:latin typeface="Tahoma" panose="020B0604030504040204" pitchFamily="34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cxnSp>
                    <p:nvCxnSpPr>
                      <p:cNvPr id="16706" name="直接连接符 265"/>
                      <p:cNvCxnSpPr/>
                      <p:nvPr/>
                    </p:nvCxnSpPr>
                    <p:spPr>
                      <a:xfrm rot="5400000">
                        <a:off x="-209021" y="471769"/>
                        <a:ext cx="562061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07" name="直接连接符 266"/>
                      <p:cNvCxnSpPr/>
                      <p:nvPr/>
                    </p:nvCxnSpPr>
                    <p:spPr>
                      <a:xfrm rot="5400000">
                        <a:off x="499248" y="471769"/>
                        <a:ext cx="496607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08" name="直接连接符 267"/>
                      <p:cNvCxnSpPr/>
                      <p:nvPr/>
                    </p:nvCxnSpPr>
                    <p:spPr>
                      <a:xfrm rot="5400000">
                        <a:off x="1147320" y="471769"/>
                        <a:ext cx="496607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09" name="直接连接符 268"/>
                      <p:cNvCxnSpPr/>
                      <p:nvPr/>
                    </p:nvCxnSpPr>
                    <p:spPr>
                      <a:xfrm rot="-5400000" flipH="1">
                        <a:off x="142484" y="218080"/>
                        <a:ext cx="562061" cy="507379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10" name="直接连接符 269"/>
                      <p:cNvCxnSpPr/>
                      <p:nvPr/>
                    </p:nvCxnSpPr>
                    <p:spPr>
                      <a:xfrm>
                        <a:off x="198969" y="111737"/>
                        <a:ext cx="1126313" cy="64107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11" name="直接连接符 270"/>
                      <p:cNvCxnSpPr/>
                      <p:nvPr/>
                    </p:nvCxnSpPr>
                    <p:spPr>
                      <a:xfrm rot="5400000" flipH="1" flipV="1">
                        <a:off x="142484" y="218082"/>
                        <a:ext cx="562061" cy="507379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12" name="直接连接符 271"/>
                      <p:cNvCxnSpPr/>
                      <p:nvPr/>
                    </p:nvCxnSpPr>
                    <p:spPr>
                      <a:xfrm rot="-5400000" flipH="1">
                        <a:off x="842099" y="166550"/>
                        <a:ext cx="529334" cy="577726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13" name="直接连接符 272"/>
                      <p:cNvCxnSpPr/>
                      <p:nvPr/>
                    </p:nvCxnSpPr>
                    <p:spPr>
                      <a:xfrm rot="5400000" flipH="1" flipV="1">
                        <a:off x="466520" y="-105954"/>
                        <a:ext cx="562061" cy="115545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16714" name="直接连接符 273"/>
                      <p:cNvCxnSpPr/>
                      <p:nvPr/>
                    </p:nvCxnSpPr>
                    <p:spPr>
                      <a:xfrm rot="5400000" flipH="1" flipV="1">
                        <a:off x="790556" y="218082"/>
                        <a:ext cx="562061" cy="507379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</p:grpSp>
                <p:cxnSp>
                  <p:nvCxnSpPr>
                    <p:cNvPr id="16715" name="直接连接符 257"/>
                    <p:cNvCxnSpPr/>
                    <p:nvPr/>
                  </p:nvCxnSpPr>
                  <p:spPr>
                    <a:xfrm>
                      <a:off x="198969" y="72008"/>
                      <a:ext cx="43204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716" name="直接连接符 258"/>
                    <p:cNvCxnSpPr/>
                    <p:nvPr/>
                  </p:nvCxnSpPr>
                  <p:spPr>
                    <a:xfrm>
                      <a:off x="847041" y="72008"/>
                      <a:ext cx="432048" cy="0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6717" name="直接连接符 255"/>
                  <p:cNvCxnSpPr/>
                  <p:nvPr/>
                </p:nvCxnSpPr>
                <p:spPr>
                  <a:xfrm>
                    <a:off x="216024" y="864096"/>
                    <a:ext cx="432048" cy="0"/>
                  </a:xfrm>
                  <a:prstGeom prst="line">
                    <a:avLst/>
                  </a:prstGeom>
                  <a:ln w="28575" cap="flat" cmpd="sng">
                    <a:solidFill>
                      <a:srgbClr val="FF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6718" name="直接连接符 253"/>
                <p:cNvCxnSpPr/>
                <p:nvPr/>
              </p:nvCxnSpPr>
              <p:spPr>
                <a:xfrm>
                  <a:off x="864096" y="864096"/>
                  <a:ext cx="432048" cy="0"/>
                </a:xfrm>
                <a:prstGeom prst="line">
                  <a:avLst/>
                </a:prstGeom>
                <a:ln w="28575" cap="flat" cmpd="sng">
                  <a:solidFill>
                    <a:srgbClr val="FF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719" name="任意多边形 251"/>
              <p:cNvSpPr/>
              <p:nvPr/>
            </p:nvSpPr>
            <p:spPr>
              <a:xfrm>
                <a:off x="123439" y="0"/>
                <a:ext cx="1248228" cy="215296"/>
              </a:xfrm>
              <a:custGeom>
                <a:avLst/>
                <a:gdLst/>
                <a:ahLst/>
                <a:cxnLst>
                  <a:cxn ang="0">
                    <a:pos x="0" y="215296"/>
                  </a:cxn>
                  <a:cxn ang="0">
                    <a:pos x="362857" y="26610"/>
                  </a:cxn>
                  <a:cxn ang="0">
                    <a:pos x="812800" y="55639"/>
                  </a:cxn>
                  <a:cxn ang="0">
                    <a:pos x="1248228" y="215296"/>
                  </a:cxn>
                </a:cxnLst>
                <a:pathLst>
                  <a:path w="1248228" h="215296">
                    <a:moveTo>
                      <a:pt x="0" y="215296"/>
                    </a:moveTo>
                    <a:cubicBezTo>
                      <a:pt x="113695" y="134258"/>
                      <a:pt x="227390" y="53220"/>
                      <a:pt x="362857" y="26610"/>
                    </a:cubicBezTo>
                    <a:cubicBezTo>
                      <a:pt x="498324" y="0"/>
                      <a:pt x="665238" y="24191"/>
                      <a:pt x="812800" y="55639"/>
                    </a:cubicBezTo>
                    <a:cubicBezTo>
                      <a:pt x="960362" y="87087"/>
                      <a:pt x="1104295" y="151191"/>
                      <a:pt x="1248228" y="215296"/>
                    </a:cubicBez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bevel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720" name="任意多边形 274"/>
            <p:cNvSpPr/>
            <p:nvPr/>
          </p:nvSpPr>
          <p:spPr>
            <a:xfrm>
              <a:off x="93982" y="1138627"/>
              <a:ext cx="1306285" cy="287867"/>
            </a:xfrm>
            <a:custGeom>
              <a:avLst/>
              <a:gdLst/>
              <a:ahLst/>
              <a:cxnLst>
                <a:cxn ang="0">
                  <a:pos x="0" y="29029"/>
                </a:cxn>
                <a:cxn ang="0">
                  <a:pos x="537028" y="246743"/>
                </a:cxn>
                <a:cxn ang="0">
                  <a:pos x="1103085" y="246743"/>
                </a:cxn>
                <a:cxn ang="0">
                  <a:pos x="1306285" y="0"/>
                </a:cxn>
              </a:cxnLst>
              <a:pathLst>
                <a:path w="1306285" h="287867">
                  <a:moveTo>
                    <a:pt x="0" y="29029"/>
                  </a:moveTo>
                  <a:cubicBezTo>
                    <a:pt x="176590" y="119743"/>
                    <a:pt x="353181" y="210457"/>
                    <a:pt x="537028" y="246743"/>
                  </a:cubicBezTo>
                  <a:cubicBezTo>
                    <a:pt x="720875" y="283029"/>
                    <a:pt x="974876" y="287867"/>
                    <a:pt x="1103085" y="246743"/>
                  </a:cubicBezTo>
                  <a:cubicBezTo>
                    <a:pt x="1231295" y="205619"/>
                    <a:pt x="1268790" y="102809"/>
                    <a:pt x="1306285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3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p179, </a:t>
            </a:r>
            <a:r>
              <a:rPr lang="zh-CN" altLang="en-US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习题十一: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9</a:t>
            </a:r>
            <a:endParaRPr lang="en-US" altLang="zh-CN" dirty="0">
              <a:solidFill>
                <a:schemeClr val="hlink"/>
              </a:solidFill>
              <a:latin typeface="Tahoma" panose="020B060403050404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8436" name="文本框 2"/>
          <p:cNvSpPr txBox="1"/>
          <p:nvPr/>
        </p:nvSpPr>
        <p:spPr>
          <a:xfrm>
            <a:off x="1184275" y="298450"/>
            <a:ext cx="431482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buClrTx/>
              <a:buFont typeface="Arial" panose="020B0604020202020204" pitchFamily="34" charset="0"/>
            </a:pPr>
            <a:r>
              <a:rPr lang="zh-CN" altLang="en-US" sz="440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课后习题五：</a:t>
            </a:r>
            <a:endParaRPr lang="zh-CN" altLang="en-US" sz="4400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/>
        </p:nvSpPr>
        <p:spPr>
          <a:xfrm>
            <a:off x="539115" y="2132965"/>
            <a:ext cx="7772400" cy="1462088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bg2"/>
            </a:outerShdw>
          </a:effectLst>
        </p:spPr>
        <p:txBody>
          <a:bodyPr anchor="b" anchorCtr="0"/>
          <a:p>
            <a:pPr algn="ctr">
              <a:buClrTx/>
              <a:buFontTx/>
            </a:pPr>
            <a:r>
              <a:rPr lang="en-US" altLang="zh-CN" sz="4400" b="0" dirty="0">
                <a:latin typeface="Tahoma" panose="020B0604030504040204" pitchFamily="34" charset="0"/>
                <a:ea typeface="宋体" panose="02010600030101010101" pitchFamily="2" charset="-122"/>
              </a:rPr>
              <a:t>11.4   </a:t>
            </a:r>
            <a:r>
              <a:rPr lang="zh-CN" altLang="en-US" sz="4400" b="0" dirty="0">
                <a:latin typeface="Tahoma" panose="020B0604030504040204" pitchFamily="34" charset="0"/>
                <a:ea typeface="宋体" panose="02010600030101010101" pitchFamily="2" charset="-122"/>
              </a:rPr>
              <a:t>平面图的对偶图</a:t>
            </a:r>
            <a:endParaRPr lang="zh-CN" altLang="en-US" sz="4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对偶图</a:t>
            </a:r>
            <a:r>
              <a:rPr lang="en-US" altLang="zh-CN" dirty="0"/>
              <a:t>(dual graph)</a:t>
            </a:r>
            <a:endParaRPr lang="zh-CN" altLang="en-US" dirty="0"/>
          </a:p>
        </p:txBody>
      </p:sp>
      <p:sp>
        <p:nvSpPr>
          <p:cNvPr id="7170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对偶图的求法</a:t>
            </a:r>
            <a:r>
              <a:rPr lang="zh-CN" altLang="en-US" dirty="0"/>
              <a:t>：</a:t>
            </a:r>
            <a:endParaRPr lang="en-US" altLang="zh-CN" dirty="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/>
              <a:t>给定平面图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V,E</a:t>
            </a:r>
            <a:r>
              <a:rPr lang="en-US" altLang="zh-CN" dirty="0"/>
              <a:t>&gt;</a:t>
            </a:r>
            <a:r>
              <a:rPr lang="en-US" altLang="zh-CN" i="1" dirty="0"/>
              <a:t>, </a:t>
            </a:r>
            <a:r>
              <a:rPr lang="zh-CN" altLang="en-US" dirty="0"/>
              <a:t>具有面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R</a:t>
            </a:r>
            <a:r>
              <a:rPr lang="en-US" altLang="zh-CN" i="1" baseline="-25000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构造</a:t>
            </a:r>
            <a:r>
              <a:rPr lang="en-US" altLang="zh-CN" i="1" dirty="0"/>
              <a:t>G</a:t>
            </a:r>
            <a:r>
              <a:rPr lang="zh-CN" altLang="en-US" dirty="0"/>
              <a:t>的对偶图</a:t>
            </a:r>
            <a:r>
              <a:rPr lang="en-US" altLang="zh-CN" i="1" dirty="0"/>
              <a:t>G</a:t>
            </a:r>
            <a:r>
              <a:rPr lang="en-US" altLang="zh-CN" dirty="0"/>
              <a:t>*=&lt;</a:t>
            </a:r>
            <a:r>
              <a:rPr lang="en-US" altLang="zh-CN" i="1" dirty="0"/>
              <a:t>V</a:t>
            </a:r>
            <a:r>
              <a:rPr lang="en-US" altLang="zh-CN" dirty="0"/>
              <a:t>*,</a:t>
            </a:r>
            <a:r>
              <a:rPr lang="en-US" altLang="zh-CN" i="1" dirty="0"/>
              <a:t>E</a:t>
            </a:r>
            <a:r>
              <a:rPr lang="en-US" altLang="zh-CN" dirty="0"/>
              <a:t>*&gt;</a:t>
            </a:r>
            <a:r>
              <a:rPr lang="zh-CN" altLang="en-US" dirty="0"/>
              <a:t>如下：</a:t>
            </a:r>
            <a:endParaRPr lang="zh-CN" altLang="en-US" dirty="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的每一个面</a:t>
            </a:r>
            <a:r>
              <a:rPr lang="en-US" altLang="zh-CN" i="1" dirty="0"/>
              <a:t>R</a:t>
            </a:r>
            <a:r>
              <a:rPr lang="en-US" altLang="zh-CN" i="1" baseline="-30000" dirty="0"/>
              <a:t>i</a:t>
            </a:r>
            <a:r>
              <a:rPr lang="zh-CN" altLang="en-US" dirty="0"/>
              <a:t>中任取一个点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i="1" dirty="0"/>
              <a:t>*</a:t>
            </a:r>
            <a:r>
              <a:rPr lang="zh-CN" altLang="en-US" dirty="0"/>
              <a:t>作为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的顶点</a:t>
            </a:r>
            <a:r>
              <a:rPr lang="en-US" altLang="zh-CN" dirty="0"/>
              <a:t>,           </a:t>
            </a:r>
            <a:endParaRPr lang="en-US" altLang="zh-CN" dirty="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i="1" dirty="0"/>
              <a:t>           V</a:t>
            </a:r>
            <a:r>
              <a:rPr lang="en-US" altLang="zh-CN" dirty="0"/>
              <a:t>*= { 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i="1" dirty="0"/>
              <a:t>*| i</a:t>
            </a:r>
            <a:r>
              <a:rPr lang="en-US" altLang="zh-CN" dirty="0"/>
              <a:t>=1</a:t>
            </a:r>
            <a:r>
              <a:rPr lang="en-US" altLang="zh-CN" i="1" dirty="0"/>
              <a:t>,2,</a:t>
            </a:r>
            <a:r>
              <a:rPr lang="en-US" altLang="zh-CN" dirty="0"/>
              <a:t>…,</a:t>
            </a:r>
            <a:r>
              <a:rPr lang="en-US" altLang="zh-CN" i="1" dirty="0"/>
              <a:t>r </a:t>
            </a:r>
            <a:r>
              <a:rPr lang="en-US" altLang="zh-CN" dirty="0"/>
              <a:t>}.</a:t>
            </a:r>
            <a:endParaRPr lang="en-US" altLang="zh-CN" dirty="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对</a:t>
            </a:r>
            <a:r>
              <a:rPr lang="en-US" altLang="zh-CN" i="1" dirty="0"/>
              <a:t>G</a:t>
            </a:r>
            <a:r>
              <a:rPr lang="zh-CN" altLang="en-US" dirty="0"/>
              <a:t>每一条边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的面</a:t>
            </a:r>
            <a:r>
              <a:rPr lang="en-US" altLang="zh-CN" i="1" dirty="0"/>
              <a:t>R</a:t>
            </a:r>
            <a:r>
              <a:rPr lang="en-US" altLang="zh-CN" i="1" baseline="-30000" dirty="0"/>
              <a:t>i</a:t>
            </a:r>
            <a:r>
              <a:rPr lang="zh-CN" altLang="en-US" dirty="0"/>
              <a:t>与</a:t>
            </a:r>
            <a:r>
              <a:rPr lang="en-US" altLang="zh-CN" i="1" dirty="0"/>
              <a:t>R</a:t>
            </a:r>
            <a:r>
              <a:rPr lang="en-US" altLang="zh-CN" i="1" baseline="-30000" dirty="0"/>
              <a:t>j</a:t>
            </a:r>
            <a:r>
              <a:rPr lang="zh-CN" altLang="en-US" dirty="0"/>
              <a:t>的公共边界上</a:t>
            </a:r>
            <a:r>
              <a:rPr lang="en-US" altLang="zh-CN" dirty="0"/>
              <a:t>, </a:t>
            </a:r>
            <a:r>
              <a:rPr lang="zh-CN" altLang="en-US" dirty="0"/>
              <a:t>则作边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en-US" altLang="zh-CN" dirty="0"/>
              <a:t>*=(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*,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j</a:t>
            </a:r>
            <a:r>
              <a:rPr lang="en-US" altLang="zh-CN" dirty="0"/>
              <a:t>*), </a:t>
            </a:r>
            <a:r>
              <a:rPr lang="zh-CN" altLang="en-US" dirty="0"/>
              <a:t>且只与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zh-CN" altLang="en-US" dirty="0"/>
              <a:t>相交</a:t>
            </a:r>
            <a:r>
              <a:rPr lang="en-US" altLang="zh-CN" dirty="0"/>
              <a:t>; </a:t>
            </a:r>
            <a:endParaRPr lang="en-US" altLang="zh-CN" dirty="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zh-CN" altLang="en-US" dirty="0"/>
              <a:t>当且仅当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zh-CN" altLang="en-US" dirty="0"/>
              <a:t>只是一个面</a:t>
            </a:r>
            <a:r>
              <a:rPr lang="en-US" altLang="zh-CN" i="1" dirty="0"/>
              <a:t>R</a:t>
            </a:r>
            <a:r>
              <a:rPr lang="en-US" altLang="zh-CN" i="1" baseline="-30000" dirty="0"/>
              <a:t>i</a:t>
            </a:r>
            <a:r>
              <a:rPr lang="zh-CN" altLang="en-US" dirty="0"/>
              <a:t>的边界时</a:t>
            </a:r>
            <a:r>
              <a:rPr lang="en-US" altLang="zh-CN" dirty="0"/>
              <a:t>,</a:t>
            </a:r>
            <a:r>
              <a:rPr lang="zh-CN" altLang="en-US" dirty="0"/>
              <a:t>则作环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en-US" altLang="zh-CN" dirty="0"/>
              <a:t>*=(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*,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*)</a:t>
            </a:r>
            <a:r>
              <a:rPr lang="zh-CN" altLang="en-US" dirty="0"/>
              <a:t>并与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zh-CN" altLang="en-US" dirty="0"/>
              <a:t>相交</a:t>
            </a:r>
            <a:r>
              <a:rPr lang="en-US" altLang="zh-CN" dirty="0"/>
              <a:t>.  </a:t>
            </a:r>
            <a:r>
              <a:rPr lang="en-US" altLang="zh-CN" i="1" dirty="0"/>
              <a:t>E</a:t>
            </a:r>
            <a:r>
              <a:rPr lang="en-US" altLang="zh-CN" dirty="0"/>
              <a:t>*={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k</a:t>
            </a:r>
            <a:r>
              <a:rPr lang="en-US" altLang="zh-CN" dirty="0"/>
              <a:t>*| </a:t>
            </a:r>
            <a:r>
              <a:rPr lang="en-US" altLang="zh-CN" i="1" dirty="0"/>
              <a:t>k</a:t>
            </a:r>
            <a:r>
              <a:rPr lang="en-US" altLang="zh-CN" dirty="0"/>
              <a:t>=1,2, …,</a:t>
            </a:r>
            <a:r>
              <a:rPr lang="en-US" altLang="zh-CN" i="1" dirty="0"/>
              <a:t>m </a:t>
            </a:r>
            <a:r>
              <a:rPr lang="en-US" altLang="zh-CN" dirty="0"/>
              <a:t>}. </a:t>
            </a:r>
            <a:endParaRPr lang="en-US" altLang="zh-CN" dirty="0"/>
          </a:p>
        </p:txBody>
      </p:sp>
      <p:sp>
        <p:nvSpPr>
          <p:cNvPr id="7172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对偶图举例</a:t>
            </a:r>
            <a:endParaRPr lang="zh-CN" altLang="en-US" dirty="0"/>
          </a:p>
        </p:txBody>
      </p:sp>
      <p:sp>
        <p:nvSpPr>
          <p:cNvPr id="9218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chemeClr val="folHlink"/>
                </a:solidFill>
              </a:rPr>
              <a:t>求下图的对偶图</a:t>
            </a:r>
            <a:r>
              <a:rPr lang="en-US" altLang="zh-CN" dirty="0">
                <a:solidFill>
                  <a:schemeClr val="folHlink"/>
                </a:solidFill>
              </a:rPr>
              <a:t>.</a:t>
            </a:r>
            <a:endParaRPr lang="zh-CN" altLang="en-US" dirty="0"/>
          </a:p>
        </p:txBody>
      </p:sp>
      <p:sp>
        <p:nvSpPr>
          <p:cNvPr id="9220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5366" name="Picture 4" descr="图7-6"/>
          <p:cNvPicPr>
            <a:picLocks noChangeAspect="1"/>
          </p:cNvPicPr>
          <p:nvPr/>
        </p:nvPicPr>
        <p:blipFill>
          <a:blip r:embed="rId1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463" y="2667000"/>
            <a:ext cx="1990725" cy="23526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367" name="Group 5"/>
          <p:cNvGrpSpPr/>
          <p:nvPr/>
        </p:nvGrpSpPr>
        <p:grpSpPr>
          <a:xfrm>
            <a:off x="1679575" y="2362200"/>
            <a:ext cx="228600" cy="2133600"/>
            <a:chOff x="0" y="0"/>
            <a:chExt cx="144" cy="1344"/>
          </a:xfrm>
        </p:grpSpPr>
        <p:sp>
          <p:nvSpPr>
            <p:cNvPr id="9223" name="Oval 6"/>
            <p:cNvSpPr/>
            <p:nvPr/>
          </p:nvSpPr>
          <p:spPr>
            <a:xfrm>
              <a:off x="48" y="0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4" name="Oval 7"/>
            <p:cNvSpPr/>
            <p:nvPr/>
          </p:nvSpPr>
          <p:spPr>
            <a:xfrm>
              <a:off x="0" y="81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5" name="Oval 8"/>
            <p:cNvSpPr/>
            <p:nvPr/>
          </p:nvSpPr>
          <p:spPr>
            <a:xfrm>
              <a:off x="0" y="1248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71" name="Freeform 9"/>
          <p:cNvSpPr/>
          <p:nvPr/>
        </p:nvSpPr>
        <p:spPr>
          <a:xfrm>
            <a:off x="1284288" y="2438400"/>
            <a:ext cx="584200" cy="1295400"/>
          </a:xfrm>
          <a:custGeom>
            <a:avLst/>
            <a:gdLst/>
            <a:ahLst/>
            <a:cxnLst>
              <a:cxn ang="0">
                <a:pos x="1066530125" y="0"/>
              </a:cxn>
              <a:cxn ang="0">
                <a:pos x="266632531" y="682805677"/>
              </a:cxn>
              <a:cxn ang="0">
                <a:pos x="106653013" y="1638731602"/>
              </a:cxn>
              <a:cxn ang="0">
                <a:pos x="906550606" y="2147483646"/>
              </a:cxn>
            </a:cxnLst>
            <a:pathLst>
              <a:path w="320" h="768">
                <a:moveTo>
                  <a:pt x="320" y="0"/>
                </a:moveTo>
                <a:cubicBezTo>
                  <a:pt x="224" y="72"/>
                  <a:pt x="128" y="144"/>
                  <a:pt x="80" y="240"/>
                </a:cubicBezTo>
                <a:cubicBezTo>
                  <a:pt x="32" y="336"/>
                  <a:pt x="0" y="488"/>
                  <a:pt x="32" y="576"/>
                </a:cubicBezTo>
                <a:cubicBezTo>
                  <a:pt x="64" y="664"/>
                  <a:pt x="168" y="716"/>
                  <a:pt x="272" y="768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2" name="Freeform 10"/>
          <p:cNvSpPr/>
          <p:nvPr/>
        </p:nvSpPr>
        <p:spPr>
          <a:xfrm>
            <a:off x="1836738" y="2495550"/>
            <a:ext cx="317500" cy="1219200"/>
          </a:xfrm>
          <a:custGeom>
            <a:avLst/>
            <a:gdLst/>
            <a:ahLst/>
            <a:cxnLst>
              <a:cxn ang="0">
                <a:pos x="120967500" y="0"/>
              </a:cxn>
              <a:cxn ang="0">
                <a:pos x="483870000" y="963438933"/>
              </a:cxn>
              <a:cxn ang="0">
                <a:pos x="241935000" y="1789243733"/>
              </a:cxn>
              <a:cxn ang="0">
                <a:pos x="0" y="2064512000"/>
              </a:cxn>
            </a:cxnLst>
            <a:pathLst>
              <a:path w="200" h="720">
                <a:moveTo>
                  <a:pt x="48" y="0"/>
                </a:moveTo>
                <a:cubicBezTo>
                  <a:pt x="116" y="116"/>
                  <a:pt x="184" y="232"/>
                  <a:pt x="192" y="336"/>
                </a:cubicBezTo>
                <a:cubicBezTo>
                  <a:pt x="200" y="440"/>
                  <a:pt x="128" y="560"/>
                  <a:pt x="96" y="624"/>
                </a:cubicBezTo>
                <a:cubicBezTo>
                  <a:pt x="64" y="688"/>
                  <a:pt x="32" y="704"/>
                  <a:pt x="0" y="72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3" name="Line 11"/>
          <p:cNvSpPr/>
          <p:nvPr/>
        </p:nvSpPr>
        <p:spPr>
          <a:xfrm>
            <a:off x="1789113" y="3810000"/>
            <a:ext cx="0" cy="5334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5374" name="Freeform 12"/>
          <p:cNvSpPr/>
          <p:nvPr/>
        </p:nvSpPr>
        <p:spPr>
          <a:xfrm>
            <a:off x="1865313" y="2438400"/>
            <a:ext cx="1092200" cy="2044700"/>
          </a:xfrm>
          <a:custGeom>
            <a:avLst/>
            <a:gdLst/>
            <a:ahLst/>
            <a:cxnLst>
              <a:cxn ang="0">
                <a:pos x="120967500" y="0"/>
              </a:cxn>
              <a:cxn ang="0">
                <a:pos x="1330642500" y="1330642500"/>
              </a:cxn>
              <a:cxn ang="0">
                <a:pos x="1693545000" y="2147483646"/>
              </a:cxn>
              <a:cxn ang="0">
                <a:pos x="1088707500" y="2147483646"/>
              </a:cxn>
              <a:cxn ang="0">
                <a:pos x="0" y="2147483646"/>
              </a:cxn>
            </a:cxnLst>
            <a:pathLst>
              <a:path w="688" h="1288">
                <a:moveTo>
                  <a:pt x="48" y="0"/>
                </a:moveTo>
                <a:cubicBezTo>
                  <a:pt x="236" y="180"/>
                  <a:pt x="424" y="360"/>
                  <a:pt x="528" y="528"/>
                </a:cubicBezTo>
                <a:cubicBezTo>
                  <a:pt x="632" y="696"/>
                  <a:pt x="688" y="888"/>
                  <a:pt x="672" y="1008"/>
                </a:cubicBezTo>
                <a:cubicBezTo>
                  <a:pt x="656" y="1128"/>
                  <a:pt x="544" y="1208"/>
                  <a:pt x="432" y="1248"/>
                </a:cubicBezTo>
                <a:cubicBezTo>
                  <a:pt x="320" y="1288"/>
                  <a:pt x="160" y="1268"/>
                  <a:pt x="0" y="1248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5" name="Freeform 13"/>
          <p:cNvSpPr/>
          <p:nvPr/>
        </p:nvSpPr>
        <p:spPr>
          <a:xfrm>
            <a:off x="1298575" y="2381250"/>
            <a:ext cx="1905000" cy="2908300"/>
          </a:xfrm>
          <a:custGeom>
            <a:avLst/>
            <a:gdLst/>
            <a:ahLst/>
            <a:cxnLst>
              <a:cxn ang="0">
                <a:pos x="974860095" y="0"/>
              </a:cxn>
              <a:cxn ang="0">
                <a:pos x="2147483646" y="459477367"/>
              </a:cxn>
              <a:cxn ang="0">
                <a:pos x="2147483646" y="1837907920"/>
              </a:cxn>
              <a:cxn ang="0">
                <a:pos x="2147483646" y="2147483646"/>
              </a:cxn>
              <a:cxn ang="0">
                <a:pos x="1452341722" y="2147483646"/>
              </a:cxn>
              <a:cxn ang="0">
                <a:pos x="139265277" y="2147483646"/>
              </a:cxn>
              <a:cxn ang="0">
                <a:pos x="616748481" y="2147483646"/>
              </a:cxn>
            </a:cxnLst>
            <a:pathLst>
              <a:path w="1208" h="1880">
                <a:moveTo>
                  <a:pt x="392" y="0"/>
                </a:moveTo>
                <a:cubicBezTo>
                  <a:pt x="568" y="32"/>
                  <a:pt x="744" y="64"/>
                  <a:pt x="872" y="192"/>
                </a:cubicBezTo>
                <a:cubicBezTo>
                  <a:pt x="1000" y="320"/>
                  <a:pt x="1120" y="568"/>
                  <a:pt x="1160" y="768"/>
                </a:cubicBezTo>
                <a:cubicBezTo>
                  <a:pt x="1200" y="968"/>
                  <a:pt x="1208" y="1216"/>
                  <a:pt x="1112" y="1392"/>
                </a:cubicBezTo>
                <a:cubicBezTo>
                  <a:pt x="1016" y="1568"/>
                  <a:pt x="760" y="1768"/>
                  <a:pt x="584" y="1824"/>
                </a:cubicBezTo>
                <a:cubicBezTo>
                  <a:pt x="408" y="1880"/>
                  <a:pt x="112" y="1808"/>
                  <a:pt x="56" y="1728"/>
                </a:cubicBezTo>
                <a:cubicBezTo>
                  <a:pt x="0" y="1648"/>
                  <a:pt x="216" y="1408"/>
                  <a:pt x="248" y="1344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6" name="Freeform 14"/>
          <p:cNvSpPr/>
          <p:nvPr/>
        </p:nvSpPr>
        <p:spPr>
          <a:xfrm>
            <a:off x="398463" y="2260600"/>
            <a:ext cx="1498600" cy="850900"/>
          </a:xfrm>
          <a:custGeom>
            <a:avLst/>
            <a:gdLst/>
            <a:ahLst/>
            <a:cxnLst>
              <a:cxn ang="0">
                <a:pos x="2147483646" y="161290000"/>
              </a:cxn>
              <a:cxn ang="0">
                <a:pos x="967740000" y="40322500"/>
              </a:cxn>
              <a:cxn ang="0">
                <a:pos x="120967500" y="403225000"/>
              </a:cxn>
              <a:cxn ang="0">
                <a:pos x="241935000" y="1129030000"/>
              </a:cxn>
              <a:cxn ang="0">
                <a:pos x="1088707500" y="1249997500"/>
              </a:cxn>
              <a:cxn ang="0">
                <a:pos x="1451610000" y="524192500"/>
              </a:cxn>
              <a:cxn ang="0">
                <a:pos x="2147483646" y="161290000"/>
              </a:cxn>
            </a:cxnLst>
            <a:pathLst>
              <a:path w="944" h="536">
                <a:moveTo>
                  <a:pt x="912" y="64"/>
                </a:moveTo>
                <a:cubicBezTo>
                  <a:pt x="880" y="32"/>
                  <a:pt x="528" y="0"/>
                  <a:pt x="384" y="16"/>
                </a:cubicBezTo>
                <a:cubicBezTo>
                  <a:pt x="240" y="32"/>
                  <a:pt x="96" y="88"/>
                  <a:pt x="48" y="160"/>
                </a:cubicBezTo>
                <a:cubicBezTo>
                  <a:pt x="0" y="232"/>
                  <a:pt x="32" y="392"/>
                  <a:pt x="96" y="448"/>
                </a:cubicBezTo>
                <a:cubicBezTo>
                  <a:pt x="160" y="504"/>
                  <a:pt x="352" y="536"/>
                  <a:pt x="432" y="496"/>
                </a:cubicBezTo>
                <a:cubicBezTo>
                  <a:pt x="512" y="456"/>
                  <a:pt x="496" y="272"/>
                  <a:pt x="576" y="208"/>
                </a:cubicBezTo>
                <a:cubicBezTo>
                  <a:pt x="656" y="144"/>
                  <a:pt x="944" y="96"/>
                  <a:pt x="912" y="64"/>
                </a:cubicBezTo>
                <a:close/>
              </a:path>
            </a:pathLst>
          </a:custGeom>
          <a:noFill/>
          <a:ln w="38100" cap="flat" cmpd="sng">
            <a:solidFill>
              <a:schemeClr val="hlink"/>
            </a:solidFill>
            <a:prstDash val="dash"/>
            <a:bevel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5377" name="TextBox 1"/>
          <p:cNvSpPr txBox="1"/>
          <p:nvPr/>
        </p:nvSpPr>
        <p:spPr>
          <a:xfrm>
            <a:off x="3924300" y="2276475"/>
            <a:ext cx="5219700" cy="31921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 typeface="Arial" panose="020B0604020202020204" pitchFamily="34" charset="0"/>
            </a:pP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=|V(G)|,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=|E(G)|,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是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的面数。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ClrTx/>
              <a:buFont typeface="Arial" panose="020B0604020202020204" pitchFamily="34" charset="0"/>
            </a:pP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*=|V(G*)|,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*=|E(G*)|,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是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G*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的面数。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是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的连通分支数，则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ClrTx/>
              <a:buFont typeface="Arial" panose="020B0604020202020204" pitchFamily="34" charset="0"/>
            </a:pP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*=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*=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*=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-</a:t>
            </a:r>
            <a:r>
              <a:rPr lang="en-US" altLang="zh-CN" sz="2800" i="1" dirty="0">
                <a:latin typeface="Times New Roman" panose="02020603050405020304" charset="0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</a:rPr>
              <a:t>+1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对偶图的性质</a:t>
            </a:r>
            <a:endParaRPr lang="zh-CN" altLang="en-US" dirty="0"/>
          </a:p>
        </p:txBody>
      </p:sp>
      <p:sp>
        <p:nvSpPr>
          <p:cNvPr id="11266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pPr marL="457200" indent="-457200" algn="just">
              <a:buNone/>
            </a:pPr>
            <a:r>
              <a:rPr lang="en-US" altLang="zh-CN" dirty="0"/>
              <a:t>1.</a:t>
            </a:r>
            <a:r>
              <a:rPr lang="en-US" altLang="zh-CN" i="1" dirty="0"/>
              <a:t> </a:t>
            </a:r>
            <a:r>
              <a:rPr lang="zh-CN" altLang="en-US" dirty="0"/>
              <a:t>如果</a:t>
            </a:r>
            <a:r>
              <a:rPr lang="en-US" altLang="zh-CN" i="1" dirty="0"/>
              <a:t>G</a:t>
            </a:r>
            <a:r>
              <a:rPr lang="zh-CN" altLang="en-US" dirty="0"/>
              <a:t>是连通的，则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zh-CN" altLang="en-US" dirty="0"/>
              <a:t>互为对偶图</a:t>
            </a:r>
            <a:r>
              <a:rPr lang="en-US" altLang="zh-CN" dirty="0"/>
              <a:t>.</a:t>
            </a:r>
            <a:endParaRPr lang="zh-CN" altLang="en-US" dirty="0"/>
          </a:p>
          <a:p>
            <a:pPr marL="457200" indent="-457200" algn="just">
              <a:buSzTx/>
              <a:buNone/>
            </a:pPr>
            <a:r>
              <a:rPr lang="en-US" altLang="zh-CN" dirty="0"/>
              <a:t>2. 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平面图</a:t>
            </a:r>
            <a:r>
              <a:rPr lang="zh-CN" altLang="en-US" dirty="0"/>
              <a:t>，而且是平面嵌入</a:t>
            </a:r>
            <a:r>
              <a:rPr lang="en-US" altLang="zh-CN" dirty="0"/>
              <a:t>.</a:t>
            </a:r>
            <a:endParaRPr lang="en-US" altLang="zh-CN" dirty="0"/>
          </a:p>
          <a:p>
            <a:pPr marL="457200" indent="-457200" algn="just">
              <a:buSzTx/>
              <a:buNone/>
            </a:pPr>
            <a:r>
              <a:rPr lang="en-US" altLang="zh-CN" dirty="0"/>
              <a:t>3. 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连通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  <a:endParaRPr lang="zh-CN" altLang="en-US" dirty="0"/>
          </a:p>
          <a:p>
            <a:pPr marL="457200" indent="-457200" algn="just">
              <a:buSzTx/>
              <a:buNone/>
            </a:pPr>
            <a:r>
              <a:rPr lang="en-US" altLang="zh-CN" dirty="0"/>
              <a:t>4. </a:t>
            </a:r>
            <a:r>
              <a:rPr lang="zh-CN" altLang="en-US" dirty="0"/>
              <a:t>若边</a:t>
            </a:r>
            <a:r>
              <a:rPr lang="en-US" altLang="zh-CN" i="1" dirty="0"/>
              <a:t>e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环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与</a:t>
            </a:r>
            <a:r>
              <a:rPr lang="en-US" altLang="zh-CN" i="1" dirty="0"/>
              <a:t>e</a:t>
            </a:r>
            <a:r>
              <a:rPr lang="zh-CN" altLang="en-US" dirty="0"/>
              <a:t>对应的边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桥</a:t>
            </a:r>
            <a:r>
              <a:rPr lang="en-US" altLang="zh-CN" dirty="0"/>
              <a:t>; </a:t>
            </a:r>
            <a:r>
              <a:rPr lang="zh-CN" altLang="en-US" dirty="0"/>
              <a:t>若</a:t>
            </a:r>
            <a:r>
              <a:rPr lang="en-US" altLang="zh-CN" i="1" dirty="0"/>
              <a:t>e</a:t>
            </a:r>
            <a:r>
              <a:rPr lang="zh-CN" altLang="en-US" dirty="0"/>
              <a:t>为桥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中与</a:t>
            </a:r>
            <a:r>
              <a:rPr lang="en-US" altLang="zh-CN" i="1" dirty="0"/>
              <a:t>e</a:t>
            </a:r>
            <a:r>
              <a:rPr lang="zh-CN" altLang="en-US" dirty="0"/>
              <a:t>对应的边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zh-CN" altLang="en-US" dirty="0"/>
              <a:t>为环</a:t>
            </a:r>
            <a:r>
              <a:rPr lang="en-US" altLang="zh-CN" dirty="0"/>
              <a:t>.</a:t>
            </a:r>
            <a:endParaRPr lang="en-US" altLang="zh-CN" dirty="0"/>
          </a:p>
          <a:p>
            <a:pPr marL="457200" indent="-457200" algn="just">
              <a:buSzTx/>
              <a:buNone/>
            </a:pPr>
            <a:r>
              <a:rPr lang="en-US" altLang="zh-CN" dirty="0"/>
              <a:t>5. </a:t>
            </a:r>
            <a:r>
              <a:rPr lang="zh-CN" altLang="en-US" dirty="0"/>
              <a:t>在多数情况下</a:t>
            </a:r>
            <a:r>
              <a:rPr lang="en-US" altLang="zh-CN" dirty="0"/>
              <a:t>,</a:t>
            </a:r>
            <a:r>
              <a:rPr lang="en-US" altLang="zh-CN" i="1" dirty="0"/>
              <a:t>G</a:t>
            </a:r>
            <a:r>
              <a:rPr lang="en-US" altLang="zh-CN" dirty="0"/>
              <a:t>*</a:t>
            </a:r>
            <a:r>
              <a:rPr lang="zh-CN" altLang="en-US" dirty="0"/>
              <a:t>是多重图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457200" indent="-457200" algn="just">
              <a:buSzTx/>
              <a:buNone/>
            </a:pPr>
            <a:r>
              <a:rPr lang="en-US" altLang="zh-CN" dirty="0"/>
              <a:t>6. </a:t>
            </a:r>
            <a:r>
              <a:rPr lang="zh-CN" altLang="en-US" dirty="0">
                <a:solidFill>
                  <a:srgbClr val="FF0000"/>
                </a:solidFill>
              </a:rPr>
              <a:t>同构的平面图的对偶图不一定同构</a:t>
            </a:r>
            <a:r>
              <a:rPr lang="en-US" altLang="zh-CN" dirty="0"/>
              <a:t>.</a:t>
            </a:r>
            <a:endParaRPr lang="en-US" altLang="zh-CN" dirty="0"/>
          </a:p>
          <a:p>
            <a:pPr marL="457200" indent="-457200">
              <a:buSzTx/>
              <a:buNone/>
            </a:pPr>
            <a:endParaRPr lang="en-US" altLang="zh-CN" dirty="0"/>
          </a:p>
        </p:txBody>
      </p:sp>
      <p:sp>
        <p:nvSpPr>
          <p:cNvPr id="11268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</a:t>
            </a:r>
            <a:r>
              <a:rPr lang="en-US" altLang="zh-CN" dirty="0"/>
              <a:t>11:15</a:t>
            </a:r>
            <a:endParaRPr lang="zh-CN" altLang="en-US" dirty="0"/>
          </a:p>
        </p:txBody>
      </p:sp>
      <p:sp>
        <p:nvSpPr>
          <p:cNvPr id="12290" name="Rectangle 3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下面两个平面图是同构的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zh-CN" altLang="en-US" dirty="0">
                <a:solidFill>
                  <a:schemeClr val="folHlink"/>
                </a:solidFill>
              </a:rPr>
              <a:t>但它们的对偶图不同构</a:t>
            </a:r>
            <a:r>
              <a:rPr lang="en-US" altLang="zh-CN" dirty="0">
                <a:solidFill>
                  <a:schemeClr val="folHlink"/>
                </a:solidFill>
              </a:rPr>
              <a:t>. </a:t>
            </a:r>
            <a:endParaRPr lang="en-US" altLang="zh-CN" dirty="0">
              <a:solidFill>
                <a:schemeClr val="folHlink"/>
              </a:solidFill>
            </a:endParaRPr>
          </a:p>
        </p:txBody>
      </p:sp>
      <p:pic>
        <p:nvPicPr>
          <p:cNvPr id="18436" name="Picture 4" descr="17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89138"/>
            <a:ext cx="6770688" cy="345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Rectangle 5"/>
          <p:cNvSpPr/>
          <p:nvPr/>
        </p:nvSpPr>
        <p:spPr>
          <a:xfrm>
            <a:off x="250825" y="5516563"/>
            <a:ext cx="8261350" cy="938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Arial" panose="020B0604020202020204" pitchFamily="34" charset="0"/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因为左图的对偶图中最大度为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6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度，而右图的对偶图中最大度为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5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charset="0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charset="0"/>
              <a:ea typeface="黑体" panose="02010609060101010101" pitchFamily="49" charset="-122"/>
            </a:endParaRPr>
          </a:p>
        </p:txBody>
      </p:sp>
      <p:sp>
        <p:nvSpPr>
          <p:cNvPr id="11268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自对偶</a:t>
            </a:r>
            <a:r>
              <a:rPr lang="en-US" altLang="zh-CN" dirty="0"/>
              <a:t>(self-dual)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13314" name="内容占位符 2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自对偶图</a:t>
            </a:r>
            <a:r>
              <a:rPr lang="en-US" altLang="zh-CN" dirty="0"/>
              <a:t>: G≅G*.</a:t>
            </a:r>
            <a:r>
              <a:rPr lang="zh-CN" altLang="en-US" dirty="0"/>
              <a:t>（自对偶图显然是</a:t>
            </a:r>
            <a:r>
              <a:rPr lang="zh-CN" altLang="en-US" dirty="0">
                <a:solidFill>
                  <a:srgbClr val="FF0000"/>
                </a:solidFill>
              </a:rPr>
              <a:t>连通</a:t>
            </a:r>
            <a:r>
              <a:rPr lang="zh-CN" altLang="en-US" dirty="0"/>
              <a:t>的）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轮图</a:t>
            </a:r>
            <a:r>
              <a:rPr lang="en-US" altLang="zh-CN" dirty="0"/>
              <a:t>W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: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en-US" altLang="zh-CN" dirty="0"/>
              <a:t>-1(</a:t>
            </a:r>
            <a:r>
              <a:rPr lang="en-US" altLang="zh-CN" i="1" dirty="0"/>
              <a:t>n</a:t>
            </a:r>
            <a:r>
              <a:rPr lang="en-US" altLang="zh-CN" dirty="0"/>
              <a:t> ≥4)</a:t>
            </a:r>
            <a:r>
              <a:rPr lang="zh-CN" altLang="en-US" dirty="0"/>
              <a:t>边形</a:t>
            </a:r>
            <a:r>
              <a:rPr lang="en-US" altLang="zh-CN" dirty="0"/>
              <a:t>C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zh-CN" altLang="en-US" dirty="0"/>
              <a:t>内放置一个顶点，使其与</a:t>
            </a:r>
            <a:r>
              <a:rPr lang="en-US" altLang="zh-CN" dirty="0"/>
              <a:t>C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zh-CN" altLang="en-US" dirty="0"/>
              <a:t>上</a:t>
            </a:r>
            <a:r>
              <a:rPr lang="en-US" altLang="zh-CN" i="1" dirty="0"/>
              <a:t>n</a:t>
            </a:r>
            <a:r>
              <a:rPr lang="en-US" altLang="zh-CN" dirty="0"/>
              <a:t>-1</a:t>
            </a:r>
            <a:r>
              <a:rPr lang="zh-CN" altLang="en-US" dirty="0"/>
              <a:t>个顶点均相邻。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奇阶轮图</a:t>
            </a:r>
            <a:r>
              <a:rPr lang="en-US" altLang="zh-CN" dirty="0"/>
              <a:t>W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:</a:t>
            </a:r>
            <a:r>
              <a:rPr lang="en-US" altLang="zh-CN" i="1" dirty="0"/>
              <a:t>n</a:t>
            </a:r>
            <a:r>
              <a:rPr lang="zh-CN" altLang="en-US" dirty="0"/>
              <a:t>是奇数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偶阶轮图</a:t>
            </a:r>
            <a:r>
              <a:rPr lang="en-US" altLang="zh-CN" dirty="0"/>
              <a:t>W</a:t>
            </a:r>
            <a:r>
              <a:rPr lang="en-US" altLang="zh-CN" baseline="-25000" dirty="0"/>
              <a:t>n</a:t>
            </a:r>
            <a:r>
              <a:rPr lang="en-US" altLang="zh-CN" dirty="0"/>
              <a:t>:</a:t>
            </a:r>
            <a:r>
              <a:rPr lang="en-US" altLang="zh-CN" i="1" dirty="0"/>
              <a:t>n</a:t>
            </a:r>
            <a:r>
              <a:rPr lang="zh-CN" altLang="en-US" dirty="0"/>
              <a:t>是偶数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11.18: </a:t>
            </a:r>
            <a:r>
              <a:rPr lang="en-US" altLang="zh-CN" i="1" dirty="0"/>
              <a:t>n</a:t>
            </a:r>
            <a:r>
              <a:rPr lang="zh-CN" altLang="en-US" dirty="0"/>
              <a:t>≥</a:t>
            </a:r>
            <a:r>
              <a:rPr lang="en-US" altLang="zh-CN" dirty="0"/>
              <a:t>4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zh-CN" altLang="en-US" dirty="0"/>
              <a:t>轮图</a:t>
            </a:r>
            <a:r>
              <a:rPr lang="en-US" altLang="zh-CN" dirty="0"/>
              <a:t>W</a:t>
            </a:r>
            <a:r>
              <a:rPr lang="en-US" altLang="zh-CN" i="1" baseline="-25000" dirty="0"/>
              <a:t>n</a:t>
            </a:r>
            <a:r>
              <a:rPr lang="zh-CN" altLang="en-US" dirty="0"/>
              <a:t>是自对偶图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举例：</a:t>
            </a:r>
            <a:endParaRPr lang="zh-CN" altLang="en-US" dirty="0"/>
          </a:p>
        </p:txBody>
      </p:sp>
      <p:sp>
        <p:nvSpPr>
          <p:cNvPr id="13315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Clr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b="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61" name="组合 25"/>
          <p:cNvGrpSpPr/>
          <p:nvPr/>
        </p:nvGrpSpPr>
        <p:grpSpPr>
          <a:xfrm>
            <a:off x="684213" y="5084763"/>
            <a:ext cx="1584325" cy="1584325"/>
            <a:chOff x="0" y="0"/>
            <a:chExt cx="1584176" cy="1584176"/>
          </a:xfrm>
        </p:grpSpPr>
        <p:cxnSp>
          <p:nvCxnSpPr>
            <p:cNvPr id="13317" name="直接连接符 11"/>
            <p:cNvCxnSpPr/>
            <p:nvPr/>
          </p:nvCxnSpPr>
          <p:spPr>
            <a:xfrm flipV="1">
              <a:off x="216024" y="792088"/>
              <a:ext cx="1152128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18" name="直接连接符 13"/>
            <p:cNvCxnSpPr/>
            <p:nvPr/>
          </p:nvCxnSpPr>
          <p:spPr>
            <a:xfrm rot="-5400000" flipH="1">
              <a:off x="144016" y="756084"/>
              <a:ext cx="1152128" cy="72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319" name="椭圆 5"/>
            <p:cNvGrpSpPr/>
            <p:nvPr/>
          </p:nvGrpSpPr>
          <p:grpSpPr>
            <a:xfrm>
              <a:off x="-19747" y="700275"/>
              <a:ext cx="256008" cy="256008"/>
              <a:chOff x="0" y="0"/>
              <a:chExt cx="256032" cy="256032"/>
            </a:xfrm>
          </p:grpSpPr>
          <p:pic>
            <p:nvPicPr>
              <p:cNvPr id="13320" name="椭圆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21" name="文本框 19465"/>
              <p:cNvSpPr txBox="1"/>
              <p:nvPr/>
            </p:nvSpPr>
            <p:spPr>
              <a:xfrm>
                <a:off x="51388" y="51446"/>
                <a:ext cx="152766" cy="152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22" name="椭圆 6"/>
            <p:cNvGrpSpPr/>
            <p:nvPr/>
          </p:nvGrpSpPr>
          <p:grpSpPr>
            <a:xfrm>
              <a:off x="553223" y="-18985"/>
              <a:ext cx="262103" cy="256008"/>
              <a:chOff x="0" y="0"/>
              <a:chExt cx="262128" cy="256032"/>
            </a:xfrm>
          </p:grpSpPr>
          <p:pic>
            <p:nvPicPr>
              <p:cNvPr id="13323" name="椭圆 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24" name="文本框 19468"/>
              <p:cNvSpPr txBox="1"/>
              <p:nvPr/>
            </p:nvSpPr>
            <p:spPr>
              <a:xfrm>
                <a:off x="54482" y="50626"/>
                <a:ext cx="152766" cy="152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25" name="椭圆 7"/>
            <p:cNvGrpSpPr/>
            <p:nvPr/>
          </p:nvGrpSpPr>
          <p:grpSpPr>
            <a:xfrm>
              <a:off x="1345628" y="700275"/>
              <a:ext cx="262103" cy="256008"/>
              <a:chOff x="0" y="0"/>
              <a:chExt cx="262128" cy="256032"/>
            </a:xfrm>
          </p:grpSpPr>
          <p:pic>
            <p:nvPicPr>
              <p:cNvPr id="13326" name="椭圆 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27" name="文本框 19471"/>
              <p:cNvSpPr txBox="1"/>
              <p:nvPr/>
            </p:nvSpPr>
            <p:spPr>
              <a:xfrm>
                <a:off x="54165" y="51446"/>
                <a:ext cx="152766" cy="152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28" name="椭圆 8"/>
            <p:cNvGrpSpPr/>
            <p:nvPr/>
          </p:nvGrpSpPr>
          <p:grpSpPr>
            <a:xfrm>
              <a:off x="626368" y="1346390"/>
              <a:ext cx="262103" cy="262103"/>
              <a:chOff x="0" y="0"/>
              <a:chExt cx="262128" cy="262128"/>
            </a:xfrm>
          </p:grpSpPr>
          <p:pic>
            <p:nvPicPr>
              <p:cNvPr id="13329" name="椭圆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30" name="文本框 19474"/>
              <p:cNvSpPr txBox="1"/>
              <p:nvPr/>
            </p:nvSpPr>
            <p:spPr>
              <a:xfrm>
                <a:off x="53345" y="53403"/>
                <a:ext cx="152766" cy="152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31" name="椭圆 9"/>
            <p:cNvGrpSpPr/>
            <p:nvPr/>
          </p:nvGrpSpPr>
          <p:grpSpPr>
            <a:xfrm>
              <a:off x="626368" y="700275"/>
              <a:ext cx="262103" cy="256008"/>
              <a:chOff x="0" y="0"/>
              <a:chExt cx="262128" cy="256032"/>
            </a:xfrm>
          </p:grpSpPr>
          <p:pic>
            <p:nvPicPr>
              <p:cNvPr id="13332" name="椭圆 9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33" name="文本框 19477"/>
              <p:cNvSpPr txBox="1"/>
              <p:nvPr/>
            </p:nvSpPr>
            <p:spPr>
              <a:xfrm>
                <a:off x="53345" y="51446"/>
                <a:ext cx="152766" cy="152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34" name="直接连接符 15"/>
            <p:cNvCxnSpPr/>
            <p:nvPr/>
          </p:nvCxnSpPr>
          <p:spPr>
            <a:xfrm rot="5400000" flipH="1" flipV="1">
              <a:off x="90010" y="202390"/>
              <a:ext cx="535692" cy="499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5" name="直接连接符 17"/>
            <p:cNvCxnSpPr/>
            <p:nvPr/>
          </p:nvCxnSpPr>
          <p:spPr>
            <a:xfrm rot="-5400000" flipH="1">
              <a:off x="796456" y="148384"/>
              <a:ext cx="567328" cy="639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6" name="直接连接符 20"/>
            <p:cNvCxnSpPr/>
            <p:nvPr/>
          </p:nvCxnSpPr>
          <p:spPr>
            <a:xfrm rot="-5400000" flipH="1">
              <a:off x="108012" y="936104"/>
              <a:ext cx="540060" cy="5400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7" name="直接连接符 22"/>
            <p:cNvCxnSpPr/>
            <p:nvPr/>
          </p:nvCxnSpPr>
          <p:spPr>
            <a:xfrm rot="5400000" flipH="1" flipV="1">
              <a:off x="864096" y="904468"/>
              <a:ext cx="535692" cy="5356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483" name="组合 64"/>
          <p:cNvGrpSpPr/>
          <p:nvPr/>
        </p:nvGrpSpPr>
        <p:grpSpPr>
          <a:xfrm>
            <a:off x="2700338" y="4333875"/>
            <a:ext cx="2259012" cy="2408238"/>
            <a:chOff x="0" y="0"/>
            <a:chExt cx="2260217" cy="2406953"/>
          </a:xfrm>
        </p:grpSpPr>
        <p:grpSp>
          <p:nvGrpSpPr>
            <p:cNvPr id="13339" name="组合 26"/>
            <p:cNvGrpSpPr/>
            <p:nvPr/>
          </p:nvGrpSpPr>
          <p:grpSpPr>
            <a:xfrm>
              <a:off x="0" y="466230"/>
              <a:ext cx="1584176" cy="1584176"/>
              <a:chOff x="0" y="0"/>
              <a:chExt cx="1584176" cy="1584176"/>
            </a:xfrm>
          </p:grpSpPr>
          <p:cxnSp>
            <p:nvCxnSpPr>
              <p:cNvPr id="13340" name="直接连接符 27"/>
              <p:cNvCxnSpPr/>
              <p:nvPr/>
            </p:nvCxnSpPr>
            <p:spPr>
              <a:xfrm flipV="1">
                <a:off x="216024" y="792088"/>
                <a:ext cx="1152128" cy="360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41" name="直接连接符 28"/>
              <p:cNvCxnSpPr/>
              <p:nvPr/>
            </p:nvCxnSpPr>
            <p:spPr>
              <a:xfrm rot="-5400000" flipH="1">
                <a:off x="144016" y="756084"/>
                <a:ext cx="1152128" cy="720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342" name="椭圆 29"/>
              <p:cNvGrpSpPr/>
              <p:nvPr/>
            </p:nvGrpSpPr>
            <p:grpSpPr>
              <a:xfrm>
                <a:off x="-24207" y="697865"/>
                <a:ext cx="262268" cy="261988"/>
                <a:chOff x="0" y="0"/>
                <a:chExt cx="262128" cy="262128"/>
              </a:xfrm>
            </p:grpSpPr>
            <p:pic>
              <p:nvPicPr>
                <p:cNvPr id="13343" name="椭圆 29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0"/>
                  <a:ext cx="262128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3344" name="文本框 19488"/>
                <p:cNvSpPr txBox="1"/>
                <p:nvPr/>
              </p:nvSpPr>
              <p:spPr>
                <a:xfrm>
                  <a:off x="55813" y="53880"/>
                  <a:ext cx="152671" cy="152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345" name="椭圆 30"/>
              <p:cNvGrpSpPr/>
              <p:nvPr/>
            </p:nvGrpSpPr>
            <p:grpSpPr>
              <a:xfrm>
                <a:off x="555222" y="-21079"/>
                <a:ext cx="256169" cy="255895"/>
                <a:chOff x="0" y="0"/>
                <a:chExt cx="256032" cy="256032"/>
              </a:xfrm>
            </p:grpSpPr>
            <p:pic>
              <p:nvPicPr>
                <p:cNvPr id="13346" name="椭圆 30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0" y="0"/>
                  <a:ext cx="256032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3347" name="文本框 19491"/>
                <p:cNvSpPr txBox="1"/>
                <p:nvPr/>
              </p:nvSpPr>
              <p:spPr>
                <a:xfrm>
                  <a:off x="52450" y="52743"/>
                  <a:ext cx="152671" cy="152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348" name="椭圆 31"/>
              <p:cNvGrpSpPr/>
              <p:nvPr/>
            </p:nvGrpSpPr>
            <p:grpSpPr>
              <a:xfrm>
                <a:off x="1348125" y="697865"/>
                <a:ext cx="256169" cy="261988"/>
                <a:chOff x="0" y="0"/>
                <a:chExt cx="256032" cy="262128"/>
              </a:xfrm>
            </p:grpSpPr>
            <p:pic>
              <p:nvPicPr>
                <p:cNvPr id="13349" name="椭圆 31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3350" name="文本框 19494"/>
                <p:cNvSpPr txBox="1"/>
                <p:nvPr/>
              </p:nvSpPr>
              <p:spPr>
                <a:xfrm>
                  <a:off x="51635" y="53880"/>
                  <a:ext cx="152671" cy="152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351" name="椭圆 32"/>
              <p:cNvGrpSpPr/>
              <p:nvPr/>
            </p:nvGrpSpPr>
            <p:grpSpPr>
              <a:xfrm>
                <a:off x="628413" y="1343696"/>
                <a:ext cx="256169" cy="261988"/>
                <a:chOff x="0" y="0"/>
                <a:chExt cx="256032" cy="262128"/>
              </a:xfrm>
            </p:grpSpPr>
            <p:pic>
              <p:nvPicPr>
                <p:cNvPr id="13352" name="椭圆 32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3353" name="文本框 19497"/>
                <p:cNvSpPr txBox="1"/>
                <p:nvPr/>
              </p:nvSpPr>
              <p:spPr>
                <a:xfrm>
                  <a:off x="51267" y="56122"/>
                  <a:ext cx="152671" cy="152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354" name="椭圆 33"/>
              <p:cNvGrpSpPr/>
              <p:nvPr/>
            </p:nvGrpSpPr>
            <p:grpSpPr>
              <a:xfrm>
                <a:off x="628413" y="697865"/>
                <a:ext cx="256169" cy="261988"/>
                <a:chOff x="0" y="0"/>
                <a:chExt cx="256032" cy="262128"/>
              </a:xfrm>
            </p:grpSpPr>
            <p:pic>
              <p:nvPicPr>
                <p:cNvPr id="13355" name="椭圆 33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3356" name="文本框 19500"/>
                <p:cNvSpPr txBox="1"/>
                <p:nvPr/>
              </p:nvSpPr>
              <p:spPr>
                <a:xfrm>
                  <a:off x="51267" y="53880"/>
                  <a:ext cx="152671" cy="152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pPr>
                    <a:buClrTx/>
                    <a:buFont typeface="Arial" panose="020B0604020202020204" pitchFamily="34" charset="0"/>
                  </a:pPr>
                  <a:endParaRPr lang="zh-CN" altLang="en-US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13357" name="直接连接符 34"/>
              <p:cNvCxnSpPr/>
              <p:nvPr/>
            </p:nvCxnSpPr>
            <p:spPr>
              <a:xfrm rot="5400000" flipH="1" flipV="1">
                <a:off x="90010" y="202390"/>
                <a:ext cx="535692" cy="4996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58" name="直接连接符 35"/>
              <p:cNvCxnSpPr/>
              <p:nvPr/>
            </p:nvCxnSpPr>
            <p:spPr>
              <a:xfrm rot="-5400000" flipH="1">
                <a:off x="796456" y="148384"/>
                <a:ext cx="567328" cy="639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59" name="直接连接符 36"/>
              <p:cNvCxnSpPr/>
              <p:nvPr/>
            </p:nvCxnSpPr>
            <p:spPr>
              <a:xfrm rot="-5400000" flipH="1">
                <a:off x="108012" y="936104"/>
                <a:ext cx="540060" cy="54006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60" name="直接连接符 37"/>
              <p:cNvCxnSpPr/>
              <p:nvPr/>
            </p:nvCxnSpPr>
            <p:spPr>
              <a:xfrm rot="5400000" flipH="1" flipV="1">
                <a:off x="864096" y="904468"/>
                <a:ext cx="535692" cy="5356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361" name="椭圆 38"/>
            <p:cNvGrpSpPr/>
            <p:nvPr/>
          </p:nvGrpSpPr>
          <p:grpSpPr>
            <a:xfrm>
              <a:off x="335649" y="950849"/>
              <a:ext cx="262268" cy="255895"/>
              <a:chOff x="0" y="0"/>
              <a:chExt cx="262128" cy="256032"/>
            </a:xfrm>
          </p:grpSpPr>
          <p:pic>
            <p:nvPicPr>
              <p:cNvPr id="13362" name="椭圆 3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63" name="文本框 19507"/>
              <p:cNvSpPr txBox="1"/>
              <p:nvPr/>
            </p:nvSpPr>
            <p:spPr>
              <a:xfrm>
                <a:off x="55997" y="51100"/>
                <a:ext cx="152671" cy="1528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64" name="椭圆 39"/>
            <p:cNvGrpSpPr/>
            <p:nvPr/>
          </p:nvGrpSpPr>
          <p:grpSpPr>
            <a:xfrm>
              <a:off x="841887" y="950849"/>
              <a:ext cx="262268" cy="255895"/>
              <a:chOff x="0" y="0"/>
              <a:chExt cx="262128" cy="256032"/>
            </a:xfrm>
          </p:grpSpPr>
          <p:pic>
            <p:nvPicPr>
              <p:cNvPr id="13365" name="椭圆 3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66" name="文本框 19510"/>
              <p:cNvSpPr txBox="1"/>
              <p:nvPr/>
            </p:nvSpPr>
            <p:spPr>
              <a:xfrm>
                <a:off x="53816" y="51100"/>
                <a:ext cx="152671" cy="1528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67" name="椭圆 40"/>
            <p:cNvGrpSpPr/>
            <p:nvPr/>
          </p:nvGrpSpPr>
          <p:grpSpPr>
            <a:xfrm>
              <a:off x="335649" y="1450455"/>
              <a:ext cx="262268" cy="261988"/>
              <a:chOff x="0" y="0"/>
              <a:chExt cx="262128" cy="262128"/>
            </a:xfrm>
          </p:grpSpPr>
          <p:pic>
            <p:nvPicPr>
              <p:cNvPr id="13368" name="椭圆 4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69" name="文本框 19513"/>
              <p:cNvSpPr txBox="1"/>
              <p:nvPr/>
            </p:nvSpPr>
            <p:spPr>
              <a:xfrm>
                <a:off x="55997" y="55553"/>
                <a:ext cx="152671" cy="1528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70" name="椭圆 41"/>
            <p:cNvGrpSpPr/>
            <p:nvPr/>
          </p:nvGrpSpPr>
          <p:grpSpPr>
            <a:xfrm>
              <a:off x="841887" y="1450455"/>
              <a:ext cx="262268" cy="261988"/>
              <a:chOff x="0" y="0"/>
              <a:chExt cx="262128" cy="262128"/>
            </a:xfrm>
          </p:grpSpPr>
          <p:pic>
            <p:nvPicPr>
              <p:cNvPr id="13371" name="椭圆 4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72" name="文本框 19516"/>
              <p:cNvSpPr txBox="1"/>
              <p:nvPr/>
            </p:nvSpPr>
            <p:spPr>
              <a:xfrm>
                <a:off x="53816" y="55553"/>
                <a:ext cx="152671" cy="1528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73" name="椭圆 42"/>
            <p:cNvGrpSpPr/>
            <p:nvPr/>
          </p:nvGrpSpPr>
          <p:grpSpPr>
            <a:xfrm>
              <a:off x="1488408" y="445151"/>
              <a:ext cx="262268" cy="255895"/>
              <a:chOff x="0" y="0"/>
              <a:chExt cx="262128" cy="256032"/>
            </a:xfrm>
          </p:grpSpPr>
          <p:pic>
            <p:nvPicPr>
              <p:cNvPr id="13374" name="椭圆 4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75" name="文本框 19519"/>
              <p:cNvSpPr txBox="1"/>
              <p:nvPr/>
            </p:nvSpPr>
            <p:spPr>
              <a:xfrm>
                <a:off x="55367" y="52743"/>
                <a:ext cx="152671" cy="1528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76" name="直接连接符 44"/>
            <p:cNvCxnSpPr/>
            <p:nvPr/>
          </p:nvCxnSpPr>
          <p:spPr>
            <a:xfrm>
              <a:off x="576064" y="1078298"/>
              <a:ext cx="28803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377" name="直接连接符 48"/>
            <p:cNvCxnSpPr/>
            <p:nvPr/>
          </p:nvCxnSpPr>
          <p:spPr>
            <a:xfrm>
              <a:off x="576064" y="1582354"/>
              <a:ext cx="28803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378" name="直接连接符 50"/>
            <p:cNvCxnSpPr/>
            <p:nvPr/>
          </p:nvCxnSpPr>
          <p:spPr>
            <a:xfrm rot="5400000">
              <a:off x="324036" y="1330326"/>
              <a:ext cx="28803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379" name="直接连接符 52"/>
            <p:cNvCxnSpPr/>
            <p:nvPr/>
          </p:nvCxnSpPr>
          <p:spPr>
            <a:xfrm rot="5400000">
              <a:off x="828092" y="1330326"/>
              <a:ext cx="28803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3380" name="任意多边形 56"/>
            <p:cNvSpPr/>
            <p:nvPr/>
          </p:nvSpPr>
          <p:spPr>
            <a:xfrm>
              <a:off x="199189" y="0"/>
              <a:ext cx="1415142" cy="984552"/>
            </a:xfrm>
            <a:custGeom>
              <a:avLst/>
              <a:gdLst/>
              <a:ahLst/>
              <a:cxnLst>
                <a:cxn ang="0">
                  <a:pos x="181428" y="984552"/>
                </a:cxn>
                <a:cxn ang="0">
                  <a:pos x="7257" y="578152"/>
                </a:cxn>
                <a:cxn ang="0">
                  <a:pos x="224971" y="84667"/>
                </a:cxn>
                <a:cxn ang="0">
                  <a:pos x="950685" y="70152"/>
                </a:cxn>
                <a:cxn ang="0">
                  <a:pos x="1415142" y="462038"/>
                </a:cxn>
              </a:cxnLst>
              <a:pathLst>
                <a:path w="1415142" h="984552">
                  <a:moveTo>
                    <a:pt x="181428" y="984552"/>
                  </a:moveTo>
                  <a:cubicBezTo>
                    <a:pt x="90714" y="856342"/>
                    <a:pt x="0" y="728133"/>
                    <a:pt x="7257" y="578152"/>
                  </a:cubicBezTo>
                  <a:cubicBezTo>
                    <a:pt x="14514" y="428171"/>
                    <a:pt x="67733" y="169334"/>
                    <a:pt x="224971" y="84667"/>
                  </a:cubicBezTo>
                  <a:cubicBezTo>
                    <a:pt x="382209" y="0"/>
                    <a:pt x="752323" y="7257"/>
                    <a:pt x="950685" y="70152"/>
                  </a:cubicBezTo>
                  <a:cubicBezTo>
                    <a:pt x="1149047" y="133047"/>
                    <a:pt x="1282094" y="297542"/>
                    <a:pt x="1415142" y="462038"/>
                  </a:cubicBezTo>
                </a:path>
              </a:pathLst>
            </a:custGeom>
            <a:noFill/>
            <a:ln w="9525" cap="flat" cmpd="sng">
              <a:solidFill>
                <a:srgbClr val="FF00FF"/>
              </a:solidFill>
              <a:prstDash val="dash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13381" name="直接连接符 58"/>
            <p:cNvCxnSpPr/>
            <p:nvPr/>
          </p:nvCxnSpPr>
          <p:spPr>
            <a:xfrm flipV="1">
              <a:off x="1039748" y="650618"/>
              <a:ext cx="504056" cy="340596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3382" name="任意多边形 62"/>
            <p:cNvSpPr/>
            <p:nvPr/>
          </p:nvSpPr>
          <p:spPr>
            <a:xfrm>
              <a:off x="1048274" y="621695"/>
              <a:ext cx="851505" cy="1207105"/>
            </a:xfrm>
            <a:custGeom>
              <a:avLst/>
              <a:gdLst/>
              <a:ahLst/>
              <a:cxnLst>
                <a:cxn ang="0">
                  <a:pos x="0" y="1030514"/>
                </a:cxn>
                <a:cxn ang="0">
                  <a:pos x="391886" y="1190172"/>
                </a:cxn>
                <a:cxn ang="0">
                  <a:pos x="754743" y="928914"/>
                </a:cxn>
                <a:cxn ang="0">
                  <a:pos x="827315" y="508000"/>
                </a:cxn>
                <a:cxn ang="0">
                  <a:pos x="609600" y="0"/>
                </a:cxn>
              </a:cxnLst>
              <a:pathLst>
                <a:path w="851505" h="1207105">
                  <a:moveTo>
                    <a:pt x="0" y="1030514"/>
                  </a:moveTo>
                  <a:cubicBezTo>
                    <a:pt x="133048" y="1118809"/>
                    <a:pt x="266096" y="1207105"/>
                    <a:pt x="391886" y="1190172"/>
                  </a:cubicBezTo>
                  <a:cubicBezTo>
                    <a:pt x="517676" y="1173239"/>
                    <a:pt x="682172" y="1042609"/>
                    <a:pt x="754743" y="928914"/>
                  </a:cubicBezTo>
                  <a:cubicBezTo>
                    <a:pt x="827315" y="815219"/>
                    <a:pt x="851505" y="662819"/>
                    <a:pt x="827315" y="508000"/>
                  </a:cubicBezTo>
                  <a:cubicBezTo>
                    <a:pt x="803125" y="353181"/>
                    <a:pt x="706362" y="176590"/>
                    <a:pt x="609600" y="0"/>
                  </a:cubicBezTo>
                </a:path>
              </a:pathLst>
            </a:custGeom>
            <a:noFill/>
            <a:ln w="9525" cap="flat" cmpd="sng">
              <a:solidFill>
                <a:srgbClr val="FF00FF"/>
              </a:solidFill>
              <a:prstDash val="dash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83" name="任意多边形 63"/>
            <p:cNvSpPr/>
            <p:nvPr/>
          </p:nvSpPr>
          <p:spPr>
            <a:xfrm>
              <a:off x="288693" y="607181"/>
              <a:ext cx="1971524" cy="1799772"/>
            </a:xfrm>
            <a:custGeom>
              <a:avLst/>
              <a:gdLst/>
              <a:ahLst/>
              <a:cxnLst>
                <a:cxn ang="0">
                  <a:pos x="135467" y="1045028"/>
                </a:cxn>
                <a:cxn ang="0">
                  <a:pos x="77410" y="1567543"/>
                </a:cxn>
                <a:cxn ang="0">
                  <a:pos x="599924" y="1770743"/>
                </a:cxn>
                <a:cxn ang="0">
                  <a:pos x="1528838" y="1393371"/>
                </a:cxn>
                <a:cxn ang="0">
                  <a:pos x="1949753" y="740228"/>
                </a:cxn>
                <a:cxn ang="0">
                  <a:pos x="1398210" y="0"/>
                </a:cxn>
              </a:cxnLst>
              <a:pathLst>
                <a:path w="1971524" h="1799772">
                  <a:moveTo>
                    <a:pt x="135467" y="1045028"/>
                  </a:moveTo>
                  <a:cubicBezTo>
                    <a:pt x="67733" y="1245809"/>
                    <a:pt x="0" y="1446590"/>
                    <a:pt x="77410" y="1567543"/>
                  </a:cubicBezTo>
                  <a:cubicBezTo>
                    <a:pt x="154820" y="1688496"/>
                    <a:pt x="358019" y="1799772"/>
                    <a:pt x="599924" y="1770743"/>
                  </a:cubicBezTo>
                  <a:cubicBezTo>
                    <a:pt x="841829" y="1741714"/>
                    <a:pt x="1303867" y="1565123"/>
                    <a:pt x="1528838" y="1393371"/>
                  </a:cubicBezTo>
                  <a:cubicBezTo>
                    <a:pt x="1753809" y="1221619"/>
                    <a:pt x="1971524" y="972456"/>
                    <a:pt x="1949753" y="740228"/>
                  </a:cubicBezTo>
                  <a:cubicBezTo>
                    <a:pt x="1927982" y="508000"/>
                    <a:pt x="1663096" y="254000"/>
                    <a:pt x="1398210" y="0"/>
                  </a:cubicBezTo>
                </a:path>
              </a:pathLst>
            </a:custGeom>
            <a:noFill/>
            <a:ln w="9525" cap="flat" cmpd="sng">
              <a:solidFill>
                <a:srgbClr val="FF00FF"/>
              </a:solidFill>
              <a:prstDash val="dash"/>
              <a:bevel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9529" name="组合 86"/>
          <p:cNvGrpSpPr/>
          <p:nvPr/>
        </p:nvGrpSpPr>
        <p:grpSpPr>
          <a:xfrm>
            <a:off x="6516688" y="4500563"/>
            <a:ext cx="576262" cy="1655762"/>
            <a:chOff x="0" y="0"/>
            <a:chExt cx="576064" cy="1656184"/>
          </a:xfrm>
        </p:grpSpPr>
        <p:sp>
          <p:nvSpPr>
            <p:cNvPr id="13385" name="椭圆 70"/>
            <p:cNvSpPr/>
            <p:nvPr/>
          </p:nvSpPr>
          <p:spPr>
            <a:xfrm>
              <a:off x="0" y="0"/>
              <a:ext cx="576064" cy="57606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386" name="椭圆 65"/>
            <p:cNvGrpSpPr/>
            <p:nvPr/>
          </p:nvGrpSpPr>
          <p:grpSpPr>
            <a:xfrm>
              <a:off x="121814" y="479991"/>
              <a:ext cx="262038" cy="262195"/>
              <a:chOff x="0" y="0"/>
              <a:chExt cx="262128" cy="262128"/>
            </a:xfrm>
          </p:grpSpPr>
          <p:pic>
            <p:nvPicPr>
              <p:cNvPr id="13387" name="椭圆 6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88" name="文本框 19532"/>
              <p:cNvSpPr txBox="1"/>
              <p:nvPr/>
            </p:nvSpPr>
            <p:spPr>
              <a:xfrm>
                <a:off x="53857" y="55687"/>
                <a:ext cx="15280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89" name="椭圆 66"/>
            <p:cNvGrpSpPr/>
            <p:nvPr/>
          </p:nvGrpSpPr>
          <p:grpSpPr>
            <a:xfrm>
              <a:off x="121814" y="1419015"/>
              <a:ext cx="262038" cy="256097"/>
              <a:chOff x="0" y="0"/>
              <a:chExt cx="262128" cy="256032"/>
            </a:xfrm>
          </p:grpSpPr>
          <p:pic>
            <p:nvPicPr>
              <p:cNvPr id="13390" name="椭圆 6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91" name="文本框 19535"/>
              <p:cNvSpPr txBox="1"/>
              <p:nvPr/>
            </p:nvSpPr>
            <p:spPr>
              <a:xfrm>
                <a:off x="53857" y="52768"/>
                <a:ext cx="15280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392" name="直接连接符 68"/>
            <p:cNvCxnSpPr/>
            <p:nvPr/>
          </p:nvCxnSpPr>
          <p:spPr>
            <a:xfrm rot="5400000">
              <a:off x="-108012" y="1080120"/>
              <a:ext cx="720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38" name="组合 62"/>
          <p:cNvGrpSpPr/>
          <p:nvPr/>
        </p:nvGrpSpPr>
        <p:grpSpPr>
          <a:xfrm>
            <a:off x="7740650" y="3500438"/>
            <a:ext cx="935038" cy="2727325"/>
            <a:chOff x="0" y="0"/>
            <a:chExt cx="935038" cy="2727035"/>
          </a:xfrm>
        </p:grpSpPr>
        <p:sp>
          <p:nvSpPr>
            <p:cNvPr id="13394" name="椭圆 78"/>
            <p:cNvSpPr/>
            <p:nvPr/>
          </p:nvSpPr>
          <p:spPr>
            <a:xfrm>
              <a:off x="0" y="143892"/>
              <a:ext cx="935038" cy="1871663"/>
            </a:xfrm>
            <a:prstGeom prst="ellipse">
              <a:avLst/>
            </a:prstGeom>
            <a:noFill/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95" name="椭圆 79"/>
            <p:cNvSpPr/>
            <p:nvPr/>
          </p:nvSpPr>
          <p:spPr>
            <a:xfrm>
              <a:off x="188936" y="1071000"/>
              <a:ext cx="574675" cy="57626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396" name="椭圆 80"/>
            <p:cNvGrpSpPr/>
            <p:nvPr/>
          </p:nvGrpSpPr>
          <p:grpSpPr>
            <a:xfrm>
              <a:off x="312166" y="1552981"/>
              <a:ext cx="256032" cy="262100"/>
              <a:chOff x="0" y="0"/>
              <a:chExt cx="256032" cy="262128"/>
            </a:xfrm>
          </p:grpSpPr>
          <p:pic>
            <p:nvPicPr>
              <p:cNvPr id="13397" name="椭圆 8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98" name="文本框 19542"/>
              <p:cNvSpPr txBox="1"/>
              <p:nvPr/>
            </p:nvSpPr>
            <p:spPr>
              <a:xfrm>
                <a:off x="51677" y="53567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99" name="椭圆 81"/>
            <p:cNvGrpSpPr/>
            <p:nvPr/>
          </p:nvGrpSpPr>
          <p:grpSpPr>
            <a:xfrm>
              <a:off x="312166" y="2491665"/>
              <a:ext cx="256032" cy="256005"/>
              <a:chOff x="0" y="0"/>
              <a:chExt cx="256032" cy="256032"/>
            </a:xfrm>
          </p:grpSpPr>
          <p:pic>
            <p:nvPicPr>
              <p:cNvPr id="13400" name="椭圆 8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01" name="文本框 19545"/>
              <p:cNvSpPr txBox="1"/>
              <p:nvPr/>
            </p:nvSpPr>
            <p:spPr>
              <a:xfrm>
                <a:off x="51677" y="50987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02" name="直接连接符 82"/>
            <p:cNvCxnSpPr/>
            <p:nvPr/>
          </p:nvCxnSpPr>
          <p:spPr>
            <a:xfrm rot="5400000">
              <a:off x="79391" y="2150493"/>
              <a:ext cx="720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03" name="椭圆 83"/>
            <p:cNvGrpSpPr/>
            <p:nvPr/>
          </p:nvGrpSpPr>
          <p:grpSpPr>
            <a:xfrm>
              <a:off x="385318" y="1193355"/>
              <a:ext cx="256032" cy="262100"/>
              <a:chOff x="0" y="0"/>
              <a:chExt cx="256032" cy="262128"/>
            </a:xfrm>
          </p:grpSpPr>
          <p:pic>
            <p:nvPicPr>
              <p:cNvPr id="13404" name="椭圆 8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05" name="文本框 19549"/>
              <p:cNvSpPr txBox="1"/>
              <p:nvPr/>
            </p:nvSpPr>
            <p:spPr>
              <a:xfrm>
                <a:off x="50533" y="53153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06" name="椭圆 84"/>
            <p:cNvGrpSpPr/>
            <p:nvPr/>
          </p:nvGrpSpPr>
          <p:grpSpPr>
            <a:xfrm>
              <a:off x="336550" y="-19620"/>
              <a:ext cx="262128" cy="256005"/>
              <a:chOff x="0" y="0"/>
              <a:chExt cx="262128" cy="256032"/>
            </a:xfrm>
          </p:grpSpPr>
          <p:pic>
            <p:nvPicPr>
              <p:cNvPr id="13407" name="椭圆 8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08" name="文本框 19552"/>
              <p:cNvSpPr txBox="1"/>
              <p:nvPr/>
            </p:nvSpPr>
            <p:spPr>
              <a:xfrm>
                <a:off x="54828" y="51261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09" name="直接连接符 85"/>
            <p:cNvCxnSpPr/>
            <p:nvPr/>
          </p:nvCxnSpPr>
          <p:spPr>
            <a:xfrm rot="-5400000" flipH="1">
              <a:off x="-9497" y="693133"/>
              <a:ext cx="999537" cy="4391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组合 86"/>
          <p:cNvGrpSpPr/>
          <p:nvPr/>
        </p:nvGrpSpPr>
        <p:grpSpPr>
          <a:xfrm>
            <a:off x="6507163" y="4510088"/>
            <a:ext cx="576262" cy="1655762"/>
            <a:chOff x="0" y="0"/>
            <a:chExt cx="576064" cy="1656184"/>
          </a:xfrm>
        </p:grpSpPr>
        <p:sp>
          <p:nvSpPr>
            <p:cNvPr id="13411" name="椭圆 70"/>
            <p:cNvSpPr/>
            <p:nvPr/>
          </p:nvSpPr>
          <p:spPr>
            <a:xfrm>
              <a:off x="0" y="0"/>
              <a:ext cx="576064" cy="57606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412" name="椭圆 65"/>
            <p:cNvGrpSpPr/>
            <p:nvPr/>
          </p:nvGrpSpPr>
          <p:grpSpPr>
            <a:xfrm>
              <a:off x="121814" y="479991"/>
              <a:ext cx="262038" cy="262195"/>
              <a:chOff x="0" y="0"/>
              <a:chExt cx="262128" cy="262128"/>
            </a:xfrm>
          </p:grpSpPr>
          <p:pic>
            <p:nvPicPr>
              <p:cNvPr id="13413" name="椭圆 6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14" name="文本框 5"/>
              <p:cNvSpPr txBox="1"/>
              <p:nvPr/>
            </p:nvSpPr>
            <p:spPr>
              <a:xfrm>
                <a:off x="53857" y="55687"/>
                <a:ext cx="15280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15" name="椭圆 66"/>
            <p:cNvGrpSpPr/>
            <p:nvPr/>
          </p:nvGrpSpPr>
          <p:grpSpPr>
            <a:xfrm>
              <a:off x="121814" y="1419015"/>
              <a:ext cx="262038" cy="256097"/>
              <a:chOff x="0" y="0"/>
              <a:chExt cx="262128" cy="256032"/>
            </a:xfrm>
          </p:grpSpPr>
          <p:pic>
            <p:nvPicPr>
              <p:cNvPr id="13416" name="椭圆 6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17" name="文本框 8"/>
              <p:cNvSpPr txBox="1"/>
              <p:nvPr/>
            </p:nvSpPr>
            <p:spPr>
              <a:xfrm>
                <a:off x="53857" y="52768"/>
                <a:ext cx="15280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18" name="直接连接符 68"/>
            <p:cNvCxnSpPr/>
            <p:nvPr/>
          </p:nvCxnSpPr>
          <p:spPr>
            <a:xfrm rot="5400000">
              <a:off x="-108012" y="1080120"/>
              <a:ext cx="720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组合 62"/>
          <p:cNvGrpSpPr/>
          <p:nvPr/>
        </p:nvGrpSpPr>
        <p:grpSpPr>
          <a:xfrm>
            <a:off x="7731125" y="3509963"/>
            <a:ext cx="935038" cy="2727325"/>
            <a:chOff x="0" y="0"/>
            <a:chExt cx="935038" cy="2727035"/>
          </a:xfrm>
        </p:grpSpPr>
        <p:sp>
          <p:nvSpPr>
            <p:cNvPr id="13420" name="椭圆 78"/>
            <p:cNvSpPr/>
            <p:nvPr/>
          </p:nvSpPr>
          <p:spPr>
            <a:xfrm>
              <a:off x="0" y="143892"/>
              <a:ext cx="935038" cy="1871663"/>
            </a:xfrm>
            <a:prstGeom prst="ellipse">
              <a:avLst/>
            </a:prstGeom>
            <a:noFill/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21" name="椭圆 79"/>
            <p:cNvSpPr/>
            <p:nvPr/>
          </p:nvSpPr>
          <p:spPr>
            <a:xfrm>
              <a:off x="188936" y="1071000"/>
              <a:ext cx="574675" cy="57626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ClrTx/>
                <a:buFont typeface="Arial" panose="020B0604020202020204" pitchFamily="34" charset="0"/>
              </a:pPr>
              <a:endParaRPr lang="zh-CN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422" name="椭圆 80"/>
            <p:cNvGrpSpPr/>
            <p:nvPr/>
          </p:nvGrpSpPr>
          <p:grpSpPr>
            <a:xfrm>
              <a:off x="312166" y="1552981"/>
              <a:ext cx="256032" cy="262100"/>
              <a:chOff x="0" y="0"/>
              <a:chExt cx="256032" cy="262128"/>
            </a:xfrm>
          </p:grpSpPr>
          <p:pic>
            <p:nvPicPr>
              <p:cNvPr id="13423" name="椭圆 8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24" name="文本框 15"/>
              <p:cNvSpPr txBox="1"/>
              <p:nvPr/>
            </p:nvSpPr>
            <p:spPr>
              <a:xfrm>
                <a:off x="51677" y="53567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25" name="椭圆 81"/>
            <p:cNvGrpSpPr/>
            <p:nvPr/>
          </p:nvGrpSpPr>
          <p:grpSpPr>
            <a:xfrm>
              <a:off x="312166" y="2491665"/>
              <a:ext cx="256032" cy="256005"/>
              <a:chOff x="0" y="0"/>
              <a:chExt cx="256032" cy="256032"/>
            </a:xfrm>
          </p:grpSpPr>
          <p:pic>
            <p:nvPicPr>
              <p:cNvPr id="13426" name="椭圆 8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27" name="文本框 18"/>
              <p:cNvSpPr txBox="1"/>
              <p:nvPr/>
            </p:nvSpPr>
            <p:spPr>
              <a:xfrm>
                <a:off x="51677" y="50987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28" name="直接连接符 82"/>
            <p:cNvCxnSpPr/>
            <p:nvPr/>
          </p:nvCxnSpPr>
          <p:spPr>
            <a:xfrm rot="5400000">
              <a:off x="79391" y="2150493"/>
              <a:ext cx="720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29" name="椭圆 83"/>
            <p:cNvGrpSpPr/>
            <p:nvPr/>
          </p:nvGrpSpPr>
          <p:grpSpPr>
            <a:xfrm>
              <a:off x="385318" y="1193355"/>
              <a:ext cx="256032" cy="262100"/>
              <a:chOff x="0" y="0"/>
              <a:chExt cx="256032" cy="262128"/>
            </a:xfrm>
          </p:grpSpPr>
          <p:pic>
            <p:nvPicPr>
              <p:cNvPr id="13430" name="椭圆 8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31" name="文本框 22"/>
              <p:cNvSpPr txBox="1"/>
              <p:nvPr/>
            </p:nvSpPr>
            <p:spPr>
              <a:xfrm>
                <a:off x="50533" y="53153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32" name="椭圆 84"/>
            <p:cNvGrpSpPr/>
            <p:nvPr/>
          </p:nvGrpSpPr>
          <p:grpSpPr>
            <a:xfrm>
              <a:off x="336550" y="-19620"/>
              <a:ext cx="262128" cy="256005"/>
              <a:chOff x="0" y="0"/>
              <a:chExt cx="262128" cy="256032"/>
            </a:xfrm>
          </p:grpSpPr>
          <p:pic>
            <p:nvPicPr>
              <p:cNvPr id="13433" name="椭圆 8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434" name="文本框 25"/>
              <p:cNvSpPr txBox="1"/>
              <p:nvPr/>
            </p:nvSpPr>
            <p:spPr>
              <a:xfrm>
                <a:off x="54828" y="51261"/>
                <a:ext cx="152752" cy="152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buClrTx/>
                  <a:buFont typeface="Arial" panose="020B0604020202020204" pitchFamily="34" charset="0"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3435" name="直接连接符 85"/>
            <p:cNvCxnSpPr/>
            <p:nvPr/>
          </p:nvCxnSpPr>
          <p:spPr>
            <a:xfrm rot="-5400000" flipH="1">
              <a:off x="-9497" y="693133"/>
              <a:ext cx="999537" cy="4391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3"/>
          <p:cNvSpPr>
            <a:spLocks noGrp="1"/>
          </p:cNvSpPr>
          <p:nvPr>
            <p:ph type="body" orient="vert"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p179, </a:t>
            </a:r>
            <a:r>
              <a:rPr lang="zh-CN" altLang="en-US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习题十一: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11,12</a:t>
            </a:r>
            <a:endParaRPr lang="zh-CN" altLang="en-US" dirty="0">
              <a:solidFill>
                <a:schemeClr val="hlink"/>
              </a:solidFill>
              <a:latin typeface="Tahoma" panose="020B060403050404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 typeface="Arial" panose="020B0604020202020204" pitchFamily="34" charset="0"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4340" name="文本框 2"/>
          <p:cNvSpPr txBox="1"/>
          <p:nvPr/>
        </p:nvSpPr>
        <p:spPr>
          <a:xfrm>
            <a:off x="1184275" y="298450"/>
            <a:ext cx="415607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buClrTx/>
              <a:buFont typeface="Arial" panose="020B0604020202020204" pitchFamily="34" charset="0"/>
            </a:pPr>
            <a:r>
              <a:rPr lang="zh-CN" altLang="en-US" sz="440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课后习题六：</a:t>
            </a:r>
            <a:endParaRPr lang="zh-CN" altLang="en-US" sz="4400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64d1e24f-3ef5-4839-9f14-83a7ec37ca9c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1223</Words>
  <Application>WPS 演示</Application>
  <PresentationFormat>全屏显示(4:3)</PresentationFormat>
  <Paragraphs>148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Blends</vt:lpstr>
      <vt:lpstr>PowerPoint 演示文稿</vt:lpstr>
      <vt:lpstr>同胚(homomorphism)</vt:lpstr>
      <vt:lpstr>Kuratowski定理</vt:lpstr>
      <vt:lpstr>例11.3</vt:lpstr>
      <vt:lpstr>例11.3(1)</vt:lpstr>
      <vt:lpstr>例11.3(2)</vt:lpstr>
      <vt:lpstr>例11.3(3)</vt:lpstr>
      <vt:lpstr>11.4</vt:lpstr>
      <vt:lpstr>PowerPoint 演示文稿</vt:lpstr>
      <vt:lpstr>PowerPoint 演示文稿</vt:lpstr>
      <vt:lpstr>对偶图(dual graph)</vt:lpstr>
      <vt:lpstr>对偶图举例</vt:lpstr>
      <vt:lpstr>对偶图的性质</vt:lpstr>
      <vt:lpstr>例11:15</vt:lpstr>
      <vt:lpstr>自对偶(self-dual)图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932</cp:revision>
  <dcterms:created xsi:type="dcterms:W3CDTF">2008-01-04T07:39:00Z</dcterms:created>
  <dcterms:modified xsi:type="dcterms:W3CDTF">2025-12-08T17:20:58Z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B7F9301291E74F818A63E8EF6D826832</vt:lpwstr>
  </property>
</Properties>
</file>